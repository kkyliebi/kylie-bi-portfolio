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1"/>
  </p:sldMasterIdLst>
  <p:notesMasterIdLst>
    <p:notesMasterId r:id="rId3"/>
  </p:notesMasterIdLst>
  <p:handoutMasterIdLst>
    <p:handoutMasterId r:id="rId4"/>
  </p:handoutMasterIdLst>
  <p:sldIdLst>
    <p:sldId id="258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45" userDrawn="1">
          <p15:clr>
            <a:srgbClr val="A4A3A4"/>
          </p15:clr>
        </p15:guide>
        <p15:guide id="2" orient="horz" pos="4224" userDrawn="1">
          <p15:clr>
            <a:srgbClr val="A4A3A4"/>
          </p15:clr>
        </p15:guide>
        <p15:guide id="4" pos="575" userDrawn="1">
          <p15:clr>
            <a:srgbClr val="A4A3A4"/>
          </p15:clr>
        </p15:guide>
        <p15:guide id="5" pos="7582">
          <p15:clr>
            <a:srgbClr val="A4A3A4"/>
          </p15:clr>
        </p15:guide>
        <p15:guide id="6" pos="438">
          <p15:clr>
            <a:srgbClr val="A4A3A4"/>
          </p15:clr>
        </p15:guide>
        <p15:guide id="7" orient="horz" pos="2500">
          <p15:clr>
            <a:srgbClr val="A4A3A4"/>
          </p15:clr>
        </p15:guide>
        <p15:guide id="8" orient="horz" pos="2568">
          <p15:clr>
            <a:srgbClr val="A4A3A4"/>
          </p15:clr>
        </p15:guide>
        <p15:guide id="9" pos="2774">
          <p15:clr>
            <a:srgbClr val="A4A3A4"/>
          </p15:clr>
        </p15:guide>
        <p15:guide id="10" pos="2842">
          <p15:clr>
            <a:srgbClr val="A4A3A4"/>
          </p15:clr>
        </p15:guide>
        <p15:guide id="11" pos="5178">
          <p15:clr>
            <a:srgbClr val="A4A3A4"/>
          </p15:clr>
        </p15:guide>
        <p15:guide id="12" pos="524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843" autoAdjust="0"/>
  </p:normalViewPr>
  <p:slideViewPr>
    <p:cSldViewPr showGuides="1">
      <p:cViewPr>
        <p:scale>
          <a:sx n="66" d="100"/>
          <a:sy n="66" d="100"/>
        </p:scale>
        <p:origin x="668" y="104"/>
      </p:cViewPr>
      <p:guideLst>
        <p:guide orient="horz" pos="845"/>
        <p:guide orient="horz" pos="4224"/>
        <p:guide pos="575"/>
        <p:guide pos="7582"/>
        <p:guide pos="438"/>
        <p:guide orient="horz" pos="2500"/>
        <p:guide orient="horz" pos="2568"/>
        <p:guide pos="2774"/>
        <p:guide pos="2842"/>
        <p:guide pos="5178"/>
        <p:guide pos="5246"/>
      </p:guideLst>
    </p:cSldViewPr>
  </p:slideViewPr>
  <p:outlineViewPr>
    <p:cViewPr>
      <p:scale>
        <a:sx n="33" d="100"/>
        <a:sy n="33" d="100"/>
      </p:scale>
      <p:origin x="0" y="-736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99" d="100"/>
          <a:sy n="99" d="100"/>
        </p:scale>
        <p:origin x="-3492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A75A0-C9D0-4B3F-90BC-8AB9A354A6C2}" type="datetimeFigureOut">
              <a:rPr lang="de-DE" smtClean="0"/>
              <a:t>08.03.2021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D965F0-0622-4810-9925-69BF6AF207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1401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B1C147-AF00-4028-8E5C-577761F9EE39}" type="datetimeFigureOut">
              <a:rPr lang="de-DE" smtClean="0"/>
              <a:t>08.03.2021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368660" y="4343400"/>
            <a:ext cx="6120680" cy="4114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180000" lvl="0" indent="-180000">
              <a:lnSpc>
                <a:spcPct val="120000"/>
              </a:lnSpc>
              <a:spcBef>
                <a:spcPts val="0"/>
              </a:spcBef>
              <a:buClr>
                <a:schemeClr val="bg2"/>
              </a:buClr>
              <a:buSzPct val="150000"/>
              <a:buFont typeface="Audi Type" pitchFamily="34" charset="0"/>
              <a:buChar char="›"/>
            </a:pPr>
            <a:r>
              <a:rPr lang="de-DE" dirty="0"/>
              <a:t>Textmasterformat bearbeiten</a:t>
            </a:r>
          </a:p>
          <a:p>
            <a:pPr marL="360000" lvl="1" indent="-180000">
              <a:lnSpc>
                <a:spcPct val="120000"/>
              </a:lnSpc>
              <a:spcBef>
                <a:spcPts val="0"/>
              </a:spcBef>
              <a:buClr>
                <a:schemeClr val="bg2"/>
              </a:buClr>
              <a:buSzPct val="150000"/>
              <a:buFont typeface="Audi Type" pitchFamily="34" charset="0"/>
              <a:buChar char="›"/>
            </a:pPr>
            <a:r>
              <a:rPr lang="de-DE" dirty="0"/>
              <a:t>Zweite Ebene</a:t>
            </a:r>
          </a:p>
          <a:p>
            <a:pPr marL="540000" lvl="2" indent="-180000">
              <a:lnSpc>
                <a:spcPct val="120000"/>
              </a:lnSpc>
              <a:spcBef>
                <a:spcPts val="0"/>
              </a:spcBef>
              <a:buClr>
                <a:schemeClr val="bg2"/>
              </a:buClr>
              <a:buSzPct val="150000"/>
              <a:buFont typeface="Audi Type" pitchFamily="34" charset="0"/>
              <a:buChar char="›"/>
            </a:pPr>
            <a:r>
              <a:rPr lang="de-DE" dirty="0"/>
              <a:t>Dritte Ebene</a:t>
            </a:r>
          </a:p>
          <a:p>
            <a:pPr marL="720000" lvl="3" indent="-180000">
              <a:lnSpc>
                <a:spcPct val="120000"/>
              </a:lnSpc>
              <a:spcBef>
                <a:spcPts val="0"/>
              </a:spcBef>
              <a:buClr>
                <a:schemeClr val="bg2"/>
              </a:buClr>
              <a:buSzPct val="150000"/>
              <a:buFont typeface="Audi Type" pitchFamily="34" charset="0"/>
              <a:buChar char="›"/>
            </a:pPr>
            <a:r>
              <a:rPr lang="de-DE" dirty="0"/>
              <a:t>Vierte Ebene</a:t>
            </a:r>
          </a:p>
          <a:p>
            <a:pPr marL="900000" lvl="4" indent="-180000">
              <a:lnSpc>
                <a:spcPct val="120000"/>
              </a:lnSpc>
              <a:spcBef>
                <a:spcPts val="0"/>
              </a:spcBef>
              <a:buClr>
                <a:schemeClr val="bg2"/>
              </a:buClr>
              <a:buSzPct val="150000"/>
              <a:buFont typeface="Audi Type" pitchFamily="34" charset="0"/>
              <a:buChar char="›"/>
            </a:pPr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21989A-92A0-46B8-8882-64828DCB153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2925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de-DE" sz="1200" kern="1200" dirty="0" smtClean="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200" kern="1200" dirty="0" smtClean="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200" kern="1200" dirty="0" smtClean="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200" kern="1200" dirty="0" smtClean="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200" kern="1200" dirty="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95326" y="3897313"/>
            <a:ext cx="11340000" cy="251767"/>
          </a:xfrm>
        </p:spPr>
        <p:txBody>
          <a:bodyPr anchor="t"/>
          <a:lstStyle>
            <a:lvl1pPr marL="0" indent="0" algn="l">
              <a:buNone/>
              <a:defRPr sz="1400" b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 smtClean="0"/>
              <a:t>Add sub-title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 hasCustomPrompt="1"/>
          </p:nvPr>
        </p:nvSpPr>
        <p:spPr bwMode="gray">
          <a:xfrm>
            <a:off x="695326" y="3573016"/>
            <a:ext cx="11340000" cy="288032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 smtClean="0"/>
              <a:t>Add title</a:t>
            </a:r>
            <a:endParaRPr lang="en-GB" noProof="0" dirty="0"/>
          </a:p>
        </p:txBody>
      </p:sp>
      <p:pic>
        <p:nvPicPr>
          <p:cNvPr id="6" name="Bild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584200" y="2565400"/>
            <a:ext cx="2062163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0694101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95326" y="5084950"/>
            <a:ext cx="11340000" cy="251767"/>
          </a:xfrm>
        </p:spPr>
        <p:txBody>
          <a:bodyPr anchor="t"/>
          <a:lstStyle>
            <a:lvl1pPr marL="0" indent="0" algn="l">
              <a:buNone/>
              <a:defRPr sz="1400" b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 smtClean="0"/>
              <a:t>Add sub-title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 hasCustomPrompt="1"/>
          </p:nvPr>
        </p:nvSpPr>
        <p:spPr bwMode="gray">
          <a:xfrm>
            <a:off x="695326" y="4760652"/>
            <a:ext cx="11340000" cy="288032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 smtClean="0"/>
              <a:t>Add title</a:t>
            </a:r>
            <a:endParaRPr lang="en-GB" noProof="0" dirty="0"/>
          </a:p>
        </p:txBody>
      </p:sp>
      <p:sp>
        <p:nvSpPr>
          <p:cNvPr id="13" name="Bildplatzhalter 12"/>
          <p:cNvSpPr>
            <a:spLocks noGrp="1"/>
          </p:cNvSpPr>
          <p:nvPr>
            <p:ph type="pic" sz="quarter" idx="15"/>
          </p:nvPr>
        </p:nvSpPr>
        <p:spPr bwMode="gray">
          <a:xfrm>
            <a:off x="0" y="0"/>
            <a:ext cx="12192000" cy="3429000"/>
          </a:xfrm>
          <a:noFill/>
        </p:spPr>
        <p:txBody>
          <a:bodyPr bIns="900000" anchor="ctr" anchorCtr="0"/>
          <a:lstStyle>
            <a:lvl1pPr algn="ctr">
              <a:lnSpc>
                <a:spcPct val="100000"/>
              </a:lnSpc>
              <a:spcBef>
                <a:spcPts val="0"/>
              </a:spcBef>
              <a:defRPr/>
            </a:lvl1pPr>
          </a:lstStyle>
          <a:p>
            <a:r>
              <a:rPr lang="en-US" noProof="0" smtClean="0"/>
              <a:t>Click icon to add picture</a:t>
            </a:r>
            <a:endParaRPr lang="en-GB" noProof="0" dirty="0"/>
          </a:p>
        </p:txBody>
      </p:sp>
      <p:pic>
        <p:nvPicPr>
          <p:cNvPr id="6" name="Bild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584200" y="3753532"/>
            <a:ext cx="2062163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6831019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95326" y="3897313"/>
            <a:ext cx="11340000" cy="251767"/>
          </a:xfrm>
        </p:spPr>
        <p:txBody>
          <a:bodyPr anchor="t"/>
          <a:lstStyle>
            <a:lvl1pPr marL="0" indent="0" algn="l">
              <a:buNone/>
              <a:defRPr sz="1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 smtClean="0"/>
              <a:t>Add sub-title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 hasCustomPrompt="1"/>
          </p:nvPr>
        </p:nvSpPr>
        <p:spPr bwMode="gray">
          <a:xfrm>
            <a:off x="695326" y="3573016"/>
            <a:ext cx="11340000" cy="288032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smtClean="0"/>
              <a:t>Add title</a:t>
            </a:r>
            <a:endParaRPr lang="en-GB" noProof="0" dirty="0"/>
          </a:p>
        </p:txBody>
      </p:sp>
      <p:pic>
        <p:nvPicPr>
          <p:cNvPr id="9" name="Bild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584200" y="2565400"/>
            <a:ext cx="2062163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787658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95326" y="3897313"/>
            <a:ext cx="11340000" cy="251767"/>
          </a:xfrm>
        </p:spPr>
        <p:txBody>
          <a:bodyPr anchor="t"/>
          <a:lstStyle>
            <a:lvl1pPr marL="0" indent="0" algn="l">
              <a:buNone/>
              <a:defRPr sz="1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 smtClean="0"/>
              <a:t>Add sub-title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 hasCustomPrompt="1"/>
          </p:nvPr>
        </p:nvSpPr>
        <p:spPr bwMode="gray">
          <a:xfrm>
            <a:off x="695326" y="3573016"/>
            <a:ext cx="11340000" cy="288032"/>
          </a:xfrm>
        </p:spPr>
        <p:txBody>
          <a:bodyPr anchor="t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smtClean="0"/>
              <a:t>Add title</a:t>
            </a:r>
            <a:endParaRPr lang="en-GB" noProof="0" dirty="0"/>
          </a:p>
        </p:txBody>
      </p:sp>
      <p:pic>
        <p:nvPicPr>
          <p:cNvPr id="9" name="Bild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584200" y="2565400"/>
            <a:ext cx="2062163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7960855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6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12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95400" y="1341438"/>
            <a:ext cx="3708000" cy="2627312"/>
          </a:xfrm>
          <a:solidFill>
            <a:schemeClr val="bg2"/>
          </a:solidFill>
        </p:spPr>
        <p:txBody>
          <a:bodyPr lIns="90000" tIns="46800" rIns="90000" bIns="46800"/>
          <a:lstStyle>
            <a:lvl1pPr marL="0" indent="0">
              <a:lnSpc>
                <a:spcPct val="100000"/>
              </a:lnSpc>
              <a:buNone/>
              <a:tabLst>
                <a:tab pos="354013" algn="l"/>
              </a:tabLst>
              <a:defRPr sz="1400" b="1">
                <a:latin typeface="+mj-lt"/>
              </a:defRPr>
            </a:lvl1pPr>
            <a:lvl2pPr marL="0" indent="0">
              <a:lnSpc>
                <a:spcPct val="100000"/>
              </a:lnSpc>
              <a:buNone/>
              <a:tabLst>
                <a:tab pos="354013" algn="l"/>
              </a:tabLst>
              <a:defRPr sz="1200">
                <a:latin typeface="+mn-lt"/>
              </a:defRPr>
            </a:lvl2pPr>
            <a:lvl3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3pPr>
            <a:lvl4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4pPr>
            <a:lvl5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5pPr>
          </a:lstStyle>
          <a:p>
            <a:pPr lvl="0"/>
            <a:r>
              <a:rPr lang="en-GB" noProof="0" smtClean="0"/>
              <a:t>Add text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  <a:endParaRPr lang="en-GB" noProof="0" dirty="0"/>
          </a:p>
        </p:txBody>
      </p:sp>
      <p:sp>
        <p:nvSpPr>
          <p:cNvPr id="14" name="Textplatzhalter 12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511824" y="1341438"/>
            <a:ext cx="3708000" cy="2627312"/>
          </a:xfrm>
          <a:solidFill>
            <a:schemeClr val="bg2"/>
          </a:solidFill>
        </p:spPr>
        <p:txBody>
          <a:bodyPr lIns="90000" tIns="46800" rIns="90000" bIns="46800"/>
          <a:lstStyle>
            <a:lvl1pPr marL="0" indent="0">
              <a:lnSpc>
                <a:spcPct val="100000"/>
              </a:lnSpc>
              <a:buNone/>
              <a:tabLst>
                <a:tab pos="354013" algn="l"/>
              </a:tabLst>
              <a:defRPr sz="1400" b="1">
                <a:latin typeface="+mj-lt"/>
              </a:defRPr>
            </a:lvl1pPr>
            <a:lvl2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2pPr>
            <a:lvl3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3pPr>
            <a:lvl4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4pPr>
            <a:lvl5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5pPr>
          </a:lstStyle>
          <a:p>
            <a:pPr lvl="0"/>
            <a:r>
              <a:rPr lang="en-GB" noProof="0" smtClean="0"/>
              <a:t>Add text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  <a:endParaRPr lang="en-GB" noProof="0" dirty="0"/>
          </a:p>
        </p:txBody>
      </p:sp>
      <p:sp>
        <p:nvSpPr>
          <p:cNvPr id="15" name="Textplatzhalt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328248" y="1341438"/>
            <a:ext cx="3708000" cy="2627312"/>
          </a:xfrm>
          <a:solidFill>
            <a:schemeClr val="bg2"/>
          </a:solidFill>
        </p:spPr>
        <p:txBody>
          <a:bodyPr lIns="90000" tIns="46800" rIns="90000" bIns="46800"/>
          <a:lstStyle>
            <a:lvl1pPr marL="0" indent="0">
              <a:lnSpc>
                <a:spcPct val="100000"/>
              </a:lnSpc>
              <a:buNone/>
              <a:tabLst>
                <a:tab pos="177800" algn="l"/>
              </a:tabLst>
              <a:defRPr sz="1400" b="1">
                <a:latin typeface="+mj-lt"/>
              </a:defRPr>
            </a:lvl1pPr>
            <a:lvl2pPr marL="0" indent="0">
              <a:lnSpc>
                <a:spcPct val="100000"/>
              </a:lnSpc>
              <a:buNone/>
              <a:tabLst>
                <a:tab pos="177800" algn="l"/>
              </a:tabLst>
              <a:defRPr sz="1200"/>
            </a:lvl2pPr>
            <a:lvl3pPr marL="0" indent="0">
              <a:lnSpc>
                <a:spcPct val="100000"/>
              </a:lnSpc>
              <a:buNone/>
              <a:tabLst>
                <a:tab pos="177800" algn="l"/>
              </a:tabLst>
              <a:defRPr sz="1200"/>
            </a:lvl3pPr>
            <a:lvl4pPr marL="0" indent="0">
              <a:lnSpc>
                <a:spcPct val="100000"/>
              </a:lnSpc>
              <a:buNone/>
              <a:tabLst>
                <a:tab pos="177800" algn="l"/>
              </a:tabLst>
              <a:defRPr sz="1200"/>
            </a:lvl4pPr>
            <a:lvl5pPr marL="0" indent="0">
              <a:lnSpc>
                <a:spcPct val="100000"/>
              </a:lnSpc>
              <a:buNone/>
              <a:tabLst>
                <a:tab pos="177800" algn="l"/>
              </a:tabLst>
              <a:defRPr sz="1200"/>
            </a:lvl5pPr>
          </a:lstStyle>
          <a:p>
            <a:pPr lvl="0"/>
            <a:r>
              <a:rPr lang="en-GB" noProof="0" smtClean="0"/>
              <a:t>Add text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  <a:endParaRPr lang="en-GB" noProof="0" dirty="0"/>
          </a:p>
        </p:txBody>
      </p:sp>
      <p:sp>
        <p:nvSpPr>
          <p:cNvPr id="16" name="Textplatzhalter 12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695400" y="4078288"/>
            <a:ext cx="3708000" cy="2627312"/>
          </a:xfrm>
          <a:solidFill>
            <a:schemeClr val="bg2"/>
          </a:solidFill>
        </p:spPr>
        <p:txBody>
          <a:bodyPr lIns="90000" tIns="46800" rIns="90000" bIns="46800"/>
          <a:lstStyle>
            <a:lvl1pPr marL="0" indent="0">
              <a:lnSpc>
                <a:spcPct val="100000"/>
              </a:lnSpc>
              <a:buNone/>
              <a:tabLst>
                <a:tab pos="354013" algn="l"/>
              </a:tabLst>
              <a:defRPr sz="1400" b="1">
                <a:latin typeface="+mj-lt"/>
              </a:defRPr>
            </a:lvl1pPr>
            <a:lvl2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2pPr>
            <a:lvl3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3pPr>
            <a:lvl4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4pPr>
            <a:lvl5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5pPr>
          </a:lstStyle>
          <a:p>
            <a:pPr lvl="0"/>
            <a:r>
              <a:rPr lang="en-GB" noProof="0" smtClean="0"/>
              <a:t>Add text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  <a:endParaRPr lang="en-GB" noProof="0" dirty="0"/>
          </a:p>
        </p:txBody>
      </p:sp>
      <p:sp>
        <p:nvSpPr>
          <p:cNvPr id="17" name="Textplatzhalter 12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511824" y="4078288"/>
            <a:ext cx="3708000" cy="2627312"/>
          </a:xfrm>
          <a:solidFill>
            <a:schemeClr val="bg2"/>
          </a:solidFill>
        </p:spPr>
        <p:txBody>
          <a:bodyPr lIns="90000" tIns="46800" rIns="90000" bIns="46800"/>
          <a:lstStyle>
            <a:lvl1pPr marL="0" indent="0">
              <a:lnSpc>
                <a:spcPct val="100000"/>
              </a:lnSpc>
              <a:buNone/>
              <a:tabLst>
                <a:tab pos="177800" algn="l"/>
              </a:tabLst>
              <a:defRPr sz="1400" b="1">
                <a:latin typeface="+mj-lt"/>
              </a:defRPr>
            </a:lvl1pPr>
            <a:lvl2pPr marL="0" indent="0">
              <a:lnSpc>
                <a:spcPct val="100000"/>
              </a:lnSpc>
              <a:buNone/>
              <a:tabLst>
                <a:tab pos="177800" algn="l"/>
              </a:tabLst>
              <a:defRPr sz="1200"/>
            </a:lvl2pPr>
            <a:lvl3pPr marL="0" indent="0">
              <a:lnSpc>
                <a:spcPct val="100000"/>
              </a:lnSpc>
              <a:buNone/>
              <a:tabLst>
                <a:tab pos="177800" algn="l"/>
              </a:tabLst>
              <a:defRPr sz="1200"/>
            </a:lvl3pPr>
            <a:lvl4pPr marL="0" indent="0">
              <a:lnSpc>
                <a:spcPct val="100000"/>
              </a:lnSpc>
              <a:buNone/>
              <a:tabLst>
                <a:tab pos="177800" algn="l"/>
              </a:tabLst>
              <a:defRPr sz="1200"/>
            </a:lvl4pPr>
            <a:lvl5pPr marL="0" indent="0">
              <a:lnSpc>
                <a:spcPct val="100000"/>
              </a:lnSpc>
              <a:buNone/>
              <a:tabLst>
                <a:tab pos="177800" algn="l"/>
              </a:tabLst>
              <a:defRPr sz="1200"/>
            </a:lvl5pPr>
          </a:lstStyle>
          <a:p>
            <a:pPr lvl="0"/>
            <a:r>
              <a:rPr lang="en-GB" noProof="0" smtClean="0"/>
              <a:t>Add text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  <a:endParaRPr lang="en-GB" noProof="0" dirty="0"/>
          </a:p>
        </p:txBody>
      </p:sp>
      <p:sp>
        <p:nvSpPr>
          <p:cNvPr id="18" name="Textplatzhalter 12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8328248" y="4078288"/>
            <a:ext cx="3708000" cy="2627312"/>
          </a:xfrm>
          <a:solidFill>
            <a:schemeClr val="bg2"/>
          </a:solidFill>
        </p:spPr>
        <p:txBody>
          <a:bodyPr lIns="90000" tIns="46800" rIns="90000" bIns="46800"/>
          <a:lstStyle>
            <a:lvl1pPr marL="0" indent="0">
              <a:lnSpc>
                <a:spcPct val="100000"/>
              </a:lnSpc>
              <a:buNone/>
              <a:tabLst>
                <a:tab pos="354013" algn="l"/>
              </a:tabLst>
              <a:defRPr sz="1400" b="1">
                <a:latin typeface="+mj-lt"/>
              </a:defRPr>
            </a:lvl1pPr>
            <a:lvl2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2pPr>
            <a:lvl3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3pPr>
            <a:lvl4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4pPr>
            <a:lvl5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5pPr>
          </a:lstStyle>
          <a:p>
            <a:pPr lvl="0"/>
            <a:r>
              <a:rPr lang="en-GB" noProof="0" smtClean="0"/>
              <a:t>Add text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  <a:endParaRPr lang="en-GB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 noProof="0" smtClean="0"/>
              <a:t>Our Topics</a:t>
            </a:r>
            <a:endParaRPr lang="en-GB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de-DE" noProof="0" smtClean="0"/>
              <a:t>AUDI AG   I/XX    Presentation title   Date</a:t>
            </a:r>
            <a:endParaRPr lang="en-GB" noProof="0" dirty="0" smtClean="0"/>
          </a:p>
        </p:txBody>
      </p:sp>
    </p:spTree>
    <p:extLst>
      <p:ext uri="{BB962C8B-B14F-4D97-AF65-F5344CB8AC3E}">
        <p14:creationId xmlns:p14="http://schemas.microsoft.com/office/powerpoint/2010/main" val="1946707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9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12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95325" y="1341438"/>
            <a:ext cx="3708000" cy="1717200"/>
          </a:xfrm>
          <a:solidFill>
            <a:schemeClr val="bg2"/>
          </a:solidFill>
        </p:spPr>
        <p:txBody>
          <a:bodyPr lIns="90000" tIns="46800" rIns="90000" bIns="46800"/>
          <a:lstStyle>
            <a:lvl1pPr marL="0" indent="0">
              <a:lnSpc>
                <a:spcPct val="100000"/>
              </a:lnSpc>
              <a:buNone/>
              <a:tabLst>
                <a:tab pos="354013" algn="l"/>
              </a:tabLst>
              <a:defRPr sz="1400" b="1">
                <a:latin typeface="+mj-lt"/>
              </a:defRPr>
            </a:lvl1pPr>
            <a:lvl2pPr marL="0" indent="0">
              <a:lnSpc>
                <a:spcPct val="100000"/>
              </a:lnSpc>
              <a:buNone/>
              <a:tabLst>
                <a:tab pos="354013" algn="l"/>
              </a:tabLst>
              <a:defRPr sz="1200">
                <a:latin typeface="+mn-lt"/>
              </a:defRPr>
            </a:lvl2pPr>
            <a:lvl3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3pPr>
            <a:lvl4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4pPr>
            <a:lvl5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5pPr>
          </a:lstStyle>
          <a:p>
            <a:pPr lvl="0"/>
            <a:r>
              <a:rPr lang="en-GB" noProof="0" smtClean="0"/>
              <a:t>Add text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  <a:endParaRPr lang="en-GB" noProof="0" dirty="0"/>
          </a:p>
        </p:txBody>
      </p:sp>
      <p:sp>
        <p:nvSpPr>
          <p:cNvPr id="14" name="Textplatzhalter 12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511992" y="1341438"/>
            <a:ext cx="3708000" cy="1717200"/>
          </a:xfrm>
          <a:solidFill>
            <a:schemeClr val="bg2"/>
          </a:solidFill>
        </p:spPr>
        <p:txBody>
          <a:bodyPr lIns="90000" tIns="46800" rIns="90000" bIns="46800"/>
          <a:lstStyle>
            <a:lvl1pPr marL="0" indent="0">
              <a:lnSpc>
                <a:spcPct val="100000"/>
              </a:lnSpc>
              <a:buNone/>
              <a:tabLst>
                <a:tab pos="354013" algn="l"/>
              </a:tabLst>
              <a:defRPr sz="1400" b="1">
                <a:latin typeface="+mj-lt"/>
              </a:defRPr>
            </a:lvl1pPr>
            <a:lvl2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2pPr>
            <a:lvl3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3pPr>
            <a:lvl4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4pPr>
            <a:lvl5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5pPr>
          </a:lstStyle>
          <a:p>
            <a:pPr lvl="0"/>
            <a:r>
              <a:rPr lang="en-GB" noProof="0" smtClean="0"/>
              <a:t>Add text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  <a:endParaRPr lang="en-GB" noProof="0" dirty="0"/>
          </a:p>
        </p:txBody>
      </p:sp>
      <p:sp>
        <p:nvSpPr>
          <p:cNvPr id="15" name="Textplatzhalt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328660" y="1341438"/>
            <a:ext cx="3708000" cy="1717200"/>
          </a:xfrm>
          <a:solidFill>
            <a:schemeClr val="bg2"/>
          </a:solidFill>
        </p:spPr>
        <p:txBody>
          <a:bodyPr lIns="90000" tIns="46800" rIns="90000" bIns="46800"/>
          <a:lstStyle>
            <a:lvl1pPr marL="0" indent="0">
              <a:lnSpc>
                <a:spcPct val="100000"/>
              </a:lnSpc>
              <a:buNone/>
              <a:tabLst>
                <a:tab pos="354013" algn="l"/>
              </a:tabLst>
              <a:defRPr sz="1400" b="1">
                <a:latin typeface="+mj-lt"/>
              </a:defRPr>
            </a:lvl1pPr>
            <a:lvl2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2pPr>
            <a:lvl3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3pPr>
            <a:lvl4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4pPr>
            <a:lvl5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5pPr>
          </a:lstStyle>
          <a:p>
            <a:pPr lvl="0"/>
            <a:r>
              <a:rPr lang="en-GB" noProof="0" smtClean="0"/>
              <a:t>Add text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  <a:endParaRPr lang="en-GB" noProof="0" dirty="0"/>
          </a:p>
        </p:txBody>
      </p:sp>
      <p:sp>
        <p:nvSpPr>
          <p:cNvPr id="16" name="Textplatzhalter 12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695325" y="3164919"/>
            <a:ext cx="3708000" cy="1717200"/>
          </a:xfrm>
          <a:solidFill>
            <a:schemeClr val="bg2"/>
          </a:solidFill>
        </p:spPr>
        <p:txBody>
          <a:bodyPr lIns="90000" tIns="46800" rIns="90000" bIns="46800"/>
          <a:lstStyle>
            <a:lvl1pPr marL="0" indent="0">
              <a:lnSpc>
                <a:spcPct val="100000"/>
              </a:lnSpc>
              <a:buNone/>
              <a:tabLst>
                <a:tab pos="354013" algn="l"/>
              </a:tabLst>
              <a:defRPr sz="1400" b="1">
                <a:latin typeface="+mj-lt"/>
              </a:defRPr>
            </a:lvl1pPr>
            <a:lvl2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2pPr>
            <a:lvl3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3pPr>
            <a:lvl4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4pPr>
            <a:lvl5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5pPr>
          </a:lstStyle>
          <a:p>
            <a:pPr lvl="0"/>
            <a:r>
              <a:rPr lang="en-GB" noProof="0" smtClean="0"/>
              <a:t>Add text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  <a:endParaRPr lang="en-GB" noProof="0" dirty="0"/>
          </a:p>
        </p:txBody>
      </p:sp>
      <p:sp>
        <p:nvSpPr>
          <p:cNvPr id="17" name="Textplatzhalter 12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511992" y="3164919"/>
            <a:ext cx="3708000" cy="1717200"/>
          </a:xfrm>
          <a:solidFill>
            <a:schemeClr val="bg2"/>
          </a:solidFill>
        </p:spPr>
        <p:txBody>
          <a:bodyPr lIns="90000" tIns="46800" rIns="90000" bIns="46800"/>
          <a:lstStyle>
            <a:lvl1pPr marL="0" indent="0">
              <a:lnSpc>
                <a:spcPct val="100000"/>
              </a:lnSpc>
              <a:buNone/>
              <a:tabLst>
                <a:tab pos="177800" algn="l"/>
              </a:tabLst>
              <a:defRPr sz="1400" b="1">
                <a:latin typeface="+mj-lt"/>
              </a:defRPr>
            </a:lvl1pPr>
            <a:lvl2pPr marL="0" indent="0">
              <a:lnSpc>
                <a:spcPct val="100000"/>
              </a:lnSpc>
              <a:buNone/>
              <a:tabLst>
                <a:tab pos="177800" algn="l"/>
              </a:tabLst>
              <a:defRPr sz="1200"/>
            </a:lvl2pPr>
            <a:lvl3pPr marL="0" indent="0">
              <a:lnSpc>
                <a:spcPct val="100000"/>
              </a:lnSpc>
              <a:buNone/>
              <a:tabLst>
                <a:tab pos="177800" algn="l"/>
              </a:tabLst>
              <a:defRPr sz="1200"/>
            </a:lvl3pPr>
            <a:lvl4pPr marL="0" indent="0">
              <a:lnSpc>
                <a:spcPct val="100000"/>
              </a:lnSpc>
              <a:buNone/>
              <a:tabLst>
                <a:tab pos="177800" algn="l"/>
              </a:tabLst>
              <a:defRPr sz="1200"/>
            </a:lvl4pPr>
            <a:lvl5pPr marL="0" indent="0">
              <a:lnSpc>
                <a:spcPct val="100000"/>
              </a:lnSpc>
              <a:buNone/>
              <a:tabLst>
                <a:tab pos="177800" algn="l"/>
              </a:tabLst>
              <a:defRPr sz="1200"/>
            </a:lvl5pPr>
          </a:lstStyle>
          <a:p>
            <a:pPr lvl="0"/>
            <a:r>
              <a:rPr lang="en-GB" noProof="0" smtClean="0"/>
              <a:t>Add text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  <a:endParaRPr lang="en-GB" noProof="0" dirty="0"/>
          </a:p>
        </p:txBody>
      </p:sp>
      <p:sp>
        <p:nvSpPr>
          <p:cNvPr id="18" name="Textplatzhalter 12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8328660" y="3164919"/>
            <a:ext cx="3708000" cy="1717200"/>
          </a:xfrm>
          <a:solidFill>
            <a:schemeClr val="bg2"/>
          </a:solidFill>
        </p:spPr>
        <p:txBody>
          <a:bodyPr lIns="90000" tIns="46800" rIns="90000" bIns="46800"/>
          <a:lstStyle>
            <a:lvl1pPr marL="0" indent="0">
              <a:lnSpc>
                <a:spcPct val="100000"/>
              </a:lnSpc>
              <a:buNone/>
              <a:tabLst>
                <a:tab pos="354013" algn="l"/>
              </a:tabLst>
              <a:defRPr sz="1400" b="1">
                <a:latin typeface="+mj-lt"/>
              </a:defRPr>
            </a:lvl1pPr>
            <a:lvl2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2pPr>
            <a:lvl3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3pPr>
            <a:lvl4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4pPr>
            <a:lvl5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5pPr>
          </a:lstStyle>
          <a:p>
            <a:pPr lvl="0"/>
            <a:r>
              <a:rPr lang="en-GB" noProof="0" smtClean="0"/>
              <a:t>Add text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  <a:endParaRPr lang="en-GB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95325" y="368299"/>
            <a:ext cx="11341099" cy="612429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smtClean="0"/>
              <a:t>Our Topics</a:t>
            </a:r>
            <a:endParaRPr lang="en-GB" noProof="0" dirty="0"/>
          </a:p>
        </p:txBody>
      </p:sp>
      <p:sp>
        <p:nvSpPr>
          <p:cNvPr id="11" name="Textplatzhalter 12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695325" y="4988400"/>
            <a:ext cx="3708000" cy="1717200"/>
          </a:xfrm>
          <a:solidFill>
            <a:schemeClr val="bg2"/>
          </a:solidFill>
        </p:spPr>
        <p:txBody>
          <a:bodyPr lIns="90000" tIns="46800" rIns="90000" bIns="46800"/>
          <a:lstStyle>
            <a:lvl1pPr marL="0" indent="0">
              <a:lnSpc>
                <a:spcPct val="100000"/>
              </a:lnSpc>
              <a:buNone/>
              <a:tabLst>
                <a:tab pos="354013" algn="l"/>
              </a:tabLst>
              <a:defRPr sz="1400" b="1">
                <a:latin typeface="+mj-lt"/>
              </a:defRPr>
            </a:lvl1pPr>
            <a:lvl2pPr marL="0" indent="0">
              <a:lnSpc>
                <a:spcPct val="100000"/>
              </a:lnSpc>
              <a:buNone/>
              <a:tabLst>
                <a:tab pos="354013" algn="l"/>
              </a:tabLst>
              <a:defRPr sz="1200">
                <a:latin typeface="+mn-lt"/>
              </a:defRPr>
            </a:lvl2pPr>
            <a:lvl3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3pPr>
            <a:lvl4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4pPr>
            <a:lvl5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5pPr>
          </a:lstStyle>
          <a:p>
            <a:pPr lvl="0"/>
            <a:r>
              <a:rPr lang="en-GB" noProof="0" smtClean="0"/>
              <a:t>Add text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  <a:endParaRPr lang="en-GB" noProof="0" dirty="0"/>
          </a:p>
        </p:txBody>
      </p:sp>
      <p:sp>
        <p:nvSpPr>
          <p:cNvPr id="12" name="Textplatzhalter 12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4511992" y="4988400"/>
            <a:ext cx="3708000" cy="1717200"/>
          </a:xfrm>
          <a:solidFill>
            <a:schemeClr val="bg2"/>
          </a:solidFill>
        </p:spPr>
        <p:txBody>
          <a:bodyPr lIns="90000" tIns="46800" rIns="90000" bIns="46800"/>
          <a:lstStyle>
            <a:lvl1pPr marL="0" indent="0">
              <a:lnSpc>
                <a:spcPct val="100000"/>
              </a:lnSpc>
              <a:buNone/>
              <a:tabLst>
                <a:tab pos="354013" algn="l"/>
              </a:tabLst>
              <a:defRPr sz="1400" b="1">
                <a:latin typeface="+mj-lt"/>
              </a:defRPr>
            </a:lvl1pPr>
            <a:lvl2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2pPr>
            <a:lvl3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3pPr>
            <a:lvl4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4pPr>
            <a:lvl5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5pPr>
          </a:lstStyle>
          <a:p>
            <a:pPr lvl="0"/>
            <a:r>
              <a:rPr lang="en-GB" noProof="0" smtClean="0"/>
              <a:t>Add text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  <a:endParaRPr lang="en-GB" noProof="0" dirty="0"/>
          </a:p>
        </p:txBody>
      </p:sp>
      <p:sp>
        <p:nvSpPr>
          <p:cNvPr id="19" name="Textplatzhalter 12"/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8328660" y="4988400"/>
            <a:ext cx="3708000" cy="1717200"/>
          </a:xfrm>
          <a:solidFill>
            <a:schemeClr val="bg2"/>
          </a:solidFill>
        </p:spPr>
        <p:txBody>
          <a:bodyPr lIns="90000" tIns="46800" rIns="90000" bIns="46800"/>
          <a:lstStyle>
            <a:lvl1pPr marL="0" indent="0">
              <a:lnSpc>
                <a:spcPct val="100000"/>
              </a:lnSpc>
              <a:buNone/>
              <a:tabLst>
                <a:tab pos="354013" algn="l"/>
              </a:tabLst>
              <a:defRPr sz="1400" b="1">
                <a:latin typeface="+mj-lt"/>
              </a:defRPr>
            </a:lvl1pPr>
            <a:lvl2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2pPr>
            <a:lvl3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3pPr>
            <a:lvl4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4pPr>
            <a:lvl5pPr marL="0" indent="0">
              <a:lnSpc>
                <a:spcPct val="100000"/>
              </a:lnSpc>
              <a:buNone/>
              <a:tabLst>
                <a:tab pos="354013" algn="l"/>
              </a:tabLst>
              <a:defRPr sz="1200"/>
            </a:lvl5pPr>
          </a:lstStyle>
          <a:p>
            <a:pPr lvl="0"/>
            <a:r>
              <a:rPr lang="en-GB" noProof="0" smtClean="0"/>
              <a:t>Add text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  <a:endParaRPr lang="en-GB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de-DE" noProof="0" smtClean="0"/>
              <a:t>AUDI AG   I/XX    Presentation title   Date</a:t>
            </a:r>
            <a:endParaRPr lang="en-GB" noProof="0" dirty="0" smtClean="0"/>
          </a:p>
        </p:txBody>
      </p:sp>
    </p:spTree>
    <p:extLst>
      <p:ext uri="{BB962C8B-B14F-4D97-AF65-F5344CB8AC3E}">
        <p14:creationId xmlns:p14="http://schemas.microsoft.com/office/powerpoint/2010/main" val="1975553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 bwMode="gray">
          <a:xfrm>
            <a:off x="695325" y="368299"/>
            <a:ext cx="11341099" cy="612429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 smtClean="0"/>
              <a:t>Action Title (Slide Message, 1 or 2 lines)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noProof="0" smtClean="0"/>
              <a:t>AUDI AG   I/XX    Presentation title   Date</a:t>
            </a:r>
            <a:endParaRPr lang="en-GB" noProof="0" dirty="0" smtClean="0"/>
          </a:p>
        </p:txBody>
      </p:sp>
    </p:spTree>
    <p:extLst>
      <p:ext uri="{BB962C8B-B14F-4D97-AF65-F5344CB8AC3E}">
        <p14:creationId xmlns:p14="http://schemas.microsoft.com/office/powerpoint/2010/main" val="3039586631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ullet 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/>
          <p:cNvSpPr>
            <a:spLocks noGrp="1"/>
          </p:cNvSpPr>
          <p:nvPr>
            <p:ph sz="quarter" idx="13" hasCustomPrompt="1"/>
          </p:nvPr>
        </p:nvSpPr>
        <p:spPr bwMode="gray">
          <a:xfrm>
            <a:off x="695324" y="1341438"/>
            <a:ext cx="11340000" cy="5364162"/>
          </a:xfrm>
        </p:spPr>
        <p:txBody>
          <a:bodyPr/>
          <a:lstStyle>
            <a:lvl1pPr marL="216000" indent="-216000">
              <a:buClr>
                <a:schemeClr val="accent6"/>
              </a:buClr>
              <a:buSzPct val="150000"/>
              <a:buFont typeface="Audi Type" pitchFamily="34" charset="0"/>
              <a:buChar char="›"/>
              <a:defRPr b="0" baseline="0"/>
            </a:lvl1pPr>
            <a:lvl2pPr marL="216000" indent="-216000">
              <a:buClr>
                <a:schemeClr val="accent6"/>
              </a:buClr>
              <a:buSzPct val="150000"/>
              <a:buFont typeface="Audi Type" pitchFamily="34" charset="0"/>
              <a:buChar char="›"/>
              <a:defRPr b="0"/>
            </a:lvl2pPr>
            <a:lvl3pPr marL="216000" indent="-216000">
              <a:buClr>
                <a:schemeClr val="accent6"/>
              </a:buClr>
              <a:buSzPct val="150000"/>
              <a:buFont typeface="Audi Type" pitchFamily="34" charset="0"/>
              <a:buChar char="›"/>
              <a:defRPr b="0"/>
            </a:lvl3pPr>
            <a:lvl4pPr marL="216000" indent="-216000">
              <a:buClr>
                <a:schemeClr val="accent6"/>
              </a:buClr>
              <a:buSzPct val="150000"/>
              <a:buFont typeface="Audi Type" pitchFamily="34" charset="0"/>
              <a:buChar char="›"/>
              <a:defRPr b="0"/>
            </a:lvl4pPr>
            <a:lvl5pPr marL="216000" indent="-216000">
              <a:buClr>
                <a:schemeClr val="accent6"/>
              </a:buClr>
              <a:buSzPct val="150000"/>
              <a:buFont typeface="Audi Type" pitchFamily="34" charset="0"/>
              <a:buChar char="›"/>
              <a:defRPr b="0"/>
            </a:lvl5pPr>
          </a:lstStyle>
          <a:p>
            <a:pPr lvl="0"/>
            <a:r>
              <a:rPr lang="de-DE" noProof="0" smtClean="0"/>
              <a:t>Add text</a:t>
            </a:r>
            <a:endParaRPr lang="en-US" noProof="0" smtClean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 bwMode="gray">
          <a:xfrm>
            <a:off x="695325" y="368299"/>
            <a:ext cx="11341099" cy="612429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 smtClean="0"/>
              <a:t>Action Title (Slide Message, 1 or 2 lines)</a:t>
            </a:r>
            <a:endParaRPr lang="en-GB" noProof="0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 noProof="0" smtClean="0"/>
              <a:t>AUDI AG   I/XX    Presentation title   Date</a:t>
            </a:r>
            <a:endParaRPr lang="en-GB" noProof="0" dirty="0" smtClean="0"/>
          </a:p>
        </p:txBody>
      </p:sp>
    </p:spTree>
    <p:extLst>
      <p:ext uri="{BB962C8B-B14F-4D97-AF65-F5344CB8AC3E}">
        <p14:creationId xmlns:p14="http://schemas.microsoft.com/office/powerpoint/2010/main" val="355725819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/>
          <p:cNvSpPr>
            <a:spLocks noGrp="1"/>
          </p:cNvSpPr>
          <p:nvPr>
            <p:ph sz="quarter" idx="13" hasCustomPrompt="1"/>
          </p:nvPr>
        </p:nvSpPr>
        <p:spPr bwMode="gray">
          <a:xfrm>
            <a:off x="695324" y="1341438"/>
            <a:ext cx="11340000" cy="5364162"/>
          </a:xfrm>
        </p:spPr>
        <p:txBody>
          <a:bodyPr/>
          <a:lstStyle/>
          <a:p>
            <a:pPr lvl="0"/>
            <a:r>
              <a:rPr lang="en-GB" noProof="0" smtClean="0"/>
              <a:t>First level: Sub-headline</a:t>
            </a:r>
          </a:p>
          <a:p>
            <a:pPr lvl="1"/>
            <a:r>
              <a:rPr lang="en-US" noProof="0" smtClean="0"/>
              <a:t>Second level: First bullet point level</a:t>
            </a:r>
          </a:p>
          <a:p>
            <a:pPr lvl="2"/>
            <a:r>
              <a:rPr lang="en-US" noProof="0" smtClean="0"/>
              <a:t>Third level: Second bullet point level</a:t>
            </a:r>
          </a:p>
          <a:p>
            <a:pPr lvl="3"/>
            <a:r>
              <a:rPr lang="en-US" noProof="0" smtClean="0"/>
              <a:t>Fourth level: Third bullet point level</a:t>
            </a:r>
          </a:p>
          <a:p>
            <a:pPr lvl="4"/>
            <a:r>
              <a:rPr lang="en-US" noProof="0" smtClean="0"/>
              <a:t>Fifth level: Fourth bullet point level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 bwMode="gray">
          <a:xfrm>
            <a:off x="695325" y="368299"/>
            <a:ext cx="11341099" cy="612429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 smtClean="0"/>
              <a:t>Action Title (Slide Message, 1 or 2 lines)</a:t>
            </a:r>
            <a:endParaRPr lang="en-GB" noProof="0" dirty="0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 noProof="0" smtClean="0"/>
              <a:t>AUDI AG   I/XX    Presentation title   Date</a:t>
            </a:r>
            <a:endParaRPr lang="en-GB" noProof="0" dirty="0" smtClean="0"/>
          </a:p>
        </p:txBody>
      </p:sp>
    </p:spTree>
    <p:extLst>
      <p:ext uri="{BB962C8B-B14F-4D97-AF65-F5344CB8AC3E}">
        <p14:creationId xmlns:p14="http://schemas.microsoft.com/office/powerpoint/2010/main" val="2708598923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95325" y="368299"/>
            <a:ext cx="11341099" cy="612429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 smtClean="0"/>
              <a:t>Action Title (Slide Message, 1 or 2 lines)</a:t>
            </a:r>
            <a:endParaRPr lang="en-GB" noProof="0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3" hasCustomPrompt="1"/>
          </p:nvPr>
        </p:nvSpPr>
        <p:spPr bwMode="gray">
          <a:xfrm>
            <a:off x="695400" y="1341438"/>
            <a:ext cx="5616000" cy="5364162"/>
          </a:xfrm>
        </p:spPr>
        <p:txBody>
          <a:bodyPr/>
          <a:lstStyle/>
          <a:p>
            <a:pPr lvl="0"/>
            <a:r>
              <a:rPr lang="en-GB" noProof="0" smtClean="0"/>
              <a:t>First level: Sub-headline</a:t>
            </a:r>
          </a:p>
          <a:p>
            <a:pPr lvl="1"/>
            <a:r>
              <a:rPr lang="en-US" noProof="0" smtClean="0"/>
              <a:t>Second level: First bullet point level</a:t>
            </a:r>
          </a:p>
          <a:p>
            <a:pPr lvl="2"/>
            <a:r>
              <a:rPr lang="en-US" noProof="0" smtClean="0"/>
              <a:t>Third level: Second bullet point level</a:t>
            </a:r>
          </a:p>
          <a:p>
            <a:pPr lvl="3"/>
            <a:r>
              <a:rPr lang="en-US" noProof="0" smtClean="0"/>
              <a:t>Fourth level: Third bullet point level</a:t>
            </a:r>
          </a:p>
          <a:p>
            <a:pPr lvl="4"/>
            <a:r>
              <a:rPr lang="en-US" noProof="0" smtClean="0"/>
              <a:t>Fifth level: Fourth bullet point level</a:t>
            </a:r>
          </a:p>
        </p:txBody>
      </p:sp>
      <p:sp>
        <p:nvSpPr>
          <p:cNvPr id="9" name="Inhaltsplatzhalter 8"/>
          <p:cNvSpPr>
            <a:spLocks noGrp="1"/>
          </p:cNvSpPr>
          <p:nvPr>
            <p:ph sz="quarter" idx="14" hasCustomPrompt="1"/>
          </p:nvPr>
        </p:nvSpPr>
        <p:spPr bwMode="gray">
          <a:xfrm>
            <a:off x="6420660" y="1341438"/>
            <a:ext cx="5616000" cy="5364162"/>
          </a:xfrm>
        </p:spPr>
        <p:txBody>
          <a:bodyPr/>
          <a:lstStyle/>
          <a:p>
            <a:pPr lvl="0"/>
            <a:r>
              <a:rPr lang="en-GB" noProof="0" smtClean="0"/>
              <a:t>First level: Sub-headline</a:t>
            </a:r>
          </a:p>
          <a:p>
            <a:pPr lvl="1"/>
            <a:r>
              <a:rPr lang="en-US" noProof="0" smtClean="0"/>
              <a:t>Second level: First bullet point level</a:t>
            </a:r>
          </a:p>
          <a:p>
            <a:pPr lvl="2"/>
            <a:r>
              <a:rPr lang="en-US" noProof="0" smtClean="0"/>
              <a:t>Third level: Second bullet point level</a:t>
            </a:r>
          </a:p>
          <a:p>
            <a:pPr lvl="3"/>
            <a:r>
              <a:rPr lang="en-US" noProof="0" smtClean="0"/>
              <a:t>Fourth level: Third bullet point level</a:t>
            </a:r>
          </a:p>
          <a:p>
            <a:pPr lvl="4"/>
            <a:r>
              <a:rPr lang="en-US" noProof="0" smtClean="0"/>
              <a:t>Fifth level: Fourth bullet point level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 smtClean="0"/>
              <a:t>AUDI AG   I/XX    Presentation title   Date</a:t>
            </a:r>
            <a:endParaRPr lang="en-GB" noProof="0" dirty="0" smtClean="0"/>
          </a:p>
        </p:txBody>
      </p:sp>
    </p:spTree>
    <p:extLst>
      <p:ext uri="{BB962C8B-B14F-4D97-AF65-F5344CB8AC3E}">
        <p14:creationId xmlns:p14="http://schemas.microsoft.com/office/powerpoint/2010/main" val="2115813951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 with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95325" y="368299"/>
            <a:ext cx="11341099" cy="612429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 smtClean="0"/>
              <a:t>Action Title (Slide Message, 1 or 2 lines)</a:t>
            </a:r>
            <a:endParaRPr lang="en-GB" noProof="0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3" hasCustomPrompt="1"/>
          </p:nvPr>
        </p:nvSpPr>
        <p:spPr bwMode="gray">
          <a:xfrm>
            <a:off x="695400" y="1916832"/>
            <a:ext cx="5616000" cy="4788768"/>
          </a:xfrm>
        </p:spPr>
        <p:txBody>
          <a:bodyPr/>
          <a:lstStyle/>
          <a:p>
            <a:pPr lvl="0"/>
            <a:r>
              <a:rPr lang="en-GB" noProof="0" smtClean="0"/>
              <a:t>First level: Sub-headline</a:t>
            </a:r>
          </a:p>
          <a:p>
            <a:pPr lvl="1"/>
            <a:r>
              <a:rPr lang="en-US" noProof="0" smtClean="0"/>
              <a:t>Second level: First bullet point level</a:t>
            </a:r>
          </a:p>
          <a:p>
            <a:pPr lvl="2"/>
            <a:r>
              <a:rPr lang="en-US" noProof="0" smtClean="0"/>
              <a:t>Third level: Second bullet point level</a:t>
            </a:r>
          </a:p>
          <a:p>
            <a:pPr lvl="3"/>
            <a:r>
              <a:rPr lang="en-US" noProof="0" smtClean="0"/>
              <a:t>Fourth level: Third bullet point level</a:t>
            </a:r>
          </a:p>
          <a:p>
            <a:pPr lvl="4"/>
            <a:r>
              <a:rPr lang="en-US" noProof="0" smtClean="0"/>
              <a:t>Fifth level: Fourth bullet point level</a:t>
            </a:r>
          </a:p>
        </p:txBody>
      </p:sp>
      <p:sp>
        <p:nvSpPr>
          <p:cNvPr id="9" name="Inhaltsplatzhalter 8"/>
          <p:cNvSpPr>
            <a:spLocks noGrp="1"/>
          </p:cNvSpPr>
          <p:nvPr>
            <p:ph sz="quarter" idx="14" hasCustomPrompt="1"/>
          </p:nvPr>
        </p:nvSpPr>
        <p:spPr bwMode="gray">
          <a:xfrm>
            <a:off x="6417487" y="1916832"/>
            <a:ext cx="5616000" cy="4788768"/>
          </a:xfrm>
        </p:spPr>
        <p:txBody>
          <a:bodyPr/>
          <a:lstStyle/>
          <a:p>
            <a:pPr lvl="0"/>
            <a:r>
              <a:rPr lang="en-GB" noProof="0" smtClean="0"/>
              <a:t>First level: Sub-headline</a:t>
            </a:r>
          </a:p>
          <a:p>
            <a:pPr lvl="1"/>
            <a:r>
              <a:rPr lang="en-US" noProof="0" smtClean="0"/>
              <a:t>Second level: First bullet point level</a:t>
            </a:r>
          </a:p>
          <a:p>
            <a:pPr lvl="2"/>
            <a:r>
              <a:rPr lang="en-US" noProof="0" smtClean="0"/>
              <a:t>Third level: Second bullet point level</a:t>
            </a:r>
          </a:p>
          <a:p>
            <a:pPr lvl="3"/>
            <a:r>
              <a:rPr lang="en-US" noProof="0" smtClean="0"/>
              <a:t>Fourth level: Third bullet point level</a:t>
            </a:r>
          </a:p>
          <a:p>
            <a:pPr lvl="4"/>
            <a:r>
              <a:rPr lang="en-US" noProof="0" smtClean="0"/>
              <a:t>Fifth level: Fourth bullet point level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695400" y="1341438"/>
            <a:ext cx="5616000" cy="396000"/>
          </a:xfrm>
          <a:noFill/>
        </p:spPr>
        <p:txBody>
          <a:bodyPr lIns="0" tIns="108000" bIns="108000" anchor="ctr"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smtClean="0"/>
              <a:t>Add text</a:t>
            </a:r>
            <a:endParaRPr lang="en-GB" noProof="0" dirty="0"/>
          </a:p>
        </p:txBody>
      </p:sp>
      <p:sp>
        <p:nvSpPr>
          <p:cNvPr id="8" name="Textplatzhalter 3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6417486" y="1341438"/>
            <a:ext cx="5616000" cy="396000"/>
          </a:xfrm>
          <a:noFill/>
        </p:spPr>
        <p:txBody>
          <a:bodyPr lIns="0" tIns="108000" bIns="108000" anchor="ctr"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smtClean="0"/>
              <a:t>Add text</a:t>
            </a:r>
            <a:endParaRPr lang="en-GB" noProof="0" dirty="0"/>
          </a:p>
        </p:txBody>
      </p:sp>
      <p:cxnSp>
        <p:nvCxnSpPr>
          <p:cNvPr id="10" name="Gerade Verbindung 9"/>
          <p:cNvCxnSpPr/>
          <p:nvPr/>
        </p:nvCxnSpPr>
        <p:spPr bwMode="gray">
          <a:xfrm>
            <a:off x="695400" y="1736812"/>
            <a:ext cx="56160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</a:ln>
          <a:effectLst/>
        </p:spPr>
      </p:cxnSp>
      <p:cxnSp>
        <p:nvCxnSpPr>
          <p:cNvPr id="11" name="Gerade Verbindung 10"/>
          <p:cNvCxnSpPr/>
          <p:nvPr/>
        </p:nvCxnSpPr>
        <p:spPr bwMode="gray">
          <a:xfrm>
            <a:off x="6420660" y="1736812"/>
            <a:ext cx="56160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</a:ln>
          <a:effectLst/>
        </p:spPr>
      </p:cxnSp>
      <p:sp>
        <p:nvSpPr>
          <p:cNvPr id="3" name="Fußzeilenplatzhalter 2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 noProof="0" smtClean="0"/>
              <a:t>AUDI AG   I/XX    Presentation title   Date</a:t>
            </a:r>
            <a:endParaRPr lang="en-GB" noProof="0" dirty="0" smtClean="0"/>
          </a:p>
        </p:txBody>
      </p:sp>
    </p:spTree>
    <p:extLst>
      <p:ext uri="{BB962C8B-B14F-4D97-AF65-F5344CB8AC3E}">
        <p14:creationId xmlns:p14="http://schemas.microsoft.com/office/powerpoint/2010/main" val="130960695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95325" y="368299"/>
            <a:ext cx="11341099" cy="612429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 smtClean="0"/>
              <a:t>Action Title (Slide Message, 1 or 2 lines)</a:t>
            </a:r>
            <a:endParaRPr lang="en-GB" noProof="0" dirty="0"/>
          </a:p>
        </p:txBody>
      </p:sp>
      <p:sp>
        <p:nvSpPr>
          <p:cNvPr id="9" name="Inhaltsplatzhalter 8"/>
          <p:cNvSpPr>
            <a:spLocks noGrp="1"/>
          </p:cNvSpPr>
          <p:nvPr>
            <p:ph sz="quarter" idx="14" hasCustomPrompt="1"/>
          </p:nvPr>
        </p:nvSpPr>
        <p:spPr bwMode="gray">
          <a:xfrm>
            <a:off x="6420660" y="1341438"/>
            <a:ext cx="5616000" cy="5364162"/>
          </a:xfrm>
        </p:spPr>
        <p:txBody>
          <a:bodyPr/>
          <a:lstStyle/>
          <a:p>
            <a:pPr lvl="0"/>
            <a:r>
              <a:rPr lang="en-GB" noProof="0" smtClean="0"/>
              <a:t>First level: Sub-headline</a:t>
            </a:r>
          </a:p>
          <a:p>
            <a:pPr lvl="1"/>
            <a:r>
              <a:rPr lang="en-US" noProof="0" smtClean="0"/>
              <a:t>Second level: First bullet point level</a:t>
            </a:r>
          </a:p>
          <a:p>
            <a:pPr lvl="2"/>
            <a:r>
              <a:rPr lang="en-US" noProof="0" smtClean="0"/>
              <a:t>Third level: Second bullet point level</a:t>
            </a:r>
          </a:p>
          <a:p>
            <a:pPr lvl="3"/>
            <a:r>
              <a:rPr lang="en-US" noProof="0" smtClean="0"/>
              <a:t>Fourth level: Third bullet point level</a:t>
            </a:r>
          </a:p>
          <a:p>
            <a:pPr lvl="4"/>
            <a:r>
              <a:rPr lang="en-US" noProof="0" smtClean="0"/>
              <a:t>Fifth level: Fourth bullet point level</a:t>
            </a:r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95400" y="1341438"/>
            <a:ext cx="5616000" cy="5364163"/>
          </a:xfrm>
          <a:noFill/>
        </p:spPr>
        <p:txBody>
          <a:bodyPr vert="horz" lIns="0" tIns="0" rIns="0" bIns="900000" rtlCol="0" anchor="ctr" anchorCtr="0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lang="de-DE" sz="1600"/>
            </a:lvl1pPr>
          </a:lstStyle>
          <a:p>
            <a:pPr lvl="0" algn="ctr"/>
            <a:r>
              <a:rPr lang="en-GB" noProof="0" dirty="0" smtClean="0"/>
              <a:t>Drop image on placeholder or add it </a:t>
            </a:r>
            <a:br>
              <a:rPr lang="en-GB" noProof="0" dirty="0" smtClean="0"/>
            </a:br>
            <a:r>
              <a:rPr lang="en-GB" noProof="0" dirty="0" smtClean="0"/>
              <a:t>by clicking on the icon</a:t>
            </a:r>
            <a:endParaRPr lang="en-GB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 smtClean="0"/>
              <a:t>AUDI AG   I/XX    Presentation title   Date</a:t>
            </a:r>
            <a:endParaRPr lang="en-GB" noProof="0" dirty="0" smtClean="0"/>
          </a:p>
        </p:txBody>
      </p:sp>
    </p:spTree>
    <p:extLst>
      <p:ext uri="{BB962C8B-B14F-4D97-AF65-F5344CB8AC3E}">
        <p14:creationId xmlns:p14="http://schemas.microsoft.com/office/powerpoint/2010/main" val="2388657600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left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95325" y="368299"/>
            <a:ext cx="11341099" cy="612429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 smtClean="0"/>
              <a:t>Action Title (Slide Message, 1 or 2 lines)</a:t>
            </a:r>
            <a:endParaRPr lang="en-GB" noProof="0" dirty="0"/>
          </a:p>
        </p:txBody>
      </p:sp>
      <p:sp>
        <p:nvSpPr>
          <p:cNvPr id="7" name="Inhaltsplatzhalter 6"/>
          <p:cNvSpPr>
            <a:spLocks noGrp="1"/>
          </p:cNvSpPr>
          <p:nvPr>
            <p:ph sz="quarter" idx="13" hasCustomPrompt="1"/>
          </p:nvPr>
        </p:nvSpPr>
        <p:spPr bwMode="gray">
          <a:xfrm>
            <a:off x="695400" y="1341439"/>
            <a:ext cx="5616000" cy="5364161"/>
          </a:xfrm>
        </p:spPr>
        <p:txBody>
          <a:bodyPr/>
          <a:lstStyle/>
          <a:p>
            <a:pPr lvl="0"/>
            <a:r>
              <a:rPr lang="en-GB" noProof="0" smtClean="0"/>
              <a:t>First level: Sub-headline</a:t>
            </a:r>
          </a:p>
          <a:p>
            <a:pPr lvl="1"/>
            <a:r>
              <a:rPr lang="en-US" noProof="0" smtClean="0"/>
              <a:t>Second level: First bullet point level</a:t>
            </a:r>
          </a:p>
          <a:p>
            <a:pPr lvl="2"/>
            <a:r>
              <a:rPr lang="en-US" noProof="0" smtClean="0"/>
              <a:t>Third level: Second bullet point level</a:t>
            </a:r>
          </a:p>
          <a:p>
            <a:pPr lvl="3"/>
            <a:r>
              <a:rPr lang="en-US" noProof="0" smtClean="0"/>
              <a:t>Fourth level: Third bullet point level</a:t>
            </a:r>
          </a:p>
          <a:p>
            <a:pPr lvl="4"/>
            <a:r>
              <a:rPr lang="en-US" noProof="0" smtClean="0"/>
              <a:t>Fifth level: Fourth bullet point level</a:t>
            </a:r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420036" y="1341438"/>
            <a:ext cx="5616000" cy="5364162"/>
          </a:xfrm>
          <a:noFill/>
        </p:spPr>
        <p:txBody>
          <a:bodyPr vert="horz" lIns="0" tIns="0" rIns="0" bIns="900000" rtlCol="0" anchor="ctr" anchorCtr="0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lang="de-DE"/>
            </a:lvl1pPr>
          </a:lstStyle>
          <a:p>
            <a:pPr lvl="0" algn="ctr"/>
            <a:r>
              <a:rPr lang="en-GB" noProof="0" dirty="0" smtClean="0"/>
              <a:t>Drop image on placeholder or add it </a:t>
            </a:r>
            <a:br>
              <a:rPr lang="en-GB" noProof="0" dirty="0" smtClean="0"/>
            </a:br>
            <a:r>
              <a:rPr lang="en-GB" noProof="0" dirty="0" smtClean="0"/>
              <a:t>by clicking on the icon</a:t>
            </a:r>
            <a:endParaRPr lang="en-GB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 smtClean="0"/>
              <a:t>AUDI AG   I/XX    Presentation title   Date</a:t>
            </a:r>
            <a:endParaRPr lang="en-GB" noProof="0" dirty="0" smtClean="0"/>
          </a:p>
        </p:txBody>
      </p:sp>
    </p:spTree>
    <p:extLst>
      <p:ext uri="{BB962C8B-B14F-4D97-AF65-F5344CB8AC3E}">
        <p14:creationId xmlns:p14="http://schemas.microsoft.com/office/powerpoint/2010/main" val="3306984808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chart: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0"/>
            <a:ext cx="12192000" cy="6858000"/>
          </a:xfrm>
          <a:noFill/>
        </p:spPr>
        <p:txBody>
          <a:bodyPr vert="horz" lIns="0" tIns="0" rIns="0" bIns="900000" rtlCol="0" anchor="ctr" anchorCtr="0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lang="de-DE"/>
            </a:lvl1pPr>
          </a:lstStyle>
          <a:p>
            <a:pPr lvl="0" algn="ctr"/>
            <a:r>
              <a:rPr lang="en-GB" noProof="0" dirty="0" smtClean="0"/>
              <a:t>Drop image on placeholder or add it by clicking on the icon</a:t>
            </a:r>
            <a:endParaRPr lang="en-GB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95325" y="368299"/>
            <a:ext cx="11341099" cy="612429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 smtClean="0"/>
              <a:t>Action Title (Slide Message, 1 or 2 lines)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27990106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chart: one big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695399" y="1341438"/>
            <a:ext cx="11341025" cy="5364162"/>
          </a:xfrm>
          <a:noFill/>
        </p:spPr>
        <p:txBody>
          <a:bodyPr vert="horz" lIns="0" tIns="0" rIns="0" bIns="900000" rtlCol="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 lang="de-DE" dirty="0"/>
            </a:lvl1pPr>
          </a:lstStyle>
          <a:p>
            <a:pPr lvl="0" algn="ctr"/>
            <a:r>
              <a:rPr lang="en-GB" noProof="0" dirty="0" smtClean="0"/>
              <a:t>Drop image on placeholder or add it </a:t>
            </a:r>
            <a:br>
              <a:rPr lang="en-GB" noProof="0" dirty="0" smtClean="0"/>
            </a:br>
            <a:r>
              <a:rPr lang="en-GB" noProof="0" dirty="0" smtClean="0"/>
              <a:t>by clicking on the icon</a:t>
            </a:r>
            <a:endParaRPr lang="en-GB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95325" y="368299"/>
            <a:ext cx="11341099" cy="612429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 smtClean="0"/>
              <a:t>Action Title (Slide Message, 1 or 2 lines)</a:t>
            </a:r>
            <a:endParaRPr lang="en-GB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 noProof="0" smtClean="0"/>
              <a:t>AUDI AG   I/XX    Presentation title   Date</a:t>
            </a:r>
            <a:endParaRPr lang="en-GB" noProof="0" dirty="0" smtClean="0"/>
          </a:p>
        </p:txBody>
      </p:sp>
    </p:spTree>
    <p:extLst>
      <p:ext uri="{BB962C8B-B14F-4D97-AF65-F5344CB8AC3E}">
        <p14:creationId xmlns:p14="http://schemas.microsoft.com/office/powerpoint/2010/main" val="1872736123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chart: Multi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95325" y="368299"/>
            <a:ext cx="11341099" cy="612429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 smtClean="0"/>
              <a:t>Action Title (Slide Message, 1 or 2 lines)</a:t>
            </a:r>
            <a:endParaRPr lang="en-GB" noProof="0" dirty="0"/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695400" y="1341438"/>
            <a:ext cx="5616000" cy="2628528"/>
          </a:xfrm>
          <a:noFill/>
        </p:spPr>
        <p:txBody>
          <a:bodyPr vert="horz" lIns="0" tIns="0" rIns="0" bIns="900000" rtlCol="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 lang="de-DE" dirty="0"/>
            </a:lvl1pPr>
          </a:lstStyle>
          <a:p>
            <a:pPr lvl="0" algn="ctr"/>
            <a:r>
              <a:rPr lang="en-GB" noProof="0" dirty="0" smtClean="0"/>
              <a:t>Drop image on placeholder or add it </a:t>
            </a:r>
            <a:br>
              <a:rPr lang="en-GB" noProof="0" dirty="0" smtClean="0"/>
            </a:br>
            <a:r>
              <a:rPr lang="en-GB" noProof="0" dirty="0" smtClean="0"/>
              <a:t>by clicking on the icon</a:t>
            </a:r>
            <a:endParaRPr lang="en-GB" noProof="0" dirty="0"/>
          </a:p>
        </p:txBody>
      </p:sp>
      <p:sp>
        <p:nvSpPr>
          <p:cNvPr id="6" name="Bildplatzhalter 5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95400" y="4077072"/>
            <a:ext cx="5616000" cy="2628528"/>
          </a:xfrm>
          <a:noFill/>
        </p:spPr>
        <p:txBody>
          <a:bodyPr vert="horz" lIns="0" tIns="0" rIns="0" bIns="900000" rtlCol="0" anchor="ctr" anchorCtr="0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lang="de-DE"/>
            </a:lvl1pPr>
          </a:lstStyle>
          <a:p>
            <a:pPr lvl="0" algn="ctr"/>
            <a:r>
              <a:rPr lang="en-GB" noProof="0" dirty="0" smtClean="0"/>
              <a:t>Drop image on placeholder or add it </a:t>
            </a:r>
            <a:br>
              <a:rPr lang="en-GB" noProof="0" dirty="0" smtClean="0"/>
            </a:br>
            <a:r>
              <a:rPr lang="en-GB" noProof="0" dirty="0" smtClean="0"/>
              <a:t>by clicking on the icon</a:t>
            </a:r>
            <a:endParaRPr lang="en-GB" noProof="0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6420036" y="1341438"/>
            <a:ext cx="5616000" cy="2628528"/>
          </a:xfrm>
          <a:noFill/>
        </p:spPr>
        <p:txBody>
          <a:bodyPr vert="horz" lIns="0" tIns="0" rIns="0" bIns="900000" rtlCol="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 lang="de-DE"/>
            </a:lvl1pPr>
          </a:lstStyle>
          <a:p>
            <a:pPr lvl="0" algn="ctr"/>
            <a:r>
              <a:rPr lang="en-GB" noProof="0" dirty="0" smtClean="0"/>
              <a:t>Drop image on placeholder or add it </a:t>
            </a:r>
            <a:br>
              <a:rPr lang="en-GB" noProof="0" dirty="0" smtClean="0"/>
            </a:br>
            <a:r>
              <a:rPr lang="en-GB" noProof="0" dirty="0" smtClean="0"/>
              <a:t>by clicking on the icon</a:t>
            </a:r>
            <a:endParaRPr lang="en-GB" noProof="0" dirty="0"/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420037" y="4077072"/>
            <a:ext cx="5616000" cy="2628528"/>
          </a:xfrm>
          <a:noFill/>
        </p:spPr>
        <p:txBody>
          <a:bodyPr vert="horz" lIns="0" tIns="0" rIns="0" bIns="900000" rtlCol="0" anchor="ctr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 lang="de-DE"/>
            </a:lvl1pPr>
          </a:lstStyle>
          <a:p>
            <a:pPr lvl="0" algn="ctr"/>
            <a:r>
              <a:rPr lang="en-GB" noProof="0" dirty="0" smtClean="0"/>
              <a:t>Drop image on placeholder or add it </a:t>
            </a:r>
            <a:br>
              <a:rPr lang="en-GB" noProof="0" dirty="0" smtClean="0"/>
            </a:br>
            <a:r>
              <a:rPr lang="en-GB" noProof="0" dirty="0" smtClean="0"/>
              <a:t>by clicking on the icon</a:t>
            </a:r>
            <a:endParaRPr lang="en-GB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 noProof="0" smtClean="0"/>
              <a:t>AUDI AG   I/XX    Presentation title   Date</a:t>
            </a:r>
            <a:endParaRPr lang="en-GB" noProof="0" dirty="0" smtClean="0"/>
          </a:p>
        </p:txBody>
      </p:sp>
    </p:spTree>
    <p:extLst>
      <p:ext uri="{BB962C8B-B14F-4D97-AF65-F5344CB8AC3E}">
        <p14:creationId xmlns:p14="http://schemas.microsoft.com/office/powerpoint/2010/main" val="3206030171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95324" y="2522272"/>
            <a:ext cx="11340000" cy="815608"/>
          </a:xfrm>
        </p:spPr>
        <p:txBody>
          <a:bodyPr anchor="b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5300" b="1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 smtClean="0"/>
              <a:t>Add title</a:t>
            </a:r>
            <a:endParaRPr lang="en-GB" noProof="0" dirty="0"/>
          </a:p>
        </p:txBody>
      </p:sp>
      <p:sp>
        <p:nvSpPr>
          <p:cNvPr id="8" name="Titel 7"/>
          <p:cNvSpPr>
            <a:spLocks noGrp="1"/>
          </p:cNvSpPr>
          <p:nvPr>
            <p:ph type="title" hasCustomPrompt="1"/>
          </p:nvPr>
        </p:nvSpPr>
        <p:spPr bwMode="gray">
          <a:xfrm>
            <a:off x="695324" y="3537012"/>
            <a:ext cx="11340000" cy="286617"/>
          </a:xfrm>
        </p:spPr>
        <p:txBody>
          <a:bodyPr anchor="t" anchorCtr="0">
            <a:spAutoFit/>
          </a:bodyPr>
          <a:lstStyle>
            <a:lvl1pPr>
              <a:lnSpc>
                <a:spcPct val="110000"/>
              </a:lnSpc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GB" noProof="0" smtClean="0"/>
              <a:t>Add sub-title</a:t>
            </a:r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 noProof="0" smtClean="0"/>
              <a:t>AUDI AG   I/XX    Presentation title   Date</a:t>
            </a:r>
            <a:endParaRPr lang="en-GB" noProof="0" dirty="0" smtClean="0"/>
          </a:p>
        </p:txBody>
      </p:sp>
    </p:spTree>
    <p:extLst>
      <p:ext uri="{BB962C8B-B14F-4D97-AF65-F5344CB8AC3E}">
        <p14:creationId xmlns:p14="http://schemas.microsoft.com/office/powerpoint/2010/main" val="4214606573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: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GB" sz="1400" b="1" noProof="0" dirty="0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95324" y="3448113"/>
            <a:ext cx="11340000" cy="756084"/>
          </a:xfrm>
          <a:noFill/>
        </p:spPr>
        <p:txBody>
          <a:bodyPr lIns="0" tIns="0" rIns="0" bIns="0" anchor="t"/>
          <a:lstStyle>
            <a:lvl1pPr>
              <a:lnSpc>
                <a:spcPct val="100000"/>
              </a:lnSpc>
              <a:spcBef>
                <a:spcPts val="0"/>
              </a:spcBef>
              <a:defRPr sz="53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 smtClean="0"/>
              <a:t>Add title</a:t>
            </a:r>
            <a:endParaRPr lang="en-GB" noProof="0" dirty="0"/>
          </a:p>
        </p:txBody>
      </p:sp>
      <p:pic>
        <p:nvPicPr>
          <p:cNvPr id="6" name="Bild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584200" y="2565400"/>
            <a:ext cx="2062163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76797569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: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95324" y="3448113"/>
            <a:ext cx="11340000" cy="756084"/>
          </a:xfrm>
          <a:noFill/>
        </p:spPr>
        <p:txBody>
          <a:bodyPr lIns="0" tIns="0" rIns="0" bIns="0" anchor="t"/>
          <a:lstStyle>
            <a:lvl1pPr>
              <a:lnSpc>
                <a:spcPct val="100000"/>
              </a:lnSpc>
              <a:spcBef>
                <a:spcPts val="0"/>
              </a:spcBef>
              <a:defRPr sz="53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 noProof="0" smtClean="0"/>
              <a:t>Add title</a:t>
            </a:r>
            <a:endParaRPr lang="en-GB" noProof="0" dirty="0"/>
          </a:p>
        </p:txBody>
      </p:sp>
      <p:pic>
        <p:nvPicPr>
          <p:cNvPr id="5" name="Bild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584200" y="2565400"/>
            <a:ext cx="2062163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7163169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695325" y="368299"/>
            <a:ext cx="11341099" cy="61242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smtClean="0"/>
              <a:t>Add title</a:t>
            </a:r>
            <a:endParaRPr lang="en-GB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695325" y="1341438"/>
            <a:ext cx="11341100" cy="53641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smtClean="0"/>
              <a:t>First level: Sub-headline</a:t>
            </a:r>
          </a:p>
          <a:p>
            <a:pPr lvl="1"/>
            <a:r>
              <a:rPr lang="en-US" noProof="0" smtClean="0"/>
              <a:t>Second level: First bullet point level</a:t>
            </a:r>
          </a:p>
          <a:p>
            <a:pPr lvl="2"/>
            <a:r>
              <a:rPr lang="en-US" noProof="0" smtClean="0"/>
              <a:t>Third level: Second bullet point level</a:t>
            </a:r>
          </a:p>
          <a:p>
            <a:pPr lvl="3"/>
            <a:r>
              <a:rPr lang="en-US" noProof="0" smtClean="0"/>
              <a:t>Fourth level: Third bullet point level</a:t>
            </a:r>
          </a:p>
          <a:p>
            <a:pPr lvl="4"/>
            <a:r>
              <a:rPr lang="en-US" noProof="0" smtClean="0"/>
              <a:t>Fifth level: Fourth bullet point level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"/>
          </p:nvPr>
        </p:nvSpPr>
        <p:spPr bwMode="gray">
          <a:xfrm>
            <a:off x="1043999" y="116081"/>
            <a:ext cx="10980000" cy="158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de-DE" sz="700" dirty="0">
                <a:latin typeface="Audi Type Extended" charset="0"/>
                <a:cs typeface="Arial" charset="0"/>
              </a:defRPr>
            </a:lvl1pPr>
          </a:lstStyle>
          <a:p>
            <a:r>
              <a:rPr lang="de-DE" noProof="0" smtClean="0"/>
              <a:t>AUDI AG   I/XX    Presentation title   Date</a:t>
            </a:r>
            <a:endParaRPr lang="en-GB" noProof="0" dirty="0" smtClean="0"/>
          </a:p>
        </p:txBody>
      </p:sp>
    </p:spTree>
    <p:extLst>
      <p:ext uri="{BB962C8B-B14F-4D97-AF65-F5344CB8AC3E}">
        <p14:creationId xmlns:p14="http://schemas.microsoft.com/office/powerpoint/2010/main" val="1307696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89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</p:sldLayoutIdLst>
  <p:timing>
    <p:tnLst>
      <p:par>
        <p:cTn id="1" dur="indefinite" restart="never" nodeType="tmRoot"/>
      </p:par>
    </p:tnLst>
  </p:timing>
  <p:hf sldNum="0" hd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18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buSzPct val="100000"/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216000" indent="-216000" algn="l" defTabSz="914400" rtl="0" eaLnBrk="1" latinLnBrk="0" hangingPunct="1">
        <a:lnSpc>
          <a:spcPct val="110000"/>
        </a:lnSpc>
        <a:spcBef>
          <a:spcPts val="600"/>
        </a:spcBef>
        <a:buClr>
          <a:srgbClr val="CC0033"/>
        </a:buClr>
        <a:buSzPct val="150000"/>
        <a:buFont typeface="Audi Type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32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tx2"/>
        </a:buClr>
        <a:buSzPct val="150000"/>
        <a:buFont typeface="Audi Type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48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3"/>
        </a:buClr>
        <a:buSzPct val="150000"/>
        <a:buFont typeface="Audi Type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64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tx2"/>
        </a:buClr>
        <a:buSzPct val="100000"/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 manager plan (Floor 6, out of the East 08 meeting room)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4042" y="2820223"/>
            <a:ext cx="2605358" cy="19540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7012" y="780454"/>
            <a:ext cx="2592388" cy="194429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90600" y="873579"/>
            <a:ext cx="3657600" cy="9242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r>
              <a:rPr lang="en-US" sz="2000" b="1" dirty="0" smtClean="0">
                <a:solidFill>
                  <a:schemeClr val="tx1"/>
                </a:solidFill>
                <a:latin typeface="+mn-lt"/>
              </a:rPr>
              <a:t>East 08 Meeting room</a:t>
            </a:r>
            <a:endParaRPr lang="en-US" sz="2000" b="1" dirty="0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90600" y="1752600"/>
            <a:ext cx="304800" cy="2286000"/>
          </a:xfrm>
          <a:prstGeom prst="rect">
            <a:avLst/>
          </a:prstGeom>
          <a:solidFill>
            <a:srgbClr val="00B050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US" sz="1400" b="1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844" y="2703863"/>
            <a:ext cx="2819400" cy="2201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</a:rPr>
              <a:t>Grass wall</a:t>
            </a:r>
            <a:endParaRPr kumimoji="0" lang="en-US" sz="1400" b="1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26" name="Isosceles Triangle 25"/>
          <p:cNvSpPr/>
          <p:nvPr/>
        </p:nvSpPr>
        <p:spPr>
          <a:xfrm rot="10800000">
            <a:off x="2932811" y="3497948"/>
            <a:ext cx="321137" cy="350152"/>
          </a:xfrm>
          <a:prstGeom prst="triangle">
            <a:avLst/>
          </a:prstGeom>
          <a:solidFill>
            <a:schemeClr val="accent1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US" sz="1400" b="1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648200" y="873579"/>
            <a:ext cx="304800" cy="1641021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US" sz="1400" b="1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38125" y="5562600"/>
            <a:ext cx="1057275" cy="1066800"/>
          </a:xfrm>
          <a:prstGeom prst="rect">
            <a:avLst/>
          </a:prstGeom>
          <a:solidFill>
            <a:schemeClr val="accent1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r>
              <a:rPr lang="en-US" b="1" dirty="0" smtClean="0">
                <a:solidFill>
                  <a:schemeClr val="tx1"/>
                </a:solidFill>
                <a:latin typeface="+mn-lt"/>
              </a:rPr>
              <a:t>Meeting room</a:t>
            </a:r>
            <a:endParaRPr lang="en-US" b="1" dirty="0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505200" y="3733778"/>
            <a:ext cx="914400" cy="2201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</a:rPr>
              <a:t>Camera</a:t>
            </a:r>
            <a:endParaRPr kumimoji="0" lang="en-US" sz="14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58" name="Oval 57"/>
          <p:cNvSpPr/>
          <p:nvPr/>
        </p:nvSpPr>
        <p:spPr>
          <a:xfrm>
            <a:off x="2853244" y="2057400"/>
            <a:ext cx="381000" cy="381000"/>
          </a:xfrm>
          <a:prstGeom prst="ellipse">
            <a:avLst/>
          </a:prstGeom>
          <a:solidFill>
            <a:srgbClr val="BB0A30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US" sz="1400" b="1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3351212" y="2215048"/>
            <a:ext cx="1143000" cy="2369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kern="0" dirty="0" smtClean="0"/>
              <a:t>Mr. Eichhorn</a:t>
            </a:r>
            <a:endParaRPr kumimoji="0" lang="en-US" sz="14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295400" y="5562600"/>
            <a:ext cx="3657600" cy="1066800"/>
          </a:xfrm>
          <a:prstGeom prst="rect">
            <a:avLst/>
          </a:prstGeom>
          <a:solidFill>
            <a:srgbClr val="FFD671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r>
              <a:rPr lang="en-US" sz="1400" b="1" dirty="0" smtClean="0">
                <a:solidFill>
                  <a:schemeClr val="tx1"/>
                </a:solidFill>
                <a:latin typeface="+mn-lt"/>
              </a:rPr>
              <a:t>Pantry</a:t>
            </a:r>
            <a:endParaRPr lang="en-US" sz="1400" b="1" dirty="0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2362200" y="6400800"/>
            <a:ext cx="1560512" cy="228600"/>
          </a:xfrm>
          <a:prstGeom prst="rect">
            <a:avLst/>
          </a:prstGeom>
          <a:solidFill>
            <a:srgbClr val="00B0F0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US" sz="1400" b="1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2645142" y="6400800"/>
            <a:ext cx="1217612" cy="2369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Glass Door</a:t>
            </a:r>
            <a:endParaRPr kumimoji="0" lang="en-US" sz="1400" b="1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4969242" y="873579"/>
            <a:ext cx="2667000" cy="4689021"/>
          </a:xfrm>
          <a:prstGeom prst="rect">
            <a:avLst/>
          </a:prstGeom>
          <a:solidFill>
            <a:srgbClr val="CACE98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r>
              <a:rPr lang="en-US" sz="1400" b="1" dirty="0" smtClean="0"/>
              <a:t>Office area</a:t>
            </a:r>
            <a:endParaRPr lang="en-US" sz="1400" b="1" dirty="0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1" name="Oval 80"/>
          <p:cNvSpPr/>
          <p:nvPr/>
        </p:nvSpPr>
        <p:spPr>
          <a:xfrm>
            <a:off x="4723974" y="2623964"/>
            <a:ext cx="152400" cy="152400"/>
          </a:xfrm>
          <a:prstGeom prst="ellipse">
            <a:avLst/>
          </a:prstGeom>
          <a:solidFill>
            <a:srgbClr val="FFAA00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US" sz="1400" b="1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2" name="Oval 81"/>
          <p:cNvSpPr/>
          <p:nvPr/>
        </p:nvSpPr>
        <p:spPr>
          <a:xfrm>
            <a:off x="4723974" y="3944764"/>
            <a:ext cx="152400" cy="152400"/>
          </a:xfrm>
          <a:prstGeom prst="ellipse">
            <a:avLst/>
          </a:prstGeom>
          <a:solidFill>
            <a:srgbClr val="FFAA00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US" sz="1400" b="1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3" name="Oval 82"/>
          <p:cNvSpPr/>
          <p:nvPr/>
        </p:nvSpPr>
        <p:spPr>
          <a:xfrm>
            <a:off x="4713045" y="5307186"/>
            <a:ext cx="152400" cy="152400"/>
          </a:xfrm>
          <a:prstGeom prst="ellipse">
            <a:avLst/>
          </a:prstGeom>
          <a:solidFill>
            <a:srgbClr val="FFAA00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US" sz="1400" b="1" smtClean="0">
              <a:solidFill>
                <a:schemeClr val="tx1"/>
              </a:solidFill>
              <a:latin typeface="+mn-lt"/>
            </a:endParaRPr>
          </a:p>
        </p:txBody>
      </p:sp>
      <p:cxnSp>
        <p:nvCxnSpPr>
          <p:cNvPr id="85" name="Straight Connector 84"/>
          <p:cNvCxnSpPr/>
          <p:nvPr/>
        </p:nvCxnSpPr>
        <p:spPr>
          <a:xfrm flipH="1">
            <a:off x="1142441" y="4279818"/>
            <a:ext cx="4651" cy="1078087"/>
          </a:xfrm>
          <a:prstGeom prst="line">
            <a:avLst/>
          </a:prstGeom>
          <a:noFill/>
          <a:ln w="9525" cap="flat" cmpd="sng" algn="ctr">
            <a:solidFill>
              <a:srgbClr val="FFC000"/>
            </a:solidFill>
            <a:prstDash val="solid"/>
          </a:ln>
          <a:effectLst/>
        </p:spPr>
      </p:cxnSp>
      <p:sp>
        <p:nvSpPr>
          <p:cNvPr id="86" name="TextBox 85"/>
          <p:cNvSpPr txBox="1"/>
          <p:nvPr/>
        </p:nvSpPr>
        <p:spPr>
          <a:xfrm>
            <a:off x="33844" y="4610100"/>
            <a:ext cx="914400" cy="4739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</a:rPr>
              <a:t> 2*Q managers</a:t>
            </a:r>
            <a:endParaRPr kumimoji="0" lang="en-US" sz="14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88" name="Oval 87"/>
          <p:cNvSpPr/>
          <p:nvPr/>
        </p:nvSpPr>
        <p:spPr>
          <a:xfrm>
            <a:off x="1066800" y="4176272"/>
            <a:ext cx="152400" cy="152400"/>
          </a:xfrm>
          <a:prstGeom prst="ellipse">
            <a:avLst/>
          </a:prstGeom>
          <a:solidFill>
            <a:srgbClr val="FFAA00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US" sz="1400" b="1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9" name="Oval 88"/>
          <p:cNvSpPr/>
          <p:nvPr/>
        </p:nvSpPr>
        <p:spPr>
          <a:xfrm>
            <a:off x="1066241" y="5307186"/>
            <a:ext cx="152400" cy="152400"/>
          </a:xfrm>
          <a:prstGeom prst="ellipse">
            <a:avLst/>
          </a:prstGeom>
          <a:solidFill>
            <a:srgbClr val="FFAA00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en-US" sz="1400" b="1" smtClean="0">
              <a:solidFill>
                <a:schemeClr val="tx1"/>
              </a:solidFill>
              <a:latin typeface="+mn-lt"/>
            </a:endParaRPr>
          </a:p>
        </p:txBody>
      </p:sp>
      <p:cxnSp>
        <p:nvCxnSpPr>
          <p:cNvPr id="91" name="Straight Connector 90"/>
          <p:cNvCxnSpPr>
            <a:endCxn id="83" idx="0"/>
          </p:cNvCxnSpPr>
          <p:nvPr/>
        </p:nvCxnSpPr>
        <p:spPr>
          <a:xfrm flipH="1">
            <a:off x="4789245" y="2821520"/>
            <a:ext cx="15581" cy="2485666"/>
          </a:xfrm>
          <a:prstGeom prst="line">
            <a:avLst/>
          </a:prstGeom>
          <a:noFill/>
          <a:ln w="9525" cap="flat" cmpd="sng" algn="ctr">
            <a:solidFill>
              <a:srgbClr val="FFC000"/>
            </a:solidFill>
            <a:prstDash val="solid"/>
          </a:ln>
          <a:effectLst/>
        </p:spPr>
      </p:cxnSp>
      <p:sp>
        <p:nvSpPr>
          <p:cNvPr id="93" name="Rectangle 92"/>
          <p:cNvSpPr/>
          <p:nvPr/>
        </p:nvSpPr>
        <p:spPr>
          <a:xfrm>
            <a:off x="4962525" y="5559792"/>
            <a:ext cx="2673717" cy="1066800"/>
          </a:xfrm>
          <a:prstGeom prst="rect">
            <a:avLst/>
          </a:prstGeom>
          <a:solidFill>
            <a:schemeClr val="accent1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r>
              <a:rPr lang="en-US" b="1" dirty="0" smtClean="0">
                <a:solidFill>
                  <a:schemeClr val="tx1"/>
                </a:solidFill>
                <a:latin typeface="+mn-lt"/>
              </a:rPr>
              <a:t>Meeting room</a:t>
            </a:r>
            <a:endParaRPr lang="en-US" b="1" dirty="0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3571494" y="4355906"/>
            <a:ext cx="1152480" cy="4739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</a:rPr>
              <a:t> 3*Q managers</a:t>
            </a:r>
            <a:endParaRPr kumimoji="0" lang="en-US" sz="14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8678599" y="1621717"/>
            <a:ext cx="1219200" cy="261764"/>
          </a:xfrm>
          <a:prstGeom prst="rect">
            <a:avLst/>
          </a:prstGeom>
          <a:solidFill>
            <a:srgbClr val="FFFF00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r>
              <a:rPr lang="en-US" sz="600" b="1" dirty="0" smtClean="0">
                <a:solidFill>
                  <a:schemeClr val="tx1"/>
                </a:solidFill>
                <a:latin typeface="+mn-lt"/>
              </a:rPr>
              <a:t>Glass Door need to be shut</a:t>
            </a:r>
            <a:endParaRPr lang="en-US" sz="600" b="1" dirty="0" smtClean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8678598" y="3742848"/>
            <a:ext cx="770201" cy="613058"/>
          </a:xfrm>
          <a:prstGeom prst="rect">
            <a:avLst/>
          </a:prstGeom>
          <a:solidFill>
            <a:srgbClr val="FFFF00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r>
              <a:rPr lang="en-US" sz="800" kern="0" dirty="0"/>
              <a:t> 2*Q </a:t>
            </a:r>
            <a:r>
              <a:rPr lang="en-US" sz="800" kern="0" dirty="0" smtClean="0"/>
              <a:t>managers needed here</a:t>
            </a:r>
            <a:endParaRPr lang="en-US" sz="800" kern="0" dirty="0"/>
          </a:p>
        </p:txBody>
      </p:sp>
      <p:pic>
        <p:nvPicPr>
          <p:cNvPr id="97" name="Picture 9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4042" y="4788324"/>
            <a:ext cx="2605358" cy="1954019"/>
          </a:xfrm>
          <a:prstGeom prst="rect">
            <a:avLst/>
          </a:prstGeom>
        </p:spPr>
      </p:pic>
      <p:sp>
        <p:nvSpPr>
          <p:cNvPr id="98" name="Rectangle 97"/>
          <p:cNvSpPr/>
          <p:nvPr/>
        </p:nvSpPr>
        <p:spPr>
          <a:xfrm>
            <a:off x="8531166" y="5620296"/>
            <a:ext cx="1070034" cy="475703"/>
          </a:xfrm>
          <a:prstGeom prst="rect">
            <a:avLst/>
          </a:prstGeom>
          <a:solidFill>
            <a:srgbClr val="FFFF00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r>
              <a:rPr lang="en-US" sz="800" kern="0" dirty="0"/>
              <a:t> </a:t>
            </a:r>
            <a:r>
              <a:rPr lang="en-US" sz="800" kern="0" dirty="0" smtClean="0"/>
              <a:t>3*Q managers needed here</a:t>
            </a:r>
            <a:endParaRPr lang="en-US" sz="800" kern="0" dirty="0"/>
          </a:p>
        </p:txBody>
      </p:sp>
    </p:spTree>
    <p:extLst>
      <p:ext uri="{BB962C8B-B14F-4D97-AF65-F5344CB8AC3E}">
        <p14:creationId xmlns:p14="http://schemas.microsoft.com/office/powerpoint/2010/main" val="322691682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udi_PPT-Template_16x9_EN">
  <a:themeElements>
    <a:clrScheme name="AUDI 02">
      <a:dk1>
        <a:srgbClr val="000000"/>
      </a:dk1>
      <a:lt1>
        <a:srgbClr val="FFFFFF"/>
      </a:lt1>
      <a:dk2>
        <a:srgbClr val="000000"/>
      </a:dk2>
      <a:lt2>
        <a:srgbClr val="DADADA"/>
      </a:lt2>
      <a:accent1>
        <a:srgbClr val="DADADA"/>
      </a:accent1>
      <a:accent2>
        <a:srgbClr val="C6C6C6"/>
      </a:accent2>
      <a:accent3>
        <a:srgbClr val="9D9D9D"/>
      </a:accent3>
      <a:accent4>
        <a:srgbClr val="575757"/>
      </a:accent4>
      <a:accent5>
        <a:srgbClr val="000000"/>
      </a:accent5>
      <a:accent6>
        <a:srgbClr val="BB0A30"/>
      </a:accent6>
      <a:hlink>
        <a:srgbClr val="000000"/>
      </a:hlink>
      <a:folHlink>
        <a:srgbClr val="C6C6C6"/>
      </a:folHlink>
    </a:clrScheme>
    <a:fontScheme name="Audi">
      <a:majorFont>
        <a:latin typeface="Audi Type Extended"/>
        <a:ea typeface=""/>
        <a:cs typeface=""/>
      </a:majorFont>
      <a:minorFont>
        <a:latin typeface="Audi Type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sq" cmpd="sng" algn="ctr">
          <a:noFill/>
          <a:prstDash val="solid"/>
          <a:miter lim="800000"/>
        </a:ln>
        <a:effectLst/>
      </a:spPr>
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lnSpc>
            <a:spcPct val="110000"/>
          </a:lnSpc>
          <a:spcBef>
            <a:spcPts val="800"/>
          </a:spcBef>
          <a:spcAft>
            <a:spcPts val="600"/>
          </a:spcAft>
          <a:defRPr sz="1400" b="1" smtClean="0">
            <a:solidFill>
              <a:schemeClr val="tx1"/>
            </a:solidFill>
            <a:latin typeface="+mn-lt"/>
          </a:defRPr>
        </a:defPPr>
      </a:lstStyle>
    </a:spDef>
    <a:lnDef>
      <a:spPr>
        <a:noFill/>
        <a:ln w="9525" cap="flat" cmpd="sng" algn="ctr">
          <a:solidFill>
            <a:schemeClr val="tx2"/>
          </a:solidFill>
          <a:prstDash val="solid"/>
        </a:ln>
        <a:effectLst/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marL="0" marR="0" indent="0" defTabSz="914400" eaLnBrk="1" fontAlgn="auto" latinLnBrk="0" hangingPunct="1">
          <a:lnSpc>
            <a:spcPct val="11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</a:defRPr>
        </a:defPPr>
      </a:lstStyle>
    </a:txDef>
  </a:objectDefaults>
  <a:extraClrSchemeLst/>
  <a:custClrLst>
    <a:custClr name="Audi Red">
      <a:srgbClr val="BB0A30"/>
    </a:custClr>
    <a:custClr name="Green">
      <a:srgbClr val="CACE98"/>
    </a:custClr>
    <a:custClr name="Brown">
      <a:srgbClr val="715D49"/>
    </a:custClr>
    <a:custClr name="Purple">
      <a:srgbClr val="6C4859"/>
    </a:custClr>
    <a:custClr name="Dark Blue">
      <a:srgbClr val="544C70"/>
    </a:custClr>
    <a:custClr name="Light Blue">
      <a:srgbClr val="6682A4"/>
    </a:custClr>
    <a:custClr name="Yellow">
      <a:srgbClr val="FFD671"/>
    </a:custClr>
    <a:custClr name="Audi Red">
      <a:srgbClr val="BB0A30"/>
    </a:custClr>
    <a:custClr name="Traffic light Yellow">
      <a:srgbClr val="FFAA00"/>
    </a:custClr>
    <a:custClr name="Traffic light Green">
      <a:srgbClr val="009900"/>
    </a:custClr>
    <a:custClr name="Aluminium Silver">
      <a:srgbClr val="B3B3B3"/>
    </a:custClr>
    <a:custClr name="Warm Silver">
      <a:srgbClr val="B6B1A9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blank.pptx" id="{253D3F55-ABB6-4E18-B4E5-B1A6C7F5CAC2}" vid="{24BEBE4B-E0D6-484C-92C2-1D2660B5EB19}"/>
    </a:ext>
  </a:extLst>
</a:theme>
</file>

<file path=ppt/theme/theme2.xml><?xml version="1.0" encoding="utf-8"?>
<a:theme xmlns:a="http://schemas.openxmlformats.org/drawingml/2006/main" name="Larissa">
  <a:themeElements>
    <a:clrScheme name="Audi alt">
      <a:dk1>
        <a:sysClr val="windowText" lastClr="000000"/>
      </a:dk1>
      <a:lt1>
        <a:sysClr val="window" lastClr="FFFFFF"/>
      </a:lt1>
      <a:dk2>
        <a:srgbClr val="6D7579"/>
      </a:dk2>
      <a:lt2>
        <a:srgbClr val="AA142D"/>
      </a:lt2>
      <a:accent1>
        <a:srgbClr val="D5D9D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0000"/>
      </a:folHlink>
    </a:clrScheme>
    <a:fontScheme name="Audi final">
      <a:majorFont>
        <a:latin typeface="Audi Type Extended"/>
        <a:ea typeface=""/>
        <a:cs typeface=""/>
      </a:majorFont>
      <a:minorFont>
        <a:latin typeface="Audi Type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Audi alt">
      <a:dk1>
        <a:sysClr val="windowText" lastClr="000000"/>
      </a:dk1>
      <a:lt1>
        <a:sysClr val="window" lastClr="FFFFFF"/>
      </a:lt1>
      <a:dk2>
        <a:srgbClr val="6D7579"/>
      </a:dk2>
      <a:lt2>
        <a:srgbClr val="AA142D"/>
      </a:lt2>
      <a:accent1>
        <a:srgbClr val="D5D9D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0000"/>
      </a:folHlink>
    </a:clrScheme>
    <a:fontScheme name="Audi final">
      <a:majorFont>
        <a:latin typeface="Audi Type Extended"/>
        <a:ea typeface=""/>
        <a:cs typeface=""/>
      </a:majorFont>
      <a:minorFont>
        <a:latin typeface="Audi Type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56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Audi Type</vt:lpstr>
      <vt:lpstr>Audi Type Extended</vt:lpstr>
      <vt:lpstr>Symbol</vt:lpstr>
      <vt:lpstr>Audi_PPT-Template_16x9_EN</vt:lpstr>
      <vt:lpstr>Q manager plan (Floor 6, out of the East 08 meeting room)</vt:lpstr>
    </vt:vector>
  </TitlesOfParts>
  <Company>Volkswagen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Liang, Xinyu</dc:creator>
  <cp:lastModifiedBy>Liang, Xinyu</cp:lastModifiedBy>
  <cp:revision>10</cp:revision>
  <dcterms:created xsi:type="dcterms:W3CDTF">2021-02-18T06:16:34Z</dcterms:created>
  <dcterms:modified xsi:type="dcterms:W3CDTF">2021-03-08T12:10:38Z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-113313360</vt:i4>
  </property>
  <property fmtid="{D5CDD505-2E9C-101B-9397-08002B2CF9AE}" pid="3" name="_NewReviewCycle">
    <vt:lpwstr/>
  </property>
  <property fmtid="{D5CDD505-2E9C-101B-9397-08002B2CF9AE}" pid="4" name="_EmailSubject">
    <vt:lpwstr>Labeled Audi ppt</vt:lpwstr>
  </property>
  <property fmtid="{D5CDD505-2E9C-101B-9397-08002B2CF9AE}" pid="5" name="_AuthorEmail">
    <vt:lpwstr>Johanna.Barth@audi.com.cn</vt:lpwstr>
  </property>
  <property fmtid="{D5CDD505-2E9C-101B-9397-08002B2CF9AE}" pid="6" name="_AuthorEmailDisplayName">
    <vt:lpwstr>Barth, Johanna</vt:lpwstr>
  </property>
</Properties>
</file>