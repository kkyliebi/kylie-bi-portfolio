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1713" r:id="rId2"/>
    <p:sldId id="1714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51"/>
    <p:restoredTop sz="94694"/>
  </p:normalViewPr>
  <p:slideViewPr>
    <p:cSldViewPr snapToGrid="0" snapToObjects="1">
      <p:cViewPr>
        <p:scale>
          <a:sx n="153" d="100"/>
          <a:sy n="153" d="100"/>
        </p:scale>
        <p:origin x="-1184" y="-864"/>
      </p:cViewPr>
      <p:guideLst>
        <p:guide orient="horz" pos="3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5C3BB-41CF-BD41-AC52-5E1276ECC715}" type="datetimeFigureOut">
              <a:rPr kumimoji="1" lang="zh-CN" altLang="en-US" smtClean="0"/>
              <a:t>2021/4/30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51432A-D18D-A24D-92BA-4ADD0ACA4B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771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1432A-D18D-A24D-92BA-4ADD0ACA4BA4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2995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EBE32-78CA-F24C-83C0-E251CC16E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46FB73-4293-2149-A715-326FEA688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F9ABF6-BE57-6448-A2E2-2E3A8A1E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D2F9-3564-EA43-9A12-0199223F23B5}" type="datetimeFigureOut">
              <a:rPr kumimoji="1" lang="zh-CN" altLang="en-US" smtClean="0"/>
              <a:t>2021/4/30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81B44E-FB32-3647-9612-782D4E1E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0FFEA8-9318-2F4F-B432-71C370EF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DFB4-DA80-B84C-8D1B-39CA787EEA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4629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CA1D3-1FC1-684C-8C60-5D27911F9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01EFEF-99B1-D84F-BB97-145BC615C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4973E3-8017-6E4F-8C69-3A49488D1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D2F9-3564-EA43-9A12-0199223F23B5}" type="datetimeFigureOut">
              <a:rPr kumimoji="1" lang="zh-CN" altLang="en-US" smtClean="0"/>
              <a:t>2021/4/30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8A5996-557A-D644-86C0-3A5C5CD22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78E3AA-493D-6D43-884F-AF178E66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DFB4-DA80-B84C-8D1B-39CA787EEA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460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65B25-435B-A64E-A5E4-0B9E3BC3D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8D598B-1D87-724A-889A-50B7C30E3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513763-2B0B-DD4B-8D8B-8090762EB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D2F9-3564-EA43-9A12-0199223F23B5}" type="datetimeFigureOut">
              <a:rPr kumimoji="1" lang="zh-CN" altLang="en-US" smtClean="0"/>
              <a:t>2021/4/30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F0CCD6-AB1D-1A49-AAB7-8114DA486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DA92EB-5279-754E-96C7-1AC49626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DFB4-DA80-B84C-8D1B-39CA787EEA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0513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F77FDA-D63F-2944-970B-F37C7A1C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19DCB7-8CC8-684E-82B3-727041EC8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4D950B-9615-F84C-8DCA-A194E4F6B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666487-EFE9-1945-A6A9-CA26CA519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D2F9-3564-EA43-9A12-0199223F23B5}" type="datetimeFigureOut">
              <a:rPr kumimoji="1" lang="zh-CN" altLang="en-US" smtClean="0"/>
              <a:t>2021/4/30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9AA6CD-9860-F841-A50E-702851E83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4FCA11-FFDF-174D-B9AD-AE10161D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DFB4-DA80-B84C-8D1B-39CA787EEA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780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E863BD-7660-8241-B289-B30F7349D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CCA17A-66AA-2A46-B320-4768403F0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E87E6F-F9B3-7548-9E64-E26AB87D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5EA719-1C2A-1946-90FD-19C436C29C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872422-5E79-AB4A-B811-A2FA40415F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DF7474-95D1-9E42-A871-AD265E89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D2F9-3564-EA43-9A12-0199223F23B5}" type="datetimeFigureOut">
              <a:rPr kumimoji="1" lang="zh-CN" altLang="en-US" smtClean="0"/>
              <a:t>2021/4/30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6C30DA-ED78-0F42-942D-C6AEDDE8A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D458E5-8875-7447-AC84-55E016A8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DFB4-DA80-B84C-8D1B-39CA787EEA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625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AF9A4-7B16-414F-A8B0-84AB31F02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E8C870-F688-954D-B96D-C0807B9F2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D2F9-3564-EA43-9A12-0199223F23B5}" type="datetimeFigureOut">
              <a:rPr kumimoji="1" lang="zh-CN" altLang="en-US" smtClean="0"/>
              <a:t>2021/4/30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0B9E3A-E5B3-7947-99E5-5035A541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D86941-64F0-894D-94FF-D7501B3E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DFB4-DA80-B84C-8D1B-39CA787EEA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955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FB41FC-F6A5-6740-B1B9-8073040B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D2F9-3564-EA43-9A12-0199223F23B5}" type="datetimeFigureOut">
              <a:rPr kumimoji="1" lang="zh-CN" altLang="en-US" smtClean="0"/>
              <a:t>2021/4/30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710B2D-C5E2-944E-BF60-308C9650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A22218-C7EC-B449-B66C-B3CF682A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DFB4-DA80-B84C-8D1B-39CA787EEA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4484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38528-2354-9548-B290-C1865C10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FF5D6B-EB10-484F-B1A5-ADEC37959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6A83D2-B7C7-3940-9D55-2D9D60D07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E4C133-247A-4F44-99D7-39C976767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D2F9-3564-EA43-9A12-0199223F23B5}" type="datetimeFigureOut">
              <a:rPr kumimoji="1" lang="zh-CN" altLang="en-US" smtClean="0"/>
              <a:t>2021/4/30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632B30-9FE1-5E46-B9DB-949ADD332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0096B4-F059-574A-B791-2DB4683B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DFB4-DA80-B84C-8D1B-39CA787EEA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6976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CDEAE-4AF4-454B-A328-283D25A18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4AB3A4-92F7-8046-A11C-3F7499850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3009BB-753B-274E-BCB6-0C0EA8A21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EE9E55-638F-0D4E-9C0C-81FB4ED20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D2F9-3564-EA43-9A12-0199223F23B5}" type="datetimeFigureOut">
              <a:rPr kumimoji="1" lang="zh-CN" altLang="en-US" smtClean="0"/>
              <a:t>2021/4/30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16BDA0-B043-E440-BEA2-754C9BDC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CDCD98-DC99-2C4D-B599-88F96FB2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DFB4-DA80-B84C-8D1B-39CA787EEA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02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E40515-9130-A24B-9DED-6A15E6100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55B41F-5494-B24D-B76B-837559FA2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4648BC-54A2-BE46-A4E4-218E0789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D2F9-3564-EA43-9A12-0199223F23B5}" type="datetimeFigureOut">
              <a:rPr kumimoji="1" lang="zh-CN" altLang="en-US" smtClean="0"/>
              <a:t>2021/4/30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4BBD7B-090E-C54F-A112-14207264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F81472-468A-CE43-8436-255EDB8B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DFB4-DA80-B84C-8D1B-39CA787EEA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4736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58D0D2-D7D7-2C4F-9D6F-38CA9CA91F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96E0FF-DE88-0346-9479-B341F2E73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F8E5BD-6428-7C4C-9494-E3B102A9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D2F9-3564-EA43-9A12-0199223F23B5}" type="datetimeFigureOut">
              <a:rPr kumimoji="1" lang="zh-CN" altLang="en-US" smtClean="0"/>
              <a:t>2021/4/30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193D87-1E01-D644-BD44-32393D84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638886-1F51-FA44-9BB8-3A7CD8BB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DFB4-DA80-B84C-8D1B-39CA787EEA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1675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D80AB9-2CF8-C84D-8C68-769EA102B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D87999-B0B7-5444-9920-E884FBE04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EF4E72-22FC-5649-9A6A-29F255995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DD2F9-3564-EA43-9A12-0199223F23B5}" type="datetimeFigureOut">
              <a:rPr kumimoji="1" lang="zh-CN" altLang="en-US" smtClean="0"/>
              <a:t>2021/4/30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8FE03D-CCCF-5A4F-8804-558BA9BF1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893FDB-C175-F749-AED4-EBB7B4379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0DFB4-DA80-B84C-8D1B-39CA787EEA8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004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9">
            <a:extLst>
              <a:ext uri="{FF2B5EF4-FFF2-40B4-BE49-F238E27FC236}">
                <a16:creationId xmlns:a16="http://schemas.microsoft.com/office/drawing/2014/main" id="{55906A4A-C08B-8449-8962-5D5AF04291D4}"/>
              </a:ext>
            </a:extLst>
          </p:cNvPr>
          <p:cNvCxnSpPr/>
          <p:nvPr/>
        </p:nvCxnSpPr>
        <p:spPr>
          <a:xfrm>
            <a:off x="3325776" y="988286"/>
            <a:ext cx="5838160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0B9E29B0-B885-DE4B-AE70-E3DB5235E1B5}"/>
              </a:ext>
            </a:extLst>
          </p:cNvPr>
          <p:cNvGrpSpPr/>
          <p:nvPr/>
        </p:nvGrpSpPr>
        <p:grpSpPr>
          <a:xfrm>
            <a:off x="5521830" y="559018"/>
            <a:ext cx="1373581" cy="737705"/>
            <a:chOff x="3413760" y="566319"/>
            <a:chExt cx="1297577" cy="395691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2AC0F9B-8116-DC49-9ED6-5D303F98BDD3}"/>
                </a:ext>
              </a:extLst>
            </p:cNvPr>
            <p:cNvSpPr/>
            <p:nvPr/>
          </p:nvSpPr>
          <p:spPr>
            <a:xfrm>
              <a:off x="3413760" y="566319"/>
              <a:ext cx="1297577" cy="180000"/>
            </a:xfrm>
            <a:prstGeom prst="rect">
              <a:avLst/>
            </a:prstGeom>
            <a:solidFill>
              <a:srgbClr val="BB0A30"/>
            </a:solidFill>
            <a:ln>
              <a:solidFill>
                <a:srgbClr val="BB0A3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orpoA"/>
                </a:rPr>
                <a:t>现场及项目总控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35D4F3E-BBFF-9E4D-B7B1-69C73F0028E1}"/>
                </a:ext>
              </a:extLst>
            </p:cNvPr>
            <p:cNvSpPr/>
            <p:nvPr/>
          </p:nvSpPr>
          <p:spPr>
            <a:xfrm>
              <a:off x="3413760" y="782010"/>
              <a:ext cx="1297577" cy="180000"/>
            </a:xfrm>
            <a:prstGeom prst="rect">
              <a:avLst/>
            </a:prstGeom>
            <a:solidFill>
              <a:srgbClr val="D9D9D9"/>
            </a:solidFill>
            <a:ln>
              <a:solidFill>
                <a:srgbClr val="D9D9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5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Smart Courier Medium"/>
                </a:rPr>
                <a:t>丁鸥</a:t>
              </a:r>
            </a:p>
          </p:txBody>
        </p:sp>
      </p:grpSp>
      <p:cxnSp>
        <p:nvCxnSpPr>
          <p:cNvPr id="20" name="直接连接符 7">
            <a:extLst>
              <a:ext uri="{FF2B5EF4-FFF2-40B4-BE49-F238E27FC236}">
                <a16:creationId xmlns:a16="http://schemas.microsoft.com/office/drawing/2014/main" id="{1D638CF9-0091-1C43-8DCE-67880F456F05}"/>
              </a:ext>
            </a:extLst>
          </p:cNvPr>
          <p:cNvCxnSpPr/>
          <p:nvPr/>
        </p:nvCxnSpPr>
        <p:spPr>
          <a:xfrm>
            <a:off x="3315618" y="988286"/>
            <a:ext cx="0" cy="196129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126">
            <a:extLst>
              <a:ext uri="{FF2B5EF4-FFF2-40B4-BE49-F238E27FC236}">
                <a16:creationId xmlns:a16="http://schemas.microsoft.com/office/drawing/2014/main" id="{39315CE9-B668-924A-96AC-8787AFF251EA}"/>
              </a:ext>
            </a:extLst>
          </p:cNvPr>
          <p:cNvCxnSpPr/>
          <p:nvPr/>
        </p:nvCxnSpPr>
        <p:spPr>
          <a:xfrm>
            <a:off x="9163936" y="988286"/>
            <a:ext cx="0" cy="196129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C1FDC798-2559-2E41-939F-4F787943488D}"/>
              </a:ext>
            </a:extLst>
          </p:cNvPr>
          <p:cNvSpPr/>
          <p:nvPr/>
        </p:nvSpPr>
        <p:spPr>
          <a:xfrm>
            <a:off x="3255075" y="3143648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方案创意</a:t>
            </a:r>
            <a:r>
              <a:rPr lang="en-US" altLang="zh-CN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&amp;</a:t>
            </a: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嘉宾脚本</a:t>
            </a:r>
          </a:p>
        </p:txBody>
      </p:sp>
      <p:cxnSp>
        <p:nvCxnSpPr>
          <p:cNvPr id="63" name="直接连接符 128">
            <a:extLst>
              <a:ext uri="{FF2B5EF4-FFF2-40B4-BE49-F238E27FC236}">
                <a16:creationId xmlns:a16="http://schemas.microsoft.com/office/drawing/2014/main" id="{ADCAD2F7-6899-984B-B25D-3A4FA1D1016A}"/>
              </a:ext>
            </a:extLst>
          </p:cNvPr>
          <p:cNvCxnSpPr/>
          <p:nvPr/>
        </p:nvCxnSpPr>
        <p:spPr>
          <a:xfrm>
            <a:off x="9972809" y="2830803"/>
            <a:ext cx="0" cy="196129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129">
            <a:extLst>
              <a:ext uri="{FF2B5EF4-FFF2-40B4-BE49-F238E27FC236}">
                <a16:creationId xmlns:a16="http://schemas.microsoft.com/office/drawing/2014/main" id="{43F54A7B-E2A6-BF4F-ABC2-E35EB55DF4F4}"/>
              </a:ext>
            </a:extLst>
          </p:cNvPr>
          <p:cNvCxnSpPr>
            <a:cxnSpLocks/>
          </p:cNvCxnSpPr>
          <p:nvPr/>
        </p:nvCxnSpPr>
        <p:spPr>
          <a:xfrm>
            <a:off x="2310009" y="2802203"/>
            <a:ext cx="7659332" cy="8063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130">
            <a:extLst>
              <a:ext uri="{FF2B5EF4-FFF2-40B4-BE49-F238E27FC236}">
                <a16:creationId xmlns:a16="http://schemas.microsoft.com/office/drawing/2014/main" id="{94CDF953-FE89-CF44-9D62-7CF03833D226}"/>
              </a:ext>
            </a:extLst>
          </p:cNvPr>
          <p:cNvCxnSpPr/>
          <p:nvPr/>
        </p:nvCxnSpPr>
        <p:spPr>
          <a:xfrm>
            <a:off x="13124944" y="3645162"/>
            <a:ext cx="0" cy="196129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5ADDA6E9-F4BA-3E4C-BF92-D7D1A9EA117F}"/>
              </a:ext>
            </a:extLst>
          </p:cNvPr>
          <p:cNvSpPr/>
          <p:nvPr/>
        </p:nvSpPr>
        <p:spPr>
          <a:xfrm>
            <a:off x="2624567" y="1611366"/>
            <a:ext cx="1373581" cy="335583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姚霖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D731C5-7D1A-4A41-B4B5-8D53A6438C88}"/>
              </a:ext>
            </a:extLst>
          </p:cNvPr>
          <p:cNvSpPr txBox="1"/>
          <p:nvPr/>
        </p:nvSpPr>
        <p:spPr>
          <a:xfrm>
            <a:off x="13568145" y="3890265"/>
            <a:ext cx="65" cy="2294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endParaRPr lang="zh-CN" altLang="en-US" sz="1400" kern="0" dirty="0" err="1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CDCA16D-021B-E747-858C-6A66EC701525}"/>
              </a:ext>
            </a:extLst>
          </p:cNvPr>
          <p:cNvSpPr/>
          <p:nvPr/>
        </p:nvSpPr>
        <p:spPr>
          <a:xfrm>
            <a:off x="2624566" y="1225713"/>
            <a:ext cx="1373581" cy="335583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内容总控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C51563E-5017-7945-94AE-74187AA67692}"/>
              </a:ext>
            </a:extLst>
          </p:cNvPr>
          <p:cNvSpPr/>
          <p:nvPr/>
        </p:nvSpPr>
        <p:spPr>
          <a:xfrm>
            <a:off x="8419095" y="1225713"/>
            <a:ext cx="1373581" cy="335583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商务总控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E6F451C-B328-0C4C-A9C7-E40D23885873}"/>
              </a:ext>
            </a:extLst>
          </p:cNvPr>
          <p:cNvSpPr/>
          <p:nvPr/>
        </p:nvSpPr>
        <p:spPr>
          <a:xfrm>
            <a:off x="8419095" y="1609552"/>
            <a:ext cx="1373581" cy="335583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赵钰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cxnSp>
        <p:nvCxnSpPr>
          <p:cNvPr id="70" name="直接连接符 133">
            <a:extLst>
              <a:ext uri="{FF2B5EF4-FFF2-40B4-BE49-F238E27FC236}">
                <a16:creationId xmlns:a16="http://schemas.microsoft.com/office/drawing/2014/main" id="{78E00372-F0B4-3E4C-9710-3AFF142FEF7C}"/>
              </a:ext>
            </a:extLst>
          </p:cNvPr>
          <p:cNvCxnSpPr>
            <a:cxnSpLocks/>
          </p:cNvCxnSpPr>
          <p:nvPr/>
        </p:nvCxnSpPr>
        <p:spPr>
          <a:xfrm>
            <a:off x="3385436" y="2173608"/>
            <a:ext cx="5852841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">
            <a:extLst>
              <a:ext uri="{FF2B5EF4-FFF2-40B4-BE49-F238E27FC236}">
                <a16:creationId xmlns:a16="http://schemas.microsoft.com/office/drawing/2014/main" id="{52831E75-AABA-EF4B-A5C0-9161DAAC34AF}"/>
              </a:ext>
            </a:extLst>
          </p:cNvPr>
          <p:cNvCxnSpPr>
            <a:cxnSpLocks/>
          </p:cNvCxnSpPr>
          <p:nvPr/>
        </p:nvCxnSpPr>
        <p:spPr>
          <a:xfrm>
            <a:off x="3385436" y="1945383"/>
            <a:ext cx="0" cy="22910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">
            <a:extLst>
              <a:ext uri="{FF2B5EF4-FFF2-40B4-BE49-F238E27FC236}">
                <a16:creationId xmlns:a16="http://schemas.microsoft.com/office/drawing/2014/main" id="{C159243B-63EA-124D-BEDF-DCD0C2F2C659}"/>
              </a:ext>
            </a:extLst>
          </p:cNvPr>
          <p:cNvCxnSpPr>
            <a:cxnSpLocks/>
          </p:cNvCxnSpPr>
          <p:nvPr/>
        </p:nvCxnSpPr>
        <p:spPr>
          <a:xfrm>
            <a:off x="9230037" y="1945383"/>
            <a:ext cx="0" cy="228225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12">
            <a:extLst>
              <a:ext uri="{FF2B5EF4-FFF2-40B4-BE49-F238E27FC236}">
                <a16:creationId xmlns:a16="http://schemas.microsoft.com/office/drawing/2014/main" id="{33EA0F86-4580-4040-B478-28788235DCB4}"/>
              </a:ext>
            </a:extLst>
          </p:cNvPr>
          <p:cNvCxnSpPr>
            <a:cxnSpLocks/>
          </p:cNvCxnSpPr>
          <p:nvPr/>
        </p:nvCxnSpPr>
        <p:spPr>
          <a:xfrm>
            <a:off x="6240512" y="2181144"/>
            <a:ext cx="2" cy="302818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A8D73EA5-42CE-044A-A254-69AF8E433AF5}"/>
              </a:ext>
            </a:extLst>
          </p:cNvPr>
          <p:cNvSpPr/>
          <p:nvPr/>
        </p:nvSpPr>
        <p:spPr>
          <a:xfrm>
            <a:off x="5559826" y="1757604"/>
            <a:ext cx="1373581" cy="335583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项目负责人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B4A8541E-1C1C-2F4C-A7A6-F4BE045C43A8}"/>
              </a:ext>
            </a:extLst>
          </p:cNvPr>
          <p:cNvSpPr/>
          <p:nvPr/>
        </p:nvSpPr>
        <p:spPr>
          <a:xfrm>
            <a:off x="5559826" y="2155714"/>
            <a:ext cx="1373581" cy="335583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刘欣慰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0F78506B-DE57-F344-ABEC-87D9A33E68A9}"/>
              </a:ext>
            </a:extLst>
          </p:cNvPr>
          <p:cNvSpPr/>
          <p:nvPr/>
        </p:nvSpPr>
        <p:spPr>
          <a:xfrm>
            <a:off x="230882" y="3135628"/>
            <a:ext cx="1373581" cy="335583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报价，合同，预算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D718928C-38C8-F846-89F3-F949220554A9}"/>
              </a:ext>
            </a:extLst>
          </p:cNvPr>
          <p:cNvSpPr/>
          <p:nvPr/>
        </p:nvSpPr>
        <p:spPr>
          <a:xfrm>
            <a:off x="228175" y="3521629"/>
            <a:ext cx="1373581" cy="335583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刘欣慰 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341EB3E-DCFB-504A-9727-08852CECED8C}"/>
              </a:ext>
            </a:extLst>
          </p:cNvPr>
          <p:cNvSpPr/>
          <p:nvPr/>
        </p:nvSpPr>
        <p:spPr>
          <a:xfrm>
            <a:off x="228174" y="3910743"/>
            <a:ext cx="1373581" cy="335583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结算文件</a:t>
            </a:r>
            <a:endParaRPr lang="en-US" altLang="zh-CN" sz="105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及支撑材料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87B7E0A-24D3-1749-8D34-693C3E0047B3}"/>
              </a:ext>
            </a:extLst>
          </p:cNvPr>
          <p:cNvSpPr/>
          <p:nvPr/>
        </p:nvSpPr>
        <p:spPr>
          <a:xfrm>
            <a:off x="228174" y="4303036"/>
            <a:ext cx="1373581" cy="335583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刘欣慰 高雨龙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4307A2B3-E829-4E49-A1F3-BF956907D6DA}"/>
              </a:ext>
            </a:extLst>
          </p:cNvPr>
          <p:cNvSpPr/>
          <p:nvPr/>
        </p:nvSpPr>
        <p:spPr>
          <a:xfrm>
            <a:off x="7597919" y="3529335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刘欣慰 毕颖琪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0992A4B5-8E92-D044-B496-5FC1F213DCA4}"/>
              </a:ext>
            </a:extLst>
          </p:cNvPr>
          <p:cNvSpPr/>
          <p:nvPr/>
        </p:nvSpPr>
        <p:spPr>
          <a:xfrm>
            <a:off x="3255075" y="3919371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主</a:t>
            </a:r>
            <a:r>
              <a:rPr lang="en-US" altLang="zh-CN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KV&amp;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上屏素材设计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CEEA7A39-C4EE-5C4B-9B76-81A3B71A7CF5}"/>
              </a:ext>
            </a:extLst>
          </p:cNvPr>
          <p:cNvSpPr/>
          <p:nvPr/>
        </p:nvSpPr>
        <p:spPr>
          <a:xfrm>
            <a:off x="7597919" y="3140299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蓝标</a:t>
            </a:r>
            <a:r>
              <a:rPr lang="en-US" altLang="zh-CN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&amp;</a:t>
            </a: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直播平台相关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C59B989F-A55D-8946-9073-800D6E3326E5}"/>
              </a:ext>
            </a:extLst>
          </p:cNvPr>
          <p:cNvSpPr/>
          <p:nvPr/>
        </p:nvSpPr>
        <p:spPr>
          <a:xfrm>
            <a:off x="9096355" y="3935298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演播室</a:t>
            </a:r>
            <a:endParaRPr lang="en-US" altLang="zh-CN" sz="105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rpo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舞美灯光设计</a:t>
            </a:r>
            <a:endParaRPr lang="en-US" altLang="zh-CN" sz="105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rpoA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C3466B8A-59AD-014B-A89E-135C6092E863}"/>
              </a:ext>
            </a:extLst>
          </p:cNvPr>
          <p:cNvSpPr/>
          <p:nvPr/>
        </p:nvSpPr>
        <p:spPr>
          <a:xfrm>
            <a:off x="9096355" y="4704172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搭建</a:t>
            </a:r>
            <a:r>
              <a:rPr lang="en-US" altLang="zh-CN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&amp;AV</a:t>
            </a: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总协调</a:t>
            </a:r>
            <a:endParaRPr lang="en-US" altLang="zh-CN" sz="105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rpoA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9B925B6C-6618-5A47-BFA8-FFCD09DFBF0E}"/>
              </a:ext>
            </a:extLst>
          </p:cNvPr>
          <p:cNvSpPr/>
          <p:nvPr/>
        </p:nvSpPr>
        <p:spPr>
          <a:xfrm>
            <a:off x="10611990" y="3914837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制作物</a:t>
            </a:r>
            <a:r>
              <a:rPr lang="en-US" altLang="zh-CN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&amp;</a:t>
            </a: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礼品</a:t>
            </a:r>
            <a:endParaRPr lang="en-US" altLang="zh-CN" sz="105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rpo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&amp;</a:t>
            </a: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用户管理</a:t>
            </a:r>
            <a:endParaRPr lang="en-US" altLang="zh-CN" sz="105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rpoA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256CFA48-A120-9442-8EFF-0CEBDB1485A7}"/>
              </a:ext>
            </a:extLst>
          </p:cNvPr>
          <p:cNvSpPr/>
          <p:nvPr/>
        </p:nvSpPr>
        <p:spPr>
          <a:xfrm>
            <a:off x="4708894" y="3917151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直播嘉宾管理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6545060E-6E11-F848-8E87-5186B47BFE37}"/>
              </a:ext>
            </a:extLst>
          </p:cNvPr>
          <p:cNvSpPr/>
          <p:nvPr/>
        </p:nvSpPr>
        <p:spPr>
          <a:xfrm>
            <a:off x="9091987" y="5484032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摄影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1C6C7A37-333C-1745-A480-D5D8A77330B3}"/>
              </a:ext>
            </a:extLst>
          </p:cNvPr>
          <p:cNvSpPr/>
          <p:nvPr/>
        </p:nvSpPr>
        <p:spPr>
          <a:xfrm>
            <a:off x="10611990" y="3135629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工作人员住宿、车辆、餐饮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AA2EF69D-9793-B74E-88E3-84DBCCFCEABA}"/>
              </a:ext>
            </a:extLst>
          </p:cNvPr>
          <p:cNvSpPr/>
          <p:nvPr/>
        </p:nvSpPr>
        <p:spPr>
          <a:xfrm>
            <a:off x="9098295" y="3142035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田导团队协调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0FA2FFD8-25BF-2748-9C45-6DE53B7B10A8}"/>
              </a:ext>
            </a:extLst>
          </p:cNvPr>
          <p:cNvSpPr/>
          <p:nvPr/>
        </p:nvSpPr>
        <p:spPr>
          <a:xfrm>
            <a:off x="9098296" y="3532886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宋佳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58FCDBC3-D576-8C40-9B7A-67F566592051}"/>
              </a:ext>
            </a:extLst>
          </p:cNvPr>
          <p:cNvSpPr/>
          <p:nvPr/>
        </p:nvSpPr>
        <p:spPr>
          <a:xfrm>
            <a:off x="7597919" y="3939520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跨部门沟通</a:t>
            </a:r>
            <a:endParaRPr lang="en-US" altLang="zh-CN" sz="105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rpo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及技术协调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474694C-3DEF-7943-B22E-C9819DBC9211}"/>
              </a:ext>
            </a:extLst>
          </p:cNvPr>
          <p:cNvSpPr/>
          <p:nvPr/>
        </p:nvSpPr>
        <p:spPr>
          <a:xfrm>
            <a:off x="3243445" y="4308574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毕颖琪 李金哲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朱晟慧 张宏伟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09EB3563-49FA-2A4D-A67D-3CE07387B2B2}"/>
              </a:ext>
            </a:extLst>
          </p:cNvPr>
          <p:cNvSpPr/>
          <p:nvPr/>
        </p:nvSpPr>
        <p:spPr>
          <a:xfrm>
            <a:off x="3243445" y="3519420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孙怡 毕颖琪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cxnSp>
        <p:nvCxnSpPr>
          <p:cNvPr id="129" name="直接连接符 12">
            <a:extLst>
              <a:ext uri="{FF2B5EF4-FFF2-40B4-BE49-F238E27FC236}">
                <a16:creationId xmlns:a16="http://schemas.microsoft.com/office/drawing/2014/main" id="{DFAA6BE0-0B91-2940-BE09-DA26647F1403}"/>
              </a:ext>
            </a:extLst>
          </p:cNvPr>
          <p:cNvCxnSpPr>
            <a:cxnSpLocks/>
          </p:cNvCxnSpPr>
          <p:nvPr/>
        </p:nvCxnSpPr>
        <p:spPr>
          <a:xfrm>
            <a:off x="6239693" y="2496568"/>
            <a:ext cx="2" cy="302818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矩形 129">
            <a:extLst>
              <a:ext uri="{FF2B5EF4-FFF2-40B4-BE49-F238E27FC236}">
                <a16:creationId xmlns:a16="http://schemas.microsoft.com/office/drawing/2014/main" id="{504A951C-DB45-F149-8843-4F3BAB30A1AB}"/>
              </a:ext>
            </a:extLst>
          </p:cNvPr>
          <p:cNvSpPr/>
          <p:nvPr/>
        </p:nvSpPr>
        <p:spPr>
          <a:xfrm>
            <a:off x="3243445" y="4701274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多元化传播素材</a:t>
            </a:r>
          </a:p>
        </p:txBody>
      </p:sp>
      <p:cxnSp>
        <p:nvCxnSpPr>
          <p:cNvPr id="131" name="直接连接符 128">
            <a:extLst>
              <a:ext uri="{FF2B5EF4-FFF2-40B4-BE49-F238E27FC236}">
                <a16:creationId xmlns:a16="http://schemas.microsoft.com/office/drawing/2014/main" id="{97035DA5-E094-844A-9DDF-7F481092922B}"/>
              </a:ext>
            </a:extLst>
          </p:cNvPr>
          <p:cNvCxnSpPr/>
          <p:nvPr/>
        </p:nvCxnSpPr>
        <p:spPr>
          <a:xfrm>
            <a:off x="2310009" y="2810266"/>
            <a:ext cx="0" cy="196129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矩形 131">
            <a:extLst>
              <a:ext uri="{FF2B5EF4-FFF2-40B4-BE49-F238E27FC236}">
                <a16:creationId xmlns:a16="http://schemas.microsoft.com/office/drawing/2014/main" id="{68D5313C-54BF-9347-BC15-6FE7FC34E351}"/>
              </a:ext>
            </a:extLst>
          </p:cNvPr>
          <p:cNvSpPr/>
          <p:nvPr/>
        </p:nvSpPr>
        <p:spPr>
          <a:xfrm>
            <a:off x="3238860" y="5080203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毕颖琪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李金哲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DC0CC8D0-BC15-D049-AEB2-442064F0778A}"/>
              </a:ext>
            </a:extLst>
          </p:cNvPr>
          <p:cNvSpPr/>
          <p:nvPr/>
        </p:nvSpPr>
        <p:spPr>
          <a:xfrm>
            <a:off x="9091988" y="5089622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宋佳 田甜 韦玮 田导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58D8E5F5-F3E8-3142-B373-1A9BC7D236BC}"/>
              </a:ext>
            </a:extLst>
          </p:cNvPr>
          <p:cNvSpPr/>
          <p:nvPr/>
        </p:nvSpPr>
        <p:spPr>
          <a:xfrm>
            <a:off x="9091987" y="4326962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韦玮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1A4380D1-4432-9B47-A2E6-C3AC1938AC62}"/>
              </a:ext>
            </a:extLst>
          </p:cNvPr>
          <p:cNvSpPr/>
          <p:nvPr/>
        </p:nvSpPr>
        <p:spPr>
          <a:xfrm>
            <a:off x="10611990" y="4294111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高雨龙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D1F64CD0-72F6-9247-9CB3-646D2F2579CA}"/>
              </a:ext>
            </a:extLst>
          </p:cNvPr>
          <p:cNvSpPr/>
          <p:nvPr/>
        </p:nvSpPr>
        <p:spPr>
          <a:xfrm>
            <a:off x="9091988" y="5875696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韦玮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BCAB4A1C-C515-114B-B44C-DD091E8CCE78}"/>
              </a:ext>
            </a:extLst>
          </p:cNvPr>
          <p:cNvSpPr/>
          <p:nvPr/>
        </p:nvSpPr>
        <p:spPr>
          <a:xfrm>
            <a:off x="7597919" y="4331349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刘欣慰 毕颖琪  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345FF8C7-AABC-B74E-A806-178F4C672044}"/>
              </a:ext>
            </a:extLst>
          </p:cNvPr>
          <p:cNvSpPr/>
          <p:nvPr/>
        </p:nvSpPr>
        <p:spPr>
          <a:xfrm>
            <a:off x="10619001" y="3513860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高雨龙 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237E3EC-7FD6-5444-ABE8-A3C4FCF200A3}"/>
              </a:ext>
            </a:extLst>
          </p:cNvPr>
          <p:cNvSpPr/>
          <p:nvPr/>
        </p:nvSpPr>
        <p:spPr>
          <a:xfrm>
            <a:off x="4708894" y="3142036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GQ&amp;</a:t>
            </a: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英杰汇对接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3DE0DFE-94B6-CB4D-AE19-FE77FA7F785C}"/>
              </a:ext>
            </a:extLst>
          </p:cNvPr>
          <p:cNvSpPr/>
          <p:nvPr/>
        </p:nvSpPr>
        <p:spPr>
          <a:xfrm>
            <a:off x="6145071" y="3140299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海德对接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1310518-2ECD-4F49-BE65-3C354EFDD0DA}"/>
              </a:ext>
            </a:extLst>
          </p:cNvPr>
          <p:cNvSpPr/>
          <p:nvPr/>
        </p:nvSpPr>
        <p:spPr>
          <a:xfrm>
            <a:off x="6153806" y="3530656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赵钰 田导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FB80C34-B7CA-F04C-9EE1-CE6D7205924B}"/>
              </a:ext>
            </a:extLst>
          </p:cNvPr>
          <p:cNvSpPr/>
          <p:nvPr/>
        </p:nvSpPr>
        <p:spPr>
          <a:xfrm>
            <a:off x="4709693" y="3525847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刘欣慰 田导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7774602-E9F0-3C4A-AA52-46AE1883EA04}"/>
              </a:ext>
            </a:extLst>
          </p:cNvPr>
          <p:cNvSpPr/>
          <p:nvPr/>
        </p:nvSpPr>
        <p:spPr>
          <a:xfrm>
            <a:off x="3238859" y="5483177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投影内容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092CC8C-E955-D447-87BD-5ED56E179DC9}"/>
              </a:ext>
            </a:extLst>
          </p:cNvPr>
          <p:cNvSpPr/>
          <p:nvPr/>
        </p:nvSpPr>
        <p:spPr>
          <a:xfrm>
            <a:off x="3238860" y="5869437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毕颖琪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李金哲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1691C26-11E4-9549-8135-7B1368112850}"/>
              </a:ext>
            </a:extLst>
          </p:cNvPr>
          <p:cNvSpPr/>
          <p:nvPr/>
        </p:nvSpPr>
        <p:spPr>
          <a:xfrm>
            <a:off x="4708894" y="4336381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刘欣慰     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461E1F46-82E3-E049-8522-DEE6B729DAC6}"/>
              </a:ext>
            </a:extLst>
          </p:cNvPr>
          <p:cNvSpPr/>
          <p:nvPr/>
        </p:nvSpPr>
        <p:spPr>
          <a:xfrm>
            <a:off x="6145071" y="3934562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际恒对接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3B59B2D-2A95-034F-AFA3-88D74AB4CA4E}"/>
              </a:ext>
            </a:extLst>
          </p:cNvPr>
          <p:cNvSpPr/>
          <p:nvPr/>
        </p:nvSpPr>
        <p:spPr>
          <a:xfrm>
            <a:off x="6145072" y="4331349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赵钰  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27F8154-4637-9949-B53E-45945729B18F}"/>
              </a:ext>
            </a:extLst>
          </p:cNvPr>
          <p:cNvSpPr/>
          <p:nvPr/>
        </p:nvSpPr>
        <p:spPr>
          <a:xfrm>
            <a:off x="1743068" y="3121172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流程</a:t>
            </a:r>
            <a:r>
              <a:rPr lang="en-US" altLang="zh-CN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rundown</a:t>
            </a:r>
            <a:endParaRPr lang="zh-CN" altLang="en-US" sz="105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rpoA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7389DF8-968B-A941-98B7-41ACA0DE9D33}"/>
              </a:ext>
            </a:extLst>
          </p:cNvPr>
          <p:cNvSpPr/>
          <p:nvPr/>
        </p:nvSpPr>
        <p:spPr>
          <a:xfrm>
            <a:off x="1743068" y="3510655"/>
            <a:ext cx="1382100" cy="3463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丁鸥 姚霖 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赵钰 刘欣慰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6799CD-B779-D443-8FCA-93F90E22FBBB}"/>
              </a:ext>
            </a:extLst>
          </p:cNvPr>
          <p:cNvSpPr txBox="1"/>
          <p:nvPr/>
        </p:nvSpPr>
        <p:spPr>
          <a:xfrm>
            <a:off x="286768" y="273534"/>
            <a:ext cx="2912599" cy="708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kumimoji="1" lang="en-US" altLang="zh-CN" dirty="0" err="1">
                <a:latin typeface="Audi Type Extended" panose="020B0505040200000003" pitchFamily="34" charset="0"/>
                <a:ea typeface="Microsoft YaHei" panose="020B0503020204020204" pitchFamily="34" charset="-122"/>
              </a:rPr>
              <a:t>AudiChannel</a:t>
            </a:r>
            <a:r>
              <a:rPr kumimoji="1" lang="zh-CN" altLang="en-US" dirty="0">
                <a:latin typeface="Audi Type Extended" panose="020B0505040200000003" pitchFamily="34" charset="0"/>
                <a:ea typeface="Microsoft YaHei" panose="020B0503020204020204" pitchFamily="34" charset="-122"/>
              </a:rPr>
              <a:t> </a:t>
            </a:r>
            <a:r>
              <a:rPr kumimoji="1" lang="zh-CN" altLang="en-US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第二期筹备阶段</a:t>
            </a:r>
          </a:p>
        </p:txBody>
      </p:sp>
    </p:spTree>
    <p:extLst>
      <p:ext uri="{BB962C8B-B14F-4D97-AF65-F5344CB8AC3E}">
        <p14:creationId xmlns:p14="http://schemas.microsoft.com/office/powerpoint/2010/main" val="2037974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A83AA85-CCC6-5D4E-A018-BB5DC5F60097}"/>
              </a:ext>
            </a:extLst>
          </p:cNvPr>
          <p:cNvSpPr/>
          <p:nvPr/>
        </p:nvSpPr>
        <p:spPr>
          <a:xfrm>
            <a:off x="5489077" y="4296024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红毯区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E7339D-D70C-7740-869B-FE741FF529B5}"/>
              </a:ext>
            </a:extLst>
          </p:cNvPr>
          <p:cNvSpPr/>
          <p:nvPr/>
        </p:nvSpPr>
        <p:spPr>
          <a:xfrm>
            <a:off x="3919923" y="3424739"/>
            <a:ext cx="1373581" cy="335583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直播间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A6DD75-4B9A-3E49-96CA-E59F68BC9C6B}"/>
              </a:ext>
            </a:extLst>
          </p:cNvPr>
          <p:cNvSpPr/>
          <p:nvPr/>
        </p:nvSpPr>
        <p:spPr>
          <a:xfrm>
            <a:off x="3917216" y="3810740"/>
            <a:ext cx="1373581" cy="335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丁鸥 宋佳 韦玮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DADCE4-210B-AA4D-ACA6-89945CAD95E7}"/>
              </a:ext>
            </a:extLst>
          </p:cNvPr>
          <p:cNvSpPr/>
          <p:nvPr/>
        </p:nvSpPr>
        <p:spPr>
          <a:xfrm>
            <a:off x="3910388" y="4299678"/>
            <a:ext cx="1373581" cy="335583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道具组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55D040-127E-854F-BA4B-176C65638A91}"/>
              </a:ext>
            </a:extLst>
          </p:cNvPr>
          <p:cNvSpPr/>
          <p:nvPr/>
        </p:nvSpPr>
        <p:spPr>
          <a:xfrm>
            <a:off x="3910388" y="4691971"/>
            <a:ext cx="1373581" cy="335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高雨龙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A4A0FD-F3A7-DD44-BF20-A97DFE5E3F3F}"/>
              </a:ext>
            </a:extLst>
          </p:cNvPr>
          <p:cNvSpPr/>
          <p:nvPr/>
        </p:nvSpPr>
        <p:spPr>
          <a:xfrm>
            <a:off x="8652997" y="3434415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视频物料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848CED-8E45-4349-BA15-DCE7EF938ADF}"/>
              </a:ext>
            </a:extLst>
          </p:cNvPr>
          <p:cNvSpPr/>
          <p:nvPr/>
        </p:nvSpPr>
        <p:spPr>
          <a:xfrm>
            <a:off x="8652797" y="3823618"/>
            <a:ext cx="1382100" cy="346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毕颖琪 李金哲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43B199-CC23-4A41-9F9E-D173DCF2FC63}"/>
              </a:ext>
            </a:extLst>
          </p:cNvPr>
          <p:cNvSpPr/>
          <p:nvPr/>
        </p:nvSpPr>
        <p:spPr>
          <a:xfrm>
            <a:off x="5488877" y="4671796"/>
            <a:ext cx="1382100" cy="346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刘欣慰 修蕊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EBB0AD-BF39-B247-9EBF-68188408FA33}"/>
              </a:ext>
            </a:extLst>
          </p:cNvPr>
          <p:cNvSpPr/>
          <p:nvPr/>
        </p:nvSpPr>
        <p:spPr>
          <a:xfrm>
            <a:off x="7075523" y="3439801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硬体统筹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CB7857-D614-2649-8B81-D2C263813ADF}"/>
              </a:ext>
            </a:extLst>
          </p:cNvPr>
          <p:cNvSpPr/>
          <p:nvPr/>
        </p:nvSpPr>
        <p:spPr>
          <a:xfrm>
            <a:off x="7070938" y="3818730"/>
            <a:ext cx="1382100" cy="346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赵钰 宋佳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693074-28F1-3644-A686-F256F5FC26A0}"/>
              </a:ext>
            </a:extLst>
          </p:cNvPr>
          <p:cNvSpPr/>
          <p:nvPr/>
        </p:nvSpPr>
        <p:spPr>
          <a:xfrm>
            <a:off x="8652997" y="4296024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视觉物料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EEFBCC-806B-0F4E-9202-4E51AA671678}"/>
              </a:ext>
            </a:extLst>
          </p:cNvPr>
          <p:cNvSpPr/>
          <p:nvPr/>
        </p:nvSpPr>
        <p:spPr>
          <a:xfrm>
            <a:off x="8652998" y="4682284"/>
            <a:ext cx="1382100" cy="346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张宏伟 朱晟慧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DB1644-EEC1-6D45-8BF6-DA8C3ACF99BF}"/>
              </a:ext>
            </a:extLst>
          </p:cNvPr>
          <p:cNvSpPr/>
          <p:nvPr/>
        </p:nvSpPr>
        <p:spPr>
          <a:xfrm>
            <a:off x="5488877" y="3439801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发车区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20122D-BB18-6244-9B91-F9C6CA99A887}"/>
              </a:ext>
            </a:extLst>
          </p:cNvPr>
          <p:cNvSpPr/>
          <p:nvPr/>
        </p:nvSpPr>
        <p:spPr>
          <a:xfrm>
            <a:off x="5488877" y="3829284"/>
            <a:ext cx="1382100" cy="346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赵钰 田甜 毕颖琪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cxnSp>
        <p:nvCxnSpPr>
          <p:cNvPr id="17" name="直接连接符 9">
            <a:extLst>
              <a:ext uri="{FF2B5EF4-FFF2-40B4-BE49-F238E27FC236}">
                <a16:creationId xmlns:a16="http://schemas.microsoft.com/office/drawing/2014/main" id="{BFE67B51-A812-BA4E-A3BC-C905EC2B700A}"/>
              </a:ext>
            </a:extLst>
          </p:cNvPr>
          <p:cNvCxnSpPr/>
          <p:nvPr/>
        </p:nvCxnSpPr>
        <p:spPr>
          <a:xfrm>
            <a:off x="3173376" y="1293086"/>
            <a:ext cx="5838160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C9B466-2553-5242-A19B-9F4D93BD5AF5}"/>
              </a:ext>
            </a:extLst>
          </p:cNvPr>
          <p:cNvGrpSpPr/>
          <p:nvPr/>
        </p:nvGrpSpPr>
        <p:grpSpPr>
          <a:xfrm>
            <a:off x="5369430" y="863818"/>
            <a:ext cx="1373581" cy="737705"/>
            <a:chOff x="3413760" y="566319"/>
            <a:chExt cx="1297577" cy="395691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9DA5160-12DC-9C42-9746-32484F1C660B}"/>
                </a:ext>
              </a:extLst>
            </p:cNvPr>
            <p:cNvSpPr/>
            <p:nvPr/>
          </p:nvSpPr>
          <p:spPr>
            <a:xfrm>
              <a:off x="3413760" y="566319"/>
              <a:ext cx="1297577" cy="180000"/>
            </a:xfrm>
            <a:prstGeom prst="rect">
              <a:avLst/>
            </a:prstGeom>
            <a:solidFill>
              <a:srgbClr val="BB0A30"/>
            </a:solidFill>
            <a:ln>
              <a:solidFill>
                <a:srgbClr val="BB0A3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orpoA"/>
                </a:rPr>
                <a:t>现场及项目总控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52ED783-9B7E-1944-9CC1-B8DD42BDEABB}"/>
                </a:ext>
              </a:extLst>
            </p:cNvPr>
            <p:cNvSpPr/>
            <p:nvPr/>
          </p:nvSpPr>
          <p:spPr>
            <a:xfrm>
              <a:off x="3413760" y="782010"/>
              <a:ext cx="1297577" cy="18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D9D9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5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Smart Courier Medium"/>
                </a:rPr>
                <a:t>丁鸥</a:t>
              </a:r>
            </a:p>
          </p:txBody>
        </p:sp>
      </p:grpSp>
      <p:cxnSp>
        <p:nvCxnSpPr>
          <p:cNvPr id="21" name="直接连接符 7">
            <a:extLst>
              <a:ext uri="{FF2B5EF4-FFF2-40B4-BE49-F238E27FC236}">
                <a16:creationId xmlns:a16="http://schemas.microsoft.com/office/drawing/2014/main" id="{10BB724D-6BD6-0845-8D07-5FD46DAC7669}"/>
              </a:ext>
            </a:extLst>
          </p:cNvPr>
          <p:cNvCxnSpPr/>
          <p:nvPr/>
        </p:nvCxnSpPr>
        <p:spPr>
          <a:xfrm>
            <a:off x="3163218" y="1293086"/>
            <a:ext cx="0" cy="196129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126">
            <a:extLst>
              <a:ext uri="{FF2B5EF4-FFF2-40B4-BE49-F238E27FC236}">
                <a16:creationId xmlns:a16="http://schemas.microsoft.com/office/drawing/2014/main" id="{B585B80B-0874-1649-B0C0-C0997B164635}"/>
              </a:ext>
            </a:extLst>
          </p:cNvPr>
          <p:cNvCxnSpPr/>
          <p:nvPr/>
        </p:nvCxnSpPr>
        <p:spPr>
          <a:xfrm>
            <a:off x="9011536" y="1293086"/>
            <a:ext cx="0" cy="196129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128">
            <a:extLst>
              <a:ext uri="{FF2B5EF4-FFF2-40B4-BE49-F238E27FC236}">
                <a16:creationId xmlns:a16="http://schemas.microsoft.com/office/drawing/2014/main" id="{0BFC9ABD-8A38-0C42-835B-7B62D3AEEA87}"/>
              </a:ext>
            </a:extLst>
          </p:cNvPr>
          <p:cNvCxnSpPr/>
          <p:nvPr/>
        </p:nvCxnSpPr>
        <p:spPr>
          <a:xfrm>
            <a:off x="9083623" y="3128720"/>
            <a:ext cx="0" cy="196129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129">
            <a:extLst>
              <a:ext uri="{FF2B5EF4-FFF2-40B4-BE49-F238E27FC236}">
                <a16:creationId xmlns:a16="http://schemas.microsoft.com/office/drawing/2014/main" id="{CDA426AE-33E5-9C49-954D-DCC18D3B0129}"/>
              </a:ext>
            </a:extLst>
          </p:cNvPr>
          <p:cNvCxnSpPr>
            <a:cxnSpLocks/>
          </p:cNvCxnSpPr>
          <p:nvPr/>
        </p:nvCxnSpPr>
        <p:spPr>
          <a:xfrm>
            <a:off x="3233036" y="3115066"/>
            <a:ext cx="5865971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CD1439C4-A27C-A045-9E6D-26D093A61867}"/>
              </a:ext>
            </a:extLst>
          </p:cNvPr>
          <p:cNvSpPr/>
          <p:nvPr/>
        </p:nvSpPr>
        <p:spPr>
          <a:xfrm>
            <a:off x="2472167" y="1916166"/>
            <a:ext cx="1373581" cy="335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姚霖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E87A495-6479-9740-A069-4B671124C7DC}"/>
              </a:ext>
            </a:extLst>
          </p:cNvPr>
          <p:cNvSpPr/>
          <p:nvPr/>
        </p:nvSpPr>
        <p:spPr>
          <a:xfrm>
            <a:off x="2472166" y="1530513"/>
            <a:ext cx="1373581" cy="335583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内容总控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1542E98-5371-F64A-88D9-3BAAA1CA51F7}"/>
              </a:ext>
            </a:extLst>
          </p:cNvPr>
          <p:cNvSpPr/>
          <p:nvPr/>
        </p:nvSpPr>
        <p:spPr>
          <a:xfrm>
            <a:off x="8266695" y="1530513"/>
            <a:ext cx="1373581" cy="335583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商务总控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30543C3-4293-9A45-879A-927D1110D98E}"/>
              </a:ext>
            </a:extLst>
          </p:cNvPr>
          <p:cNvSpPr/>
          <p:nvPr/>
        </p:nvSpPr>
        <p:spPr>
          <a:xfrm>
            <a:off x="8266695" y="1914352"/>
            <a:ext cx="1373581" cy="335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赵钰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cxnSp>
        <p:nvCxnSpPr>
          <p:cNvPr id="29" name="直接连接符 133">
            <a:extLst>
              <a:ext uri="{FF2B5EF4-FFF2-40B4-BE49-F238E27FC236}">
                <a16:creationId xmlns:a16="http://schemas.microsoft.com/office/drawing/2014/main" id="{E6B0EC7E-3CBD-4F4C-B98D-8DE54892A2B0}"/>
              </a:ext>
            </a:extLst>
          </p:cNvPr>
          <p:cNvCxnSpPr>
            <a:cxnSpLocks/>
          </p:cNvCxnSpPr>
          <p:nvPr/>
        </p:nvCxnSpPr>
        <p:spPr>
          <a:xfrm>
            <a:off x="3233036" y="2478408"/>
            <a:ext cx="5852841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7">
            <a:extLst>
              <a:ext uri="{FF2B5EF4-FFF2-40B4-BE49-F238E27FC236}">
                <a16:creationId xmlns:a16="http://schemas.microsoft.com/office/drawing/2014/main" id="{CD5884E8-D2FE-9E4E-ACB7-C024CB4DA1A7}"/>
              </a:ext>
            </a:extLst>
          </p:cNvPr>
          <p:cNvCxnSpPr>
            <a:cxnSpLocks/>
          </p:cNvCxnSpPr>
          <p:nvPr/>
        </p:nvCxnSpPr>
        <p:spPr>
          <a:xfrm>
            <a:off x="3233036" y="2250183"/>
            <a:ext cx="0" cy="22910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7">
            <a:extLst>
              <a:ext uri="{FF2B5EF4-FFF2-40B4-BE49-F238E27FC236}">
                <a16:creationId xmlns:a16="http://schemas.microsoft.com/office/drawing/2014/main" id="{32E71ADE-A9BF-514B-9744-C317CD6B920A}"/>
              </a:ext>
            </a:extLst>
          </p:cNvPr>
          <p:cNvCxnSpPr>
            <a:cxnSpLocks/>
          </p:cNvCxnSpPr>
          <p:nvPr/>
        </p:nvCxnSpPr>
        <p:spPr>
          <a:xfrm>
            <a:off x="9077637" y="2250183"/>
            <a:ext cx="0" cy="228225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12">
            <a:extLst>
              <a:ext uri="{FF2B5EF4-FFF2-40B4-BE49-F238E27FC236}">
                <a16:creationId xmlns:a16="http://schemas.microsoft.com/office/drawing/2014/main" id="{549DCA01-0659-FE40-A9D8-A1645B872001}"/>
              </a:ext>
            </a:extLst>
          </p:cNvPr>
          <p:cNvCxnSpPr>
            <a:cxnSpLocks/>
          </p:cNvCxnSpPr>
          <p:nvPr/>
        </p:nvCxnSpPr>
        <p:spPr>
          <a:xfrm>
            <a:off x="6088112" y="2485944"/>
            <a:ext cx="2" cy="302818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1BF27FD8-E117-D443-B9B0-42260C4265C6}"/>
              </a:ext>
            </a:extLst>
          </p:cNvPr>
          <p:cNvSpPr/>
          <p:nvPr/>
        </p:nvSpPr>
        <p:spPr>
          <a:xfrm>
            <a:off x="5407426" y="2062404"/>
            <a:ext cx="1373581" cy="335583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项目负责人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69496B2-F371-8547-AE19-097521AEE47C}"/>
              </a:ext>
            </a:extLst>
          </p:cNvPr>
          <p:cNvSpPr/>
          <p:nvPr/>
        </p:nvSpPr>
        <p:spPr>
          <a:xfrm>
            <a:off x="5407426" y="2460514"/>
            <a:ext cx="1373581" cy="335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刘欣慰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cxnSp>
        <p:nvCxnSpPr>
          <p:cNvPr id="35" name="直接连接符 12">
            <a:extLst>
              <a:ext uri="{FF2B5EF4-FFF2-40B4-BE49-F238E27FC236}">
                <a16:creationId xmlns:a16="http://schemas.microsoft.com/office/drawing/2014/main" id="{418BD41B-0F18-654A-8229-3695729E9CB5}"/>
              </a:ext>
            </a:extLst>
          </p:cNvPr>
          <p:cNvCxnSpPr>
            <a:cxnSpLocks/>
          </p:cNvCxnSpPr>
          <p:nvPr/>
        </p:nvCxnSpPr>
        <p:spPr>
          <a:xfrm>
            <a:off x="6087293" y="2801368"/>
            <a:ext cx="2" cy="302818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128">
            <a:extLst>
              <a:ext uri="{FF2B5EF4-FFF2-40B4-BE49-F238E27FC236}">
                <a16:creationId xmlns:a16="http://schemas.microsoft.com/office/drawing/2014/main" id="{FBF84FAB-893D-1044-8EA1-70297BA913C4}"/>
              </a:ext>
            </a:extLst>
          </p:cNvPr>
          <p:cNvCxnSpPr/>
          <p:nvPr/>
        </p:nvCxnSpPr>
        <p:spPr>
          <a:xfrm>
            <a:off x="3207226" y="3125232"/>
            <a:ext cx="0" cy="196129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FC7B740E-2288-1049-ACAE-6D3576D998E5}"/>
              </a:ext>
            </a:extLst>
          </p:cNvPr>
          <p:cNvSpPr txBox="1"/>
          <p:nvPr/>
        </p:nvSpPr>
        <p:spPr>
          <a:xfrm>
            <a:off x="286768" y="273534"/>
            <a:ext cx="2912599" cy="708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kumimoji="1" lang="en-US" altLang="zh-CN" dirty="0" err="1">
                <a:latin typeface="Audi Type Extended" panose="020B0505040200000003" pitchFamily="34" charset="0"/>
                <a:ea typeface="Microsoft YaHei" panose="020B0503020204020204" pitchFamily="34" charset="-122"/>
              </a:rPr>
              <a:t>AudiChannel</a:t>
            </a:r>
            <a:r>
              <a:rPr kumimoji="1" lang="zh-CN" altLang="en-US" dirty="0">
                <a:latin typeface="Audi Type Extended" panose="020B0505040200000003" pitchFamily="34" charset="0"/>
                <a:ea typeface="Microsoft YaHei" panose="020B0503020204020204" pitchFamily="34" charset="-122"/>
              </a:rPr>
              <a:t> </a:t>
            </a:r>
            <a:r>
              <a:rPr kumimoji="1" lang="zh-CN" altLang="en-US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第二期活动现场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6CB2DCD-A227-E04E-9304-D113E119C322}"/>
              </a:ext>
            </a:extLst>
          </p:cNvPr>
          <p:cNvSpPr/>
          <p:nvPr/>
        </p:nvSpPr>
        <p:spPr>
          <a:xfrm>
            <a:off x="2348262" y="3431182"/>
            <a:ext cx="1373581" cy="335583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直播台本内容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79F812C-B659-C346-B923-B6C907DE2DEC}"/>
              </a:ext>
            </a:extLst>
          </p:cNvPr>
          <p:cNvSpPr/>
          <p:nvPr/>
        </p:nvSpPr>
        <p:spPr>
          <a:xfrm>
            <a:off x="2345555" y="3817183"/>
            <a:ext cx="1373581" cy="335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姚霖 孙怡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FB7E885-3BB2-3B48-84C6-72BDA817E892}"/>
              </a:ext>
            </a:extLst>
          </p:cNvPr>
          <p:cNvSpPr/>
          <p:nvPr/>
        </p:nvSpPr>
        <p:spPr>
          <a:xfrm>
            <a:off x="7065788" y="4296024"/>
            <a:ext cx="1382101" cy="335582"/>
          </a:xfrm>
          <a:prstGeom prst="rect">
            <a:avLst/>
          </a:prstGeom>
          <a:solidFill>
            <a:srgbClr val="BB0A30"/>
          </a:solidFill>
          <a:ln>
            <a:solidFill>
              <a:srgbClr val="BB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rpoA"/>
              </a:rPr>
              <a:t>舞美搭建</a:t>
            </a:r>
            <a:endParaRPr lang="en-US" altLang="zh-CN" sz="105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rpoA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5E9329C-1A59-2D49-B47B-3BEF1B80BC24}"/>
              </a:ext>
            </a:extLst>
          </p:cNvPr>
          <p:cNvSpPr/>
          <p:nvPr/>
        </p:nvSpPr>
        <p:spPr>
          <a:xfrm>
            <a:off x="7061421" y="4681474"/>
            <a:ext cx="1382100" cy="346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mart Courier Medium"/>
              </a:rPr>
              <a:t>宋佳 田甜 韦玮</a:t>
            </a:r>
            <a:endParaRPr lang="en-US" altLang="zh-CN" sz="10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mart Courier Medium"/>
            </a:endParaRPr>
          </a:p>
        </p:txBody>
      </p:sp>
    </p:spTree>
    <p:extLst>
      <p:ext uri="{BB962C8B-B14F-4D97-AF65-F5344CB8AC3E}">
        <p14:creationId xmlns:p14="http://schemas.microsoft.com/office/powerpoint/2010/main" val="966920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8204</TotalTime>
  <Words>281</Words>
  <Application>Microsoft Macintosh PowerPoint</Application>
  <PresentationFormat>宽屏</PresentationFormat>
  <Paragraphs>84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Audi Type Extended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Xinwei liu</dc:creator>
  <cp:lastModifiedBy>Bi Kylie</cp:lastModifiedBy>
  <cp:revision>46</cp:revision>
  <dcterms:created xsi:type="dcterms:W3CDTF">2020-12-03T06:12:59Z</dcterms:created>
  <dcterms:modified xsi:type="dcterms:W3CDTF">2021-04-30T10:31:06Z</dcterms:modified>
</cp:coreProperties>
</file>