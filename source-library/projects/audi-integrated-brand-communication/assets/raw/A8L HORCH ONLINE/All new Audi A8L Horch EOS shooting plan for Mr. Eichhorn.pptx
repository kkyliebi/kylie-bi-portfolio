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1"/>
  </p:sldMasterIdLst>
  <p:notesMasterIdLst>
    <p:notesMasterId r:id="rId3"/>
  </p:notesMasterIdLst>
  <p:sldIdLst>
    <p:sldId id="32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694"/>
  </p:normalViewPr>
  <p:slideViewPr>
    <p:cSldViewPr snapToGrid="0" snapToObjects="1" showGuides="1">
      <p:cViewPr>
        <p:scale>
          <a:sx n="99" d="100"/>
          <a:sy n="99" d="100"/>
        </p:scale>
        <p:origin x="960" y="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A85CA-9830-0548-A34F-584FDFACD136}" type="datetimeFigureOut">
              <a:rPr kumimoji="1" lang="zh-CN" altLang="en-US" smtClean="0"/>
              <a:t>2021/10/20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CE9E2-A0C3-B74F-BD2E-C6A78C3896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95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21989A-92A0-46B8-8882-64828DCB153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udi Ty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udi Ty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54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_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400657" y="4468478"/>
            <a:ext cx="2460144" cy="264389"/>
          </a:xfrm>
        </p:spPr>
        <p:txBody>
          <a:bodyPr anchor="t"/>
          <a:lstStyle>
            <a:lvl1pPr marL="0" indent="0" algn="l">
              <a:buNone/>
              <a:defRPr sz="1400" b="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 | Audi </a:t>
            </a:r>
            <a:r>
              <a:rPr lang="de-DE" noProof="0" dirty="0" err="1"/>
              <a:t>Sales</a:t>
            </a:r>
            <a:r>
              <a:rPr lang="de-DE" noProof="0" dirty="0"/>
              <a:t> Division |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286245"/>
            <a:ext cx="11341099" cy="734426"/>
          </a:xfrm>
        </p:spPr>
        <p:txBody>
          <a:bodyPr anchor="t" anchorCtr="0"/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of the presentation </a:t>
            </a:r>
            <a:br>
              <a:rPr lang="en-US" noProof="0" dirty="0"/>
            </a:br>
            <a:r>
              <a:rPr lang="en-US" noProof="0" dirty="0"/>
              <a:t>(maximum two lines)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522E2AA9-DCCF-3F4D-A50F-F5121B60189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9433" y="2347570"/>
            <a:ext cx="1960658" cy="680464"/>
          </a:xfrm>
          <a:custGeom>
            <a:avLst/>
            <a:gdLst>
              <a:gd name="T0" fmla="*/ 2147483647 w 3769"/>
              <a:gd name="T1" fmla="*/ 2147483647 h 1303"/>
              <a:gd name="T2" fmla="*/ 2147483647 w 3769"/>
              <a:gd name="T3" fmla="*/ 2147483647 h 1303"/>
              <a:gd name="T4" fmla="*/ 2147483647 w 3769"/>
              <a:gd name="T5" fmla="*/ 2147483647 h 1303"/>
              <a:gd name="T6" fmla="*/ 2147483647 w 3769"/>
              <a:gd name="T7" fmla="*/ 2147483647 h 1303"/>
              <a:gd name="T8" fmla="*/ 2147483647 w 3769"/>
              <a:gd name="T9" fmla="*/ 2147483647 h 1303"/>
              <a:gd name="T10" fmla="*/ 2147483647 w 3769"/>
              <a:gd name="T11" fmla="*/ 2147483647 h 1303"/>
              <a:gd name="T12" fmla="*/ 2147483647 w 3769"/>
              <a:gd name="T13" fmla="*/ 2147483647 h 1303"/>
              <a:gd name="T14" fmla="*/ 2147483647 w 3769"/>
              <a:gd name="T15" fmla="*/ 2147483647 h 1303"/>
              <a:gd name="T16" fmla="*/ 2147483647 w 3769"/>
              <a:gd name="T17" fmla="*/ 2147483647 h 1303"/>
              <a:gd name="T18" fmla="*/ 2147483647 w 3769"/>
              <a:gd name="T19" fmla="*/ 2147483647 h 1303"/>
              <a:gd name="T20" fmla="*/ 2147483647 w 3769"/>
              <a:gd name="T21" fmla="*/ 2147483647 h 1303"/>
              <a:gd name="T22" fmla="*/ 2147483647 w 3769"/>
              <a:gd name="T23" fmla="*/ 2147483647 h 1303"/>
              <a:gd name="T24" fmla="*/ 2147483647 w 3769"/>
              <a:gd name="T25" fmla="*/ 2147483647 h 1303"/>
              <a:gd name="T26" fmla="*/ 2147483647 w 3769"/>
              <a:gd name="T27" fmla="*/ 2147483647 h 1303"/>
              <a:gd name="T28" fmla="*/ 2147483647 w 3769"/>
              <a:gd name="T29" fmla="*/ 2147483647 h 1303"/>
              <a:gd name="T30" fmla="*/ 2147483647 w 3769"/>
              <a:gd name="T31" fmla="*/ 2147483647 h 1303"/>
              <a:gd name="T32" fmla="*/ 2147483647 w 3769"/>
              <a:gd name="T33" fmla="*/ 2147483647 h 1303"/>
              <a:gd name="T34" fmla="*/ 2147483647 w 3769"/>
              <a:gd name="T35" fmla="*/ 2147483647 h 1303"/>
              <a:gd name="T36" fmla="*/ 2147483647 w 3769"/>
              <a:gd name="T37" fmla="*/ 2147483647 h 1303"/>
              <a:gd name="T38" fmla="*/ 2147483647 w 3769"/>
              <a:gd name="T39" fmla="*/ 2147483647 h 1303"/>
              <a:gd name="T40" fmla="*/ 2147483647 w 3769"/>
              <a:gd name="T41" fmla="*/ 2147483647 h 1303"/>
              <a:gd name="T42" fmla="*/ 2147483647 w 3769"/>
              <a:gd name="T43" fmla="*/ 2147483647 h 1303"/>
              <a:gd name="T44" fmla="*/ 2147483647 w 3769"/>
              <a:gd name="T45" fmla="*/ 2147483647 h 1303"/>
              <a:gd name="T46" fmla="*/ 2147483647 w 3769"/>
              <a:gd name="T47" fmla="*/ 2147483647 h 1303"/>
              <a:gd name="T48" fmla="*/ 2147483647 w 3769"/>
              <a:gd name="T49" fmla="*/ 2147483647 h 1303"/>
              <a:gd name="T50" fmla="*/ 2147483647 w 3769"/>
              <a:gd name="T51" fmla="*/ 2147483647 h 1303"/>
              <a:gd name="T52" fmla="*/ 2147483647 w 3769"/>
              <a:gd name="T53" fmla="*/ 2147483647 h 1303"/>
              <a:gd name="T54" fmla="*/ 2147483647 w 3769"/>
              <a:gd name="T55" fmla="*/ 2147483647 h 1303"/>
              <a:gd name="T56" fmla="*/ 2147483647 w 3769"/>
              <a:gd name="T57" fmla="*/ 2147483647 h 1303"/>
              <a:gd name="T58" fmla="*/ 2147483647 w 3769"/>
              <a:gd name="T59" fmla="*/ 2147483647 h 1303"/>
              <a:gd name="T60" fmla="*/ 2147483647 w 3769"/>
              <a:gd name="T61" fmla="*/ 0 h 1303"/>
              <a:gd name="T62" fmla="*/ 2147483647 w 3769"/>
              <a:gd name="T63" fmla="*/ 2147483647 h 1303"/>
              <a:gd name="T64" fmla="*/ 2147483647 w 3769"/>
              <a:gd name="T65" fmla="*/ 2147483647 h 1303"/>
              <a:gd name="T66" fmla="*/ 2147483647 w 3769"/>
              <a:gd name="T67" fmla="*/ 2147483647 h 1303"/>
              <a:gd name="T68" fmla="*/ 0 w 3769"/>
              <a:gd name="T69" fmla="*/ 2147483647 h 1303"/>
              <a:gd name="T70" fmla="*/ 2147483647 w 3769"/>
              <a:gd name="T71" fmla="*/ 2147483647 h 1303"/>
              <a:gd name="T72" fmla="*/ 2147483647 w 3769"/>
              <a:gd name="T73" fmla="*/ 2147483647 h 1303"/>
              <a:gd name="T74" fmla="*/ 2147483647 w 3769"/>
              <a:gd name="T75" fmla="*/ 2147483647 h 1303"/>
              <a:gd name="T76" fmla="*/ 2147483647 w 3769"/>
              <a:gd name="T77" fmla="*/ 2147483647 h 130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3769" h="1303">
                <a:moveTo>
                  <a:pt x="3117" y="1156"/>
                </a:moveTo>
                <a:lnTo>
                  <a:pt x="3117" y="1156"/>
                </a:lnTo>
                <a:cubicBezTo>
                  <a:pt x="3002" y="1156"/>
                  <a:pt x="2895" y="1117"/>
                  <a:pt x="2810" y="1052"/>
                </a:cubicBezTo>
                <a:cubicBezTo>
                  <a:pt x="2896" y="941"/>
                  <a:pt x="2948" y="802"/>
                  <a:pt x="2948" y="651"/>
                </a:cubicBezTo>
                <a:cubicBezTo>
                  <a:pt x="2948" y="500"/>
                  <a:pt x="2896" y="361"/>
                  <a:pt x="2810" y="251"/>
                </a:cubicBezTo>
                <a:cubicBezTo>
                  <a:pt x="2895" y="186"/>
                  <a:pt x="3002" y="147"/>
                  <a:pt x="3117" y="147"/>
                </a:cubicBezTo>
                <a:cubicBezTo>
                  <a:pt x="3396" y="147"/>
                  <a:pt x="3622" y="373"/>
                  <a:pt x="3622" y="651"/>
                </a:cubicBezTo>
                <a:cubicBezTo>
                  <a:pt x="3622" y="930"/>
                  <a:pt x="3396" y="1156"/>
                  <a:pt x="3117" y="1156"/>
                </a:cubicBezTo>
                <a:close/>
                <a:moveTo>
                  <a:pt x="1989" y="1052"/>
                </a:moveTo>
                <a:lnTo>
                  <a:pt x="1989" y="1052"/>
                </a:lnTo>
                <a:cubicBezTo>
                  <a:pt x="2075" y="941"/>
                  <a:pt x="2126" y="802"/>
                  <a:pt x="2126" y="651"/>
                </a:cubicBezTo>
                <a:cubicBezTo>
                  <a:pt x="2126" y="500"/>
                  <a:pt x="2075" y="361"/>
                  <a:pt x="1989" y="251"/>
                </a:cubicBezTo>
                <a:cubicBezTo>
                  <a:pt x="2074" y="186"/>
                  <a:pt x="2180" y="147"/>
                  <a:pt x="2296" y="147"/>
                </a:cubicBezTo>
                <a:cubicBezTo>
                  <a:pt x="2411" y="147"/>
                  <a:pt x="2518" y="186"/>
                  <a:pt x="2603" y="251"/>
                </a:cubicBezTo>
                <a:cubicBezTo>
                  <a:pt x="2517" y="362"/>
                  <a:pt x="2465" y="500"/>
                  <a:pt x="2465" y="651"/>
                </a:cubicBezTo>
                <a:cubicBezTo>
                  <a:pt x="2465" y="802"/>
                  <a:pt x="2517" y="941"/>
                  <a:pt x="2603" y="1052"/>
                </a:cubicBezTo>
                <a:cubicBezTo>
                  <a:pt x="2518" y="1117"/>
                  <a:pt x="2411" y="1156"/>
                  <a:pt x="2296" y="1156"/>
                </a:cubicBezTo>
                <a:cubicBezTo>
                  <a:pt x="2180" y="1156"/>
                  <a:pt x="2074" y="1117"/>
                  <a:pt x="1989" y="1052"/>
                </a:cubicBezTo>
                <a:close/>
                <a:moveTo>
                  <a:pt x="1167" y="1052"/>
                </a:moveTo>
                <a:lnTo>
                  <a:pt x="1167" y="1052"/>
                </a:lnTo>
                <a:cubicBezTo>
                  <a:pt x="1253" y="941"/>
                  <a:pt x="1305" y="802"/>
                  <a:pt x="1305" y="651"/>
                </a:cubicBezTo>
                <a:cubicBezTo>
                  <a:pt x="1305" y="500"/>
                  <a:pt x="1253" y="361"/>
                  <a:pt x="1167" y="251"/>
                </a:cubicBezTo>
                <a:cubicBezTo>
                  <a:pt x="1252" y="186"/>
                  <a:pt x="1359" y="147"/>
                  <a:pt x="1474" y="147"/>
                </a:cubicBezTo>
                <a:cubicBezTo>
                  <a:pt x="1590" y="147"/>
                  <a:pt x="1696" y="186"/>
                  <a:pt x="1781" y="251"/>
                </a:cubicBezTo>
                <a:cubicBezTo>
                  <a:pt x="1695" y="361"/>
                  <a:pt x="1644" y="500"/>
                  <a:pt x="1644" y="651"/>
                </a:cubicBezTo>
                <a:cubicBezTo>
                  <a:pt x="1644" y="802"/>
                  <a:pt x="1695" y="941"/>
                  <a:pt x="1781" y="1052"/>
                </a:cubicBezTo>
                <a:cubicBezTo>
                  <a:pt x="1696" y="1117"/>
                  <a:pt x="1590" y="1156"/>
                  <a:pt x="1474" y="1156"/>
                </a:cubicBezTo>
                <a:cubicBezTo>
                  <a:pt x="1359" y="1156"/>
                  <a:pt x="1252" y="1117"/>
                  <a:pt x="1167" y="1052"/>
                </a:cubicBezTo>
                <a:close/>
                <a:moveTo>
                  <a:pt x="148" y="651"/>
                </a:moveTo>
                <a:lnTo>
                  <a:pt x="148" y="651"/>
                </a:lnTo>
                <a:cubicBezTo>
                  <a:pt x="148" y="373"/>
                  <a:pt x="374" y="147"/>
                  <a:pt x="653" y="147"/>
                </a:cubicBezTo>
                <a:cubicBezTo>
                  <a:pt x="768" y="147"/>
                  <a:pt x="875" y="186"/>
                  <a:pt x="960" y="251"/>
                </a:cubicBezTo>
                <a:cubicBezTo>
                  <a:pt x="874" y="361"/>
                  <a:pt x="822" y="500"/>
                  <a:pt x="822" y="651"/>
                </a:cubicBezTo>
                <a:cubicBezTo>
                  <a:pt x="822" y="802"/>
                  <a:pt x="874" y="941"/>
                  <a:pt x="960" y="1052"/>
                </a:cubicBezTo>
                <a:cubicBezTo>
                  <a:pt x="875" y="1117"/>
                  <a:pt x="768" y="1156"/>
                  <a:pt x="653" y="1156"/>
                </a:cubicBezTo>
                <a:cubicBezTo>
                  <a:pt x="374" y="1156"/>
                  <a:pt x="148" y="930"/>
                  <a:pt x="148" y="651"/>
                </a:cubicBezTo>
                <a:close/>
                <a:moveTo>
                  <a:pt x="1063" y="944"/>
                </a:moveTo>
                <a:lnTo>
                  <a:pt x="1063" y="944"/>
                </a:lnTo>
                <a:cubicBezTo>
                  <a:pt x="1004" y="862"/>
                  <a:pt x="969" y="761"/>
                  <a:pt x="969" y="651"/>
                </a:cubicBezTo>
                <a:cubicBezTo>
                  <a:pt x="969" y="542"/>
                  <a:pt x="1004" y="441"/>
                  <a:pt x="1063" y="358"/>
                </a:cubicBezTo>
                <a:cubicBezTo>
                  <a:pt x="1122" y="441"/>
                  <a:pt x="1157" y="542"/>
                  <a:pt x="1157" y="651"/>
                </a:cubicBezTo>
                <a:cubicBezTo>
                  <a:pt x="1157" y="761"/>
                  <a:pt x="1122" y="862"/>
                  <a:pt x="1063" y="944"/>
                </a:cubicBezTo>
                <a:close/>
                <a:moveTo>
                  <a:pt x="1885" y="944"/>
                </a:moveTo>
                <a:lnTo>
                  <a:pt x="1885" y="944"/>
                </a:lnTo>
                <a:cubicBezTo>
                  <a:pt x="1826" y="862"/>
                  <a:pt x="1791" y="761"/>
                  <a:pt x="1791" y="651"/>
                </a:cubicBezTo>
                <a:cubicBezTo>
                  <a:pt x="1791" y="542"/>
                  <a:pt x="1826" y="441"/>
                  <a:pt x="1885" y="358"/>
                </a:cubicBezTo>
                <a:cubicBezTo>
                  <a:pt x="1944" y="441"/>
                  <a:pt x="1979" y="542"/>
                  <a:pt x="1979" y="651"/>
                </a:cubicBezTo>
                <a:cubicBezTo>
                  <a:pt x="1979" y="761"/>
                  <a:pt x="1944" y="862"/>
                  <a:pt x="1885" y="944"/>
                </a:cubicBezTo>
                <a:close/>
                <a:moveTo>
                  <a:pt x="2707" y="944"/>
                </a:moveTo>
                <a:lnTo>
                  <a:pt x="2707" y="944"/>
                </a:lnTo>
                <a:cubicBezTo>
                  <a:pt x="2648" y="862"/>
                  <a:pt x="2613" y="761"/>
                  <a:pt x="2613" y="651"/>
                </a:cubicBezTo>
                <a:cubicBezTo>
                  <a:pt x="2613" y="542"/>
                  <a:pt x="2648" y="441"/>
                  <a:pt x="2707" y="358"/>
                </a:cubicBezTo>
                <a:cubicBezTo>
                  <a:pt x="2766" y="441"/>
                  <a:pt x="2800" y="542"/>
                  <a:pt x="2800" y="651"/>
                </a:cubicBezTo>
                <a:cubicBezTo>
                  <a:pt x="2800" y="761"/>
                  <a:pt x="2766" y="862"/>
                  <a:pt x="2707" y="944"/>
                </a:cubicBezTo>
                <a:close/>
                <a:moveTo>
                  <a:pt x="3117" y="0"/>
                </a:moveTo>
                <a:lnTo>
                  <a:pt x="3117" y="0"/>
                </a:lnTo>
                <a:cubicBezTo>
                  <a:pt x="2962" y="0"/>
                  <a:pt x="2819" y="54"/>
                  <a:pt x="2707" y="145"/>
                </a:cubicBezTo>
                <a:cubicBezTo>
                  <a:pt x="2594" y="54"/>
                  <a:pt x="2452" y="0"/>
                  <a:pt x="2296" y="0"/>
                </a:cubicBezTo>
                <a:cubicBezTo>
                  <a:pt x="2140" y="0"/>
                  <a:pt x="1997" y="54"/>
                  <a:pt x="1885" y="145"/>
                </a:cubicBezTo>
                <a:cubicBezTo>
                  <a:pt x="1773" y="54"/>
                  <a:pt x="1630" y="0"/>
                  <a:pt x="1474" y="0"/>
                </a:cubicBezTo>
                <a:cubicBezTo>
                  <a:pt x="1318" y="0"/>
                  <a:pt x="1175" y="54"/>
                  <a:pt x="1063" y="145"/>
                </a:cubicBezTo>
                <a:cubicBezTo>
                  <a:pt x="951" y="54"/>
                  <a:pt x="808" y="0"/>
                  <a:pt x="653" y="0"/>
                </a:cubicBezTo>
                <a:cubicBezTo>
                  <a:pt x="292" y="0"/>
                  <a:pt x="0" y="291"/>
                  <a:pt x="0" y="651"/>
                </a:cubicBezTo>
                <a:cubicBezTo>
                  <a:pt x="0" y="1011"/>
                  <a:pt x="292" y="1303"/>
                  <a:pt x="653" y="1303"/>
                </a:cubicBezTo>
                <a:cubicBezTo>
                  <a:pt x="808" y="1303"/>
                  <a:pt x="951" y="1249"/>
                  <a:pt x="1063" y="1158"/>
                </a:cubicBezTo>
                <a:cubicBezTo>
                  <a:pt x="1175" y="1249"/>
                  <a:pt x="1318" y="1303"/>
                  <a:pt x="1474" y="1303"/>
                </a:cubicBezTo>
                <a:cubicBezTo>
                  <a:pt x="1630" y="1303"/>
                  <a:pt x="1773" y="1249"/>
                  <a:pt x="1885" y="1158"/>
                </a:cubicBezTo>
                <a:cubicBezTo>
                  <a:pt x="1997" y="1249"/>
                  <a:pt x="2140" y="1303"/>
                  <a:pt x="2296" y="1303"/>
                </a:cubicBezTo>
                <a:cubicBezTo>
                  <a:pt x="2452" y="1303"/>
                  <a:pt x="2594" y="1249"/>
                  <a:pt x="2707" y="1158"/>
                </a:cubicBezTo>
                <a:cubicBezTo>
                  <a:pt x="2819" y="1249"/>
                  <a:pt x="2962" y="1303"/>
                  <a:pt x="3117" y="1303"/>
                </a:cubicBezTo>
                <a:cubicBezTo>
                  <a:pt x="3478" y="1303"/>
                  <a:pt x="3769" y="1011"/>
                  <a:pt x="3769" y="651"/>
                </a:cubicBezTo>
                <a:cubicBezTo>
                  <a:pt x="3769" y="291"/>
                  <a:pt x="3478" y="0"/>
                  <a:pt x="311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29" y="4516105"/>
            <a:ext cx="676671" cy="1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4455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4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324" y="1089025"/>
            <a:ext cx="11341101" cy="5616574"/>
          </a:xfrm>
        </p:spPr>
        <p:txBody>
          <a:bodyPr/>
          <a:lstStyle>
            <a:lvl1pPr marL="216000" indent="-216000">
              <a:buClr>
                <a:schemeClr val="accent6"/>
              </a:buClr>
              <a:buSzPct val="125000"/>
              <a:buFont typeface="Audi Type" pitchFamily="34" charset="0"/>
              <a:buChar char="›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  <a:lvl2pPr marL="432000" indent="-216000">
              <a:buClr>
                <a:schemeClr val="tx2"/>
              </a:buClr>
              <a:buSzPct val="125000"/>
              <a:buFont typeface="Audi Type" pitchFamily="34" charset="0"/>
              <a:buChar char="›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 marL="648000" indent="-216000">
              <a:buClr>
                <a:schemeClr val="accent3"/>
              </a:buClr>
              <a:buSzPct val="125000"/>
              <a:buFont typeface="Audi Type" pitchFamily="34" charset="0"/>
              <a:buChar char="›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 marL="864000" indent="-216000">
              <a:buClr>
                <a:schemeClr val="tx2"/>
              </a:buClr>
              <a:buSzPct val="125000"/>
              <a:buFont typeface="Symbol" panose="05050102010706020507" pitchFamily="18" charset="2"/>
              <a:buChar char="-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 marL="216000" indent="-216000">
              <a:buClr>
                <a:schemeClr val="accent6"/>
              </a:buClr>
              <a:buSzPct val="150000"/>
              <a:buFont typeface="Audi Type" pitchFamily="34" charset="0"/>
              <a:buChar char="›"/>
              <a:defRPr b="0"/>
            </a:lvl5pPr>
          </a:lstStyle>
          <a:p>
            <a:pPr lvl="0"/>
            <a:r>
              <a:rPr lang="en-US" noProof="0" dirty="0"/>
              <a:t>Edit text master format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3286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</p:spTree>
    <p:extLst>
      <p:ext uri="{BB962C8B-B14F-4D97-AF65-F5344CB8AC3E}">
        <p14:creationId xmlns:p14="http://schemas.microsoft.com/office/powerpoint/2010/main" val="249152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11341101" cy="537804"/>
          </a:xfrm>
        </p:spPr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4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324" y="1089025"/>
            <a:ext cx="5493040" cy="5616574"/>
          </a:xfrm>
        </p:spPr>
        <p:txBody>
          <a:bodyPr/>
          <a:lstStyle>
            <a:lvl1pPr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Inhaltsplatzhalter 6">
            <a:extLst>
              <a:ext uri="{FF2B5EF4-FFF2-40B4-BE49-F238E27FC236}">
                <a16:creationId xmlns:a16="http://schemas.microsoft.com/office/drawing/2014/main" id="{FB55AC34-8F56-CD40-A154-2542D581FDC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 bwMode="gray">
          <a:xfrm>
            <a:off x="6543385" y="1089025"/>
            <a:ext cx="5493040" cy="5616574"/>
          </a:xfrm>
        </p:spPr>
        <p:txBody>
          <a:bodyPr/>
          <a:lstStyle>
            <a:lvl1pPr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924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11341101" cy="537804"/>
          </a:xfrm>
        </p:spPr>
        <p:txBody>
          <a:bodyPr/>
          <a:lstStyle/>
          <a:p>
            <a:r>
              <a:rPr lang="en-US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DFDE1CC-3EFE-B048-BEED-6A94F90861DE}"/>
              </a:ext>
            </a:extLst>
          </p:cNvPr>
          <p:cNvCxnSpPr>
            <a:cxnSpLocks/>
          </p:cNvCxnSpPr>
          <p:nvPr userDrawn="1"/>
        </p:nvCxnSpPr>
        <p:spPr>
          <a:xfrm>
            <a:off x="695324" y="1374626"/>
            <a:ext cx="5493039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D3F7ABBF-FC26-7448-BCEF-CB9D612BC011}"/>
              </a:ext>
            </a:extLst>
          </p:cNvPr>
          <p:cNvCxnSpPr>
            <a:cxnSpLocks/>
          </p:cNvCxnSpPr>
          <p:nvPr userDrawn="1"/>
        </p:nvCxnSpPr>
        <p:spPr>
          <a:xfrm>
            <a:off x="6543386" y="1374626"/>
            <a:ext cx="5493039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EAC5495E-4C8C-0A47-A736-7D20FEE8A8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695324" y="1089025"/>
            <a:ext cx="5493040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sp>
        <p:nvSpPr>
          <p:cNvPr id="18" name="Inhaltsplatzhalter 6">
            <a:extLst>
              <a:ext uri="{FF2B5EF4-FFF2-40B4-BE49-F238E27FC236}">
                <a16:creationId xmlns:a16="http://schemas.microsoft.com/office/drawing/2014/main" id="{6C4129D9-8007-B749-8470-1235915ACCF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6543385" y="1089025"/>
            <a:ext cx="5493040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/>
              <a:t>Add headline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15F82816-43AD-4345-97D4-B3DEB9BD07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323" y="1482290"/>
            <a:ext cx="5493039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8" name="Textplatzhalter 26">
            <a:extLst>
              <a:ext uri="{FF2B5EF4-FFF2-40B4-BE49-F238E27FC236}">
                <a16:creationId xmlns:a16="http://schemas.microsoft.com/office/drawing/2014/main" id="{26594C91-D06D-CF4A-A2E0-9B7102DD30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3386" y="1482290"/>
            <a:ext cx="5493039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9264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11341101" cy="537804"/>
          </a:xfrm>
        </p:spPr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DFDE1CC-3EFE-B048-BEED-6A94F90861DE}"/>
              </a:ext>
            </a:extLst>
          </p:cNvPr>
          <p:cNvCxnSpPr>
            <a:cxnSpLocks/>
          </p:cNvCxnSpPr>
          <p:nvPr userDrawn="1"/>
        </p:nvCxnSpPr>
        <p:spPr>
          <a:xfrm>
            <a:off x="695324" y="1374626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EAC5495E-4C8C-0A47-A736-7D20FEE8A8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695324" y="1089025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6C4D752E-3739-B14F-9294-BF870D8C8200}"/>
              </a:ext>
            </a:extLst>
          </p:cNvPr>
          <p:cNvCxnSpPr>
            <a:cxnSpLocks/>
          </p:cNvCxnSpPr>
          <p:nvPr userDrawn="1"/>
        </p:nvCxnSpPr>
        <p:spPr>
          <a:xfrm>
            <a:off x="4601601" y="1374626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1" name="Inhaltsplatzhalter 6">
            <a:extLst>
              <a:ext uri="{FF2B5EF4-FFF2-40B4-BE49-F238E27FC236}">
                <a16:creationId xmlns:a16="http://schemas.microsoft.com/office/drawing/2014/main" id="{04A2E556-2514-AB47-8ECA-84036C67A3A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4601600" y="1089025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329199C6-9301-B84E-84CC-4FC764296CCE}"/>
              </a:ext>
            </a:extLst>
          </p:cNvPr>
          <p:cNvCxnSpPr>
            <a:cxnSpLocks/>
          </p:cNvCxnSpPr>
          <p:nvPr userDrawn="1"/>
        </p:nvCxnSpPr>
        <p:spPr>
          <a:xfrm>
            <a:off x="8507878" y="1374626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4" name="Inhaltsplatzhalter 6">
            <a:extLst>
              <a:ext uri="{FF2B5EF4-FFF2-40B4-BE49-F238E27FC236}">
                <a16:creationId xmlns:a16="http://schemas.microsoft.com/office/drawing/2014/main" id="{A719C8A6-AD1C-B844-A69E-AC402EA0AED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8507877" y="1089025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492CBB1A-B357-D543-B689-FFF6A0E5DC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324" y="1482290"/>
            <a:ext cx="352854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6" name="Textplatzhalter 26">
            <a:extLst>
              <a:ext uri="{FF2B5EF4-FFF2-40B4-BE49-F238E27FC236}">
                <a16:creationId xmlns:a16="http://schemas.microsoft.com/office/drawing/2014/main" id="{5398D6B6-3910-1E44-A818-6005BDE865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01600" y="1482290"/>
            <a:ext cx="352854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7" name="Textplatzhalter 26">
            <a:extLst>
              <a:ext uri="{FF2B5EF4-FFF2-40B4-BE49-F238E27FC236}">
                <a16:creationId xmlns:a16="http://schemas.microsoft.com/office/drawing/2014/main" id="{ED3E61CF-A88D-1044-8028-4F60CECC94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07877" y="1482290"/>
            <a:ext cx="352854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401016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11341101" cy="537804"/>
          </a:xfrm>
        </p:spPr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DFDE1CC-3EFE-B048-BEED-6A94F90861DE}"/>
              </a:ext>
            </a:extLst>
          </p:cNvPr>
          <p:cNvCxnSpPr>
            <a:cxnSpLocks/>
          </p:cNvCxnSpPr>
          <p:nvPr userDrawn="1"/>
        </p:nvCxnSpPr>
        <p:spPr>
          <a:xfrm>
            <a:off x="695324" y="1374626"/>
            <a:ext cx="257858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EAC5495E-4C8C-0A47-A736-7D20FEE8A8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695324" y="1089025"/>
            <a:ext cx="2578589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A9A5BEF9-CACC-2E46-AADC-D36F37146591}"/>
              </a:ext>
            </a:extLst>
          </p:cNvPr>
          <p:cNvCxnSpPr>
            <a:cxnSpLocks/>
          </p:cNvCxnSpPr>
          <p:nvPr userDrawn="1"/>
        </p:nvCxnSpPr>
        <p:spPr>
          <a:xfrm>
            <a:off x="3616162" y="1374626"/>
            <a:ext cx="257858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28" name="Inhaltsplatzhalter 6">
            <a:extLst>
              <a:ext uri="{FF2B5EF4-FFF2-40B4-BE49-F238E27FC236}">
                <a16:creationId xmlns:a16="http://schemas.microsoft.com/office/drawing/2014/main" id="{910623E2-65E8-F847-87C7-DF3BA928B80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3616161" y="1089025"/>
            <a:ext cx="2578589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A650862D-B533-B74D-828D-AA18D986D352}"/>
              </a:ext>
            </a:extLst>
          </p:cNvPr>
          <p:cNvCxnSpPr>
            <a:cxnSpLocks/>
          </p:cNvCxnSpPr>
          <p:nvPr userDrawn="1"/>
        </p:nvCxnSpPr>
        <p:spPr>
          <a:xfrm>
            <a:off x="6536999" y="1374626"/>
            <a:ext cx="257858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1" name="Inhaltsplatzhalter 6">
            <a:extLst>
              <a:ext uri="{FF2B5EF4-FFF2-40B4-BE49-F238E27FC236}">
                <a16:creationId xmlns:a16="http://schemas.microsoft.com/office/drawing/2014/main" id="{696F9E4B-4C85-CF41-9E50-3913EB5CF229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6536998" y="1089025"/>
            <a:ext cx="2578589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929AA3EF-18CF-BE4C-A6D9-96EDFCD1A876}"/>
              </a:ext>
            </a:extLst>
          </p:cNvPr>
          <p:cNvCxnSpPr>
            <a:cxnSpLocks/>
          </p:cNvCxnSpPr>
          <p:nvPr userDrawn="1"/>
        </p:nvCxnSpPr>
        <p:spPr>
          <a:xfrm>
            <a:off x="9457837" y="1374626"/>
            <a:ext cx="2578588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4" name="Inhaltsplatzhalter 6">
            <a:extLst>
              <a:ext uri="{FF2B5EF4-FFF2-40B4-BE49-F238E27FC236}">
                <a16:creationId xmlns:a16="http://schemas.microsoft.com/office/drawing/2014/main" id="{6DA902C5-6C86-A148-985D-EAB0CA94F2D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9457836" y="1089025"/>
            <a:ext cx="2578589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AF5E6C9E-21BF-164C-9D1F-5DDA5EAA39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482290"/>
            <a:ext cx="257858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6" name="Textplatzhalter 26">
            <a:extLst>
              <a:ext uri="{FF2B5EF4-FFF2-40B4-BE49-F238E27FC236}">
                <a16:creationId xmlns:a16="http://schemas.microsoft.com/office/drawing/2014/main" id="{C906FD70-F25E-0147-8D89-50AED42B4F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16162" y="1482290"/>
            <a:ext cx="257858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7" name="Textplatzhalter 26">
            <a:extLst>
              <a:ext uri="{FF2B5EF4-FFF2-40B4-BE49-F238E27FC236}">
                <a16:creationId xmlns:a16="http://schemas.microsoft.com/office/drawing/2014/main" id="{3787E388-8A9B-534F-8396-1D057BB0F0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36999" y="1482290"/>
            <a:ext cx="257858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8" name="Textplatzhalter 26">
            <a:extLst>
              <a:ext uri="{FF2B5EF4-FFF2-40B4-BE49-F238E27FC236}">
                <a16:creationId xmlns:a16="http://schemas.microsoft.com/office/drawing/2014/main" id="{010A1055-FAE4-6247-9770-A2BC981C8C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57837" y="1482290"/>
            <a:ext cx="2578588" cy="5223307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99549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11341101" cy="537804"/>
          </a:xfrm>
        </p:spPr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DFDE1CC-3EFE-B048-BEED-6A94F90861DE}"/>
              </a:ext>
            </a:extLst>
          </p:cNvPr>
          <p:cNvCxnSpPr>
            <a:cxnSpLocks/>
          </p:cNvCxnSpPr>
          <p:nvPr userDrawn="1"/>
        </p:nvCxnSpPr>
        <p:spPr>
          <a:xfrm>
            <a:off x="695324" y="1374626"/>
            <a:ext cx="5493039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D3F7ABBF-FC26-7448-BCEF-CB9D612BC011}"/>
              </a:ext>
            </a:extLst>
          </p:cNvPr>
          <p:cNvCxnSpPr>
            <a:cxnSpLocks/>
          </p:cNvCxnSpPr>
          <p:nvPr userDrawn="1"/>
        </p:nvCxnSpPr>
        <p:spPr>
          <a:xfrm>
            <a:off x="6543386" y="1374626"/>
            <a:ext cx="5493039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EAC5495E-4C8C-0A47-A736-7D20FEE8A8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695324" y="1089025"/>
            <a:ext cx="5493040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sp>
        <p:nvSpPr>
          <p:cNvPr id="18" name="Inhaltsplatzhalter 6">
            <a:extLst>
              <a:ext uri="{FF2B5EF4-FFF2-40B4-BE49-F238E27FC236}">
                <a16:creationId xmlns:a16="http://schemas.microsoft.com/office/drawing/2014/main" id="{6C4129D9-8007-B749-8470-1235915ACCF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6543385" y="1089025"/>
            <a:ext cx="5493040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50B2D276-85CF-F446-B328-412F76582B36}"/>
              </a:ext>
            </a:extLst>
          </p:cNvPr>
          <p:cNvCxnSpPr>
            <a:cxnSpLocks/>
          </p:cNvCxnSpPr>
          <p:nvPr userDrawn="1"/>
        </p:nvCxnSpPr>
        <p:spPr>
          <a:xfrm>
            <a:off x="695324" y="4149087"/>
            <a:ext cx="549303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5" name="Inhaltsplatzhalter 6">
            <a:extLst>
              <a:ext uri="{FF2B5EF4-FFF2-40B4-BE49-F238E27FC236}">
                <a16:creationId xmlns:a16="http://schemas.microsoft.com/office/drawing/2014/main" id="{688346E9-6A2A-9E48-B61F-B39E45323F9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695323" y="3863486"/>
            <a:ext cx="5493039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CBFB1C53-DB0A-9D44-B98C-441C1359DB3E}"/>
              </a:ext>
            </a:extLst>
          </p:cNvPr>
          <p:cNvCxnSpPr>
            <a:cxnSpLocks/>
          </p:cNvCxnSpPr>
          <p:nvPr userDrawn="1"/>
        </p:nvCxnSpPr>
        <p:spPr>
          <a:xfrm>
            <a:off x="6543388" y="4149087"/>
            <a:ext cx="549303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20" name="Inhaltsplatzhalter 6">
            <a:extLst>
              <a:ext uri="{FF2B5EF4-FFF2-40B4-BE49-F238E27FC236}">
                <a16:creationId xmlns:a16="http://schemas.microsoft.com/office/drawing/2014/main" id="{4D8E41E6-7A6B-0D4F-924F-1647ABE47AAE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6543386" y="3863486"/>
            <a:ext cx="5493039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sp>
        <p:nvSpPr>
          <p:cNvPr id="21" name="Textplatzhalter 26">
            <a:extLst>
              <a:ext uri="{FF2B5EF4-FFF2-40B4-BE49-F238E27FC236}">
                <a16:creationId xmlns:a16="http://schemas.microsoft.com/office/drawing/2014/main" id="{846343D3-8D95-4442-93D0-A9924AA79B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324" y="1482291"/>
            <a:ext cx="5493036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2" name="Textplatzhalter 26">
            <a:extLst>
              <a:ext uri="{FF2B5EF4-FFF2-40B4-BE49-F238E27FC236}">
                <a16:creationId xmlns:a16="http://schemas.microsoft.com/office/drawing/2014/main" id="{FD5DB676-B3AD-F94A-A007-CD2B4B5ED45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43389" y="1482291"/>
            <a:ext cx="5493036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3" name="Textplatzhalter 26">
            <a:extLst>
              <a:ext uri="{FF2B5EF4-FFF2-40B4-BE49-F238E27FC236}">
                <a16:creationId xmlns:a16="http://schemas.microsoft.com/office/drawing/2014/main" id="{08798B83-7373-634C-8545-106BFA346C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324" y="4256760"/>
            <a:ext cx="5493036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24" name="Textplatzhalter 26">
            <a:extLst>
              <a:ext uri="{FF2B5EF4-FFF2-40B4-BE49-F238E27FC236}">
                <a16:creationId xmlns:a16="http://schemas.microsoft.com/office/drawing/2014/main" id="{F774DE55-9BAC-4E44-9C02-78E90D1E8D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43389" y="4256760"/>
            <a:ext cx="5493036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48317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ntents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11341101" cy="537804"/>
          </a:xfrm>
        </p:spPr>
        <p:txBody>
          <a:bodyPr/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3DFDE1CC-3EFE-B048-BEED-6A94F90861DE}"/>
              </a:ext>
            </a:extLst>
          </p:cNvPr>
          <p:cNvCxnSpPr>
            <a:cxnSpLocks/>
          </p:cNvCxnSpPr>
          <p:nvPr userDrawn="1"/>
        </p:nvCxnSpPr>
        <p:spPr>
          <a:xfrm>
            <a:off x="695324" y="1374626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EAC5495E-4C8C-0A47-A736-7D20FEE8A8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695324" y="1089025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6C4D752E-3739-B14F-9294-BF870D8C8200}"/>
              </a:ext>
            </a:extLst>
          </p:cNvPr>
          <p:cNvCxnSpPr>
            <a:cxnSpLocks/>
          </p:cNvCxnSpPr>
          <p:nvPr userDrawn="1"/>
        </p:nvCxnSpPr>
        <p:spPr>
          <a:xfrm>
            <a:off x="4601601" y="1374626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1" name="Inhaltsplatzhalter 6">
            <a:extLst>
              <a:ext uri="{FF2B5EF4-FFF2-40B4-BE49-F238E27FC236}">
                <a16:creationId xmlns:a16="http://schemas.microsoft.com/office/drawing/2014/main" id="{04A2E556-2514-AB47-8ECA-84036C67A3A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4601600" y="1089025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329199C6-9301-B84E-84CC-4FC764296CCE}"/>
              </a:ext>
            </a:extLst>
          </p:cNvPr>
          <p:cNvCxnSpPr>
            <a:cxnSpLocks/>
          </p:cNvCxnSpPr>
          <p:nvPr userDrawn="1"/>
        </p:nvCxnSpPr>
        <p:spPr>
          <a:xfrm>
            <a:off x="8507878" y="1374626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4" name="Inhaltsplatzhalter 6">
            <a:extLst>
              <a:ext uri="{FF2B5EF4-FFF2-40B4-BE49-F238E27FC236}">
                <a16:creationId xmlns:a16="http://schemas.microsoft.com/office/drawing/2014/main" id="{A719C8A6-AD1C-B844-A69E-AC402EA0AED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8507877" y="1089025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3B707594-1D99-1947-A28E-113C3D7DA799}"/>
              </a:ext>
            </a:extLst>
          </p:cNvPr>
          <p:cNvCxnSpPr>
            <a:cxnSpLocks/>
          </p:cNvCxnSpPr>
          <p:nvPr userDrawn="1"/>
        </p:nvCxnSpPr>
        <p:spPr>
          <a:xfrm>
            <a:off x="695324" y="4149087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25" name="Inhaltsplatzhalter 6">
            <a:extLst>
              <a:ext uri="{FF2B5EF4-FFF2-40B4-BE49-F238E27FC236}">
                <a16:creationId xmlns:a16="http://schemas.microsoft.com/office/drawing/2014/main" id="{5F6AC994-6BFB-6947-8D53-B2F25A89B9D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695324" y="3863486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6BA33452-9EE1-064A-988A-7376BAE04548}"/>
              </a:ext>
            </a:extLst>
          </p:cNvPr>
          <p:cNvCxnSpPr>
            <a:cxnSpLocks/>
          </p:cNvCxnSpPr>
          <p:nvPr userDrawn="1"/>
        </p:nvCxnSpPr>
        <p:spPr>
          <a:xfrm>
            <a:off x="4601601" y="4149087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28" name="Inhaltsplatzhalter 6">
            <a:extLst>
              <a:ext uri="{FF2B5EF4-FFF2-40B4-BE49-F238E27FC236}">
                <a16:creationId xmlns:a16="http://schemas.microsoft.com/office/drawing/2014/main" id="{B7B0079A-E83A-514D-96F1-B3BDCC6915F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4601600" y="3863486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90C4C3A9-01CB-3640-9F34-B78896425417}"/>
              </a:ext>
            </a:extLst>
          </p:cNvPr>
          <p:cNvCxnSpPr>
            <a:cxnSpLocks/>
          </p:cNvCxnSpPr>
          <p:nvPr userDrawn="1"/>
        </p:nvCxnSpPr>
        <p:spPr>
          <a:xfrm>
            <a:off x="8507878" y="4149087"/>
            <a:ext cx="3528547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7" name="Inhaltsplatzhalter 6">
            <a:extLst>
              <a:ext uri="{FF2B5EF4-FFF2-40B4-BE49-F238E27FC236}">
                <a16:creationId xmlns:a16="http://schemas.microsoft.com/office/drawing/2014/main" id="{D4B50C57-C933-9246-B16B-02671DFB1CC6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 bwMode="gray">
          <a:xfrm>
            <a:off x="8507877" y="3863486"/>
            <a:ext cx="3528548" cy="285597"/>
          </a:xfrm>
        </p:spPr>
        <p:txBody>
          <a:bodyPr/>
          <a:lstStyle>
            <a:lvl1pPr>
              <a:defRPr b="1" i="0">
                <a:latin typeface="Audi Type" panose="020B0503040200000003" pitchFamily="34" charset="0"/>
                <a:cs typeface="Audi Type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 dirty="0"/>
              <a:t>Add headline</a:t>
            </a:r>
          </a:p>
        </p:txBody>
      </p:sp>
      <p:sp>
        <p:nvSpPr>
          <p:cNvPr id="38" name="Textplatzhalter 26">
            <a:extLst>
              <a:ext uri="{FF2B5EF4-FFF2-40B4-BE49-F238E27FC236}">
                <a16:creationId xmlns:a16="http://schemas.microsoft.com/office/drawing/2014/main" id="{295AC084-821D-D346-B3FF-F65530B1C8D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324" y="1482291"/>
            <a:ext cx="3528547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39" name="Textplatzhalter 26">
            <a:extLst>
              <a:ext uri="{FF2B5EF4-FFF2-40B4-BE49-F238E27FC236}">
                <a16:creationId xmlns:a16="http://schemas.microsoft.com/office/drawing/2014/main" id="{E79DD81E-2F6D-2F45-B972-B366412A5E6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01601" y="1482291"/>
            <a:ext cx="3528547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40" name="Textplatzhalter 26">
            <a:extLst>
              <a:ext uri="{FF2B5EF4-FFF2-40B4-BE49-F238E27FC236}">
                <a16:creationId xmlns:a16="http://schemas.microsoft.com/office/drawing/2014/main" id="{4C9D415B-D2EB-1A4F-88A8-4C4FD28F1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07878" y="1482291"/>
            <a:ext cx="3528547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41" name="Textplatzhalter 26">
            <a:extLst>
              <a:ext uri="{FF2B5EF4-FFF2-40B4-BE49-F238E27FC236}">
                <a16:creationId xmlns:a16="http://schemas.microsoft.com/office/drawing/2014/main" id="{1FDC3AAF-7757-A243-926C-526221F6409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324" y="4256760"/>
            <a:ext cx="3528547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42" name="Textplatzhalter 26">
            <a:extLst>
              <a:ext uri="{FF2B5EF4-FFF2-40B4-BE49-F238E27FC236}">
                <a16:creationId xmlns:a16="http://schemas.microsoft.com/office/drawing/2014/main" id="{D7E7143C-0E31-754C-BDBE-EFF5365216E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01601" y="4256760"/>
            <a:ext cx="3528547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  <p:sp>
        <p:nvSpPr>
          <p:cNvPr id="43" name="Textplatzhalter 26">
            <a:extLst>
              <a:ext uri="{FF2B5EF4-FFF2-40B4-BE49-F238E27FC236}">
                <a16:creationId xmlns:a16="http://schemas.microsoft.com/office/drawing/2014/main" id="{90EDD0B3-D332-AD47-BB5F-2285A731B82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07878" y="4256760"/>
            <a:ext cx="3528547" cy="2136224"/>
          </a:xfrm>
        </p:spPr>
        <p:txBody>
          <a:bodyPr/>
          <a:lstStyle>
            <a:lvl1pPr marL="177800" indent="-177800">
              <a:buClr>
                <a:schemeClr val="accent6"/>
              </a:buClr>
              <a:buFont typeface="Zapf Dingbats"/>
              <a:buChar char="❯"/>
              <a:tabLst/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44006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5" y="300396"/>
            <a:ext cx="11341099" cy="537804"/>
          </a:xfrm>
        </p:spPr>
        <p:txBody>
          <a:bodyPr/>
          <a:lstStyle/>
          <a:p>
            <a:r>
              <a:rPr lang="en-US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95324" y="1089025"/>
            <a:ext cx="5646623" cy="2784475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CB54E4B5-B339-8F49-8955-5BF1C0DCDC8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6389801" y="1089025"/>
            <a:ext cx="5646623" cy="2784475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  <p:sp>
        <p:nvSpPr>
          <p:cNvPr id="23" name="Bildplatzhalter 3">
            <a:extLst>
              <a:ext uri="{FF2B5EF4-FFF2-40B4-BE49-F238E27FC236}">
                <a16:creationId xmlns:a16="http://schemas.microsoft.com/office/drawing/2014/main" id="{B57FED0C-ED40-1145-B293-EFEC53400A9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695324" y="3920837"/>
            <a:ext cx="5646623" cy="2784475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70F8897-7067-3245-948F-6FE3834C005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6389801" y="3920837"/>
            <a:ext cx="5646623" cy="2784475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</p:spTree>
    <p:extLst>
      <p:ext uri="{BB962C8B-B14F-4D97-AF65-F5344CB8AC3E}">
        <p14:creationId xmlns:p14="http://schemas.microsoft.com/office/powerpoint/2010/main" val="4231495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858000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</p:spTree>
    <p:extLst>
      <p:ext uri="{BB962C8B-B14F-4D97-AF65-F5344CB8AC3E}">
        <p14:creationId xmlns:p14="http://schemas.microsoft.com/office/powerpoint/2010/main" val="1532209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A7CFDEC-8980-6043-A592-C01CD41CE2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52395" y="1076325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Edit Master Title Format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34" name="Textplatzhalter 19">
            <a:extLst>
              <a:ext uri="{FF2B5EF4-FFF2-40B4-BE49-F238E27FC236}">
                <a16:creationId xmlns:a16="http://schemas.microsoft.com/office/drawing/2014/main" id="{196E225E-1A45-6740-BD6D-86EE610A89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2395" y="212144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C582A761-5190-FA48-9223-7777578FB0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2395" y="3166561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553D211E-7BF8-B84F-B468-6041A480F8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52395" y="4219054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43" name="Textplatzhalter 19">
            <a:extLst>
              <a:ext uri="{FF2B5EF4-FFF2-40B4-BE49-F238E27FC236}">
                <a16:creationId xmlns:a16="http://schemas.microsoft.com/office/drawing/2014/main" id="{960410E4-AF54-F940-B6EB-ACE6E98A75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2395" y="528630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48" name="Textplatzhalter 21">
            <a:extLst>
              <a:ext uri="{FF2B5EF4-FFF2-40B4-BE49-F238E27FC236}">
                <a16:creationId xmlns:a16="http://schemas.microsoft.com/office/drawing/2014/main" id="{C4D9BC1A-3066-2546-8B16-33A1BD436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2907" y="1235487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1</a:t>
            </a:r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C77C10C2-A3E5-B64A-BAA3-7E64CCEB9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2907" y="1521673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1</a:t>
            </a:r>
          </a:p>
        </p:txBody>
      </p:sp>
      <p:sp>
        <p:nvSpPr>
          <p:cNvPr id="50" name="Textplatzhalter 21">
            <a:extLst>
              <a:ext uri="{FF2B5EF4-FFF2-40B4-BE49-F238E27FC236}">
                <a16:creationId xmlns:a16="http://schemas.microsoft.com/office/drawing/2014/main" id="{F45F6ACA-0CB2-0041-ABDC-0ACE07CF73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42907" y="2280605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2</a:t>
            </a:r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2F540847-7EF2-E644-97F9-67F7C36131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42907" y="2566791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2</a:t>
            </a:r>
          </a:p>
        </p:txBody>
      </p:sp>
      <p:sp>
        <p:nvSpPr>
          <p:cNvPr id="52" name="Textplatzhalter 21">
            <a:extLst>
              <a:ext uri="{FF2B5EF4-FFF2-40B4-BE49-F238E27FC236}">
                <a16:creationId xmlns:a16="http://schemas.microsoft.com/office/drawing/2014/main" id="{C9BA0CC5-C97B-CB40-B55D-47F3DF5FB7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2907" y="3325723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3</a:t>
            </a:r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4A1F2CD7-D4D5-1549-8B6F-6A1942269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42907" y="3611909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3</a:t>
            </a:r>
          </a:p>
        </p:txBody>
      </p:sp>
      <p:sp>
        <p:nvSpPr>
          <p:cNvPr id="54" name="Textplatzhalter 21">
            <a:extLst>
              <a:ext uri="{FF2B5EF4-FFF2-40B4-BE49-F238E27FC236}">
                <a16:creationId xmlns:a16="http://schemas.microsoft.com/office/drawing/2014/main" id="{7401EBD5-B928-4643-86C8-EA585E7F2C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42907" y="4378216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4</a:t>
            </a:r>
          </a:p>
        </p:txBody>
      </p:sp>
      <p:sp>
        <p:nvSpPr>
          <p:cNvPr id="55" name="Textplatzhalter 24">
            <a:extLst>
              <a:ext uri="{FF2B5EF4-FFF2-40B4-BE49-F238E27FC236}">
                <a16:creationId xmlns:a16="http://schemas.microsoft.com/office/drawing/2014/main" id="{A2EE3732-297D-024C-BFD0-CD792FE446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2907" y="4664402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4</a:t>
            </a:r>
          </a:p>
        </p:txBody>
      </p:sp>
      <p:sp>
        <p:nvSpPr>
          <p:cNvPr id="56" name="Textplatzhalter 21">
            <a:extLst>
              <a:ext uri="{FF2B5EF4-FFF2-40B4-BE49-F238E27FC236}">
                <a16:creationId xmlns:a16="http://schemas.microsoft.com/office/drawing/2014/main" id="{EF098C7E-3CF8-1A45-85B2-89ED6AB6B3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42907" y="5445465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5</a:t>
            </a:r>
          </a:p>
        </p:txBody>
      </p:sp>
      <p:sp>
        <p:nvSpPr>
          <p:cNvPr id="57" name="Textplatzhalter 24">
            <a:extLst>
              <a:ext uri="{FF2B5EF4-FFF2-40B4-BE49-F238E27FC236}">
                <a16:creationId xmlns:a16="http://schemas.microsoft.com/office/drawing/2014/main" id="{EA7AA22B-B607-4947-8B39-84A10E7C9F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42907" y="5731651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5</a:t>
            </a:r>
          </a:p>
        </p:txBody>
      </p:sp>
    </p:spTree>
    <p:extLst>
      <p:ext uri="{BB962C8B-B14F-4D97-AF65-F5344CB8AC3E}">
        <p14:creationId xmlns:p14="http://schemas.microsoft.com/office/powerpoint/2010/main" val="2971398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 (1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platzhalter 19">
            <a:extLst>
              <a:ext uri="{FF2B5EF4-FFF2-40B4-BE49-F238E27FC236}">
                <a16:creationId xmlns:a16="http://schemas.microsoft.com/office/drawing/2014/main" id="{964AB875-6680-0549-8405-16D50D66091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95324" y="107632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Edit Master Title Format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52" name="Textplatzhalter 21">
            <a:extLst>
              <a:ext uri="{FF2B5EF4-FFF2-40B4-BE49-F238E27FC236}">
                <a16:creationId xmlns:a16="http://schemas.microsoft.com/office/drawing/2014/main" id="{CB43748F-9EC4-DA48-B4DB-8A53A716CC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5837" y="1235487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1</a:t>
            </a:r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32E92291-586E-7E45-AA4A-089AB322A5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85837" y="1521673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1</a:t>
            </a:r>
          </a:p>
        </p:txBody>
      </p:sp>
      <p:sp>
        <p:nvSpPr>
          <p:cNvPr id="54" name="Textplatzhalter 19">
            <a:extLst>
              <a:ext uri="{FF2B5EF4-FFF2-40B4-BE49-F238E27FC236}">
                <a16:creationId xmlns:a16="http://schemas.microsoft.com/office/drawing/2014/main" id="{FE23E5F0-404A-8B47-A1ED-C22D45AAD0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4" y="212144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55" name="Textplatzhalter 21">
            <a:extLst>
              <a:ext uri="{FF2B5EF4-FFF2-40B4-BE49-F238E27FC236}">
                <a16:creationId xmlns:a16="http://schemas.microsoft.com/office/drawing/2014/main" id="{C5C12076-E69B-074D-A483-64FD256F05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5837" y="2280605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2</a:t>
            </a:r>
          </a:p>
        </p:txBody>
      </p:sp>
      <p:sp>
        <p:nvSpPr>
          <p:cNvPr id="56" name="Textplatzhalter 24">
            <a:extLst>
              <a:ext uri="{FF2B5EF4-FFF2-40B4-BE49-F238E27FC236}">
                <a16:creationId xmlns:a16="http://schemas.microsoft.com/office/drawing/2014/main" id="{667CF78A-0D7C-3F49-886A-4D34FB9077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5837" y="2566791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2</a:t>
            </a:r>
          </a:p>
        </p:txBody>
      </p:sp>
      <p:sp>
        <p:nvSpPr>
          <p:cNvPr id="57" name="Textplatzhalter 19">
            <a:extLst>
              <a:ext uri="{FF2B5EF4-FFF2-40B4-BE49-F238E27FC236}">
                <a16:creationId xmlns:a16="http://schemas.microsoft.com/office/drawing/2014/main" id="{0B85788E-173D-DE44-9E69-09734DC344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4" y="318131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58" name="Textplatzhalter 21">
            <a:extLst>
              <a:ext uri="{FF2B5EF4-FFF2-40B4-BE49-F238E27FC236}">
                <a16:creationId xmlns:a16="http://schemas.microsoft.com/office/drawing/2014/main" id="{3CD9751D-1349-E449-9887-3CDBEC145F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5837" y="3340475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3</a:t>
            </a:r>
          </a:p>
        </p:txBody>
      </p:sp>
      <p:sp>
        <p:nvSpPr>
          <p:cNvPr id="59" name="Textplatzhalter 24">
            <a:extLst>
              <a:ext uri="{FF2B5EF4-FFF2-40B4-BE49-F238E27FC236}">
                <a16:creationId xmlns:a16="http://schemas.microsoft.com/office/drawing/2014/main" id="{A7B99287-96AE-A443-A270-1DE14E37A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5837" y="3626661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3</a:t>
            </a:r>
          </a:p>
        </p:txBody>
      </p:sp>
      <p:sp>
        <p:nvSpPr>
          <p:cNvPr id="60" name="Textplatzhalter 19">
            <a:extLst>
              <a:ext uri="{FF2B5EF4-FFF2-40B4-BE49-F238E27FC236}">
                <a16:creationId xmlns:a16="http://schemas.microsoft.com/office/drawing/2014/main" id="{13C9B3DA-EB48-9747-8C0D-A56E1FFDF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324" y="4233806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61" name="Textplatzhalter 21">
            <a:extLst>
              <a:ext uri="{FF2B5EF4-FFF2-40B4-BE49-F238E27FC236}">
                <a16:creationId xmlns:a16="http://schemas.microsoft.com/office/drawing/2014/main" id="{D093DF17-43A6-3B49-ACB7-EF51492BAB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5837" y="4392968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4</a:t>
            </a:r>
          </a:p>
        </p:txBody>
      </p:sp>
      <p:sp>
        <p:nvSpPr>
          <p:cNvPr id="62" name="Textplatzhalter 24">
            <a:extLst>
              <a:ext uri="{FF2B5EF4-FFF2-40B4-BE49-F238E27FC236}">
                <a16:creationId xmlns:a16="http://schemas.microsoft.com/office/drawing/2014/main" id="{2AD1FE6D-2EC2-1649-B2AA-D3EA0C2191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85837" y="4679154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4</a:t>
            </a:r>
          </a:p>
        </p:txBody>
      </p:sp>
      <p:sp>
        <p:nvSpPr>
          <p:cNvPr id="63" name="Textplatzhalter 19">
            <a:extLst>
              <a:ext uri="{FF2B5EF4-FFF2-40B4-BE49-F238E27FC236}">
                <a16:creationId xmlns:a16="http://schemas.microsoft.com/office/drawing/2014/main" id="{11A82224-1ECE-EA45-A5CC-E57B5A8CEF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4" y="528630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64" name="Textplatzhalter 21">
            <a:extLst>
              <a:ext uri="{FF2B5EF4-FFF2-40B4-BE49-F238E27FC236}">
                <a16:creationId xmlns:a16="http://schemas.microsoft.com/office/drawing/2014/main" id="{0AE26869-D205-8243-A6E6-57DA6BE2AB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85837" y="5445465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5</a:t>
            </a:r>
          </a:p>
        </p:txBody>
      </p:sp>
      <p:sp>
        <p:nvSpPr>
          <p:cNvPr id="65" name="Textplatzhalter 24">
            <a:extLst>
              <a:ext uri="{FF2B5EF4-FFF2-40B4-BE49-F238E27FC236}">
                <a16:creationId xmlns:a16="http://schemas.microsoft.com/office/drawing/2014/main" id="{FE92589A-B260-C249-8A12-9F8B1E81EA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85837" y="5731651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5</a:t>
            </a:r>
          </a:p>
        </p:txBody>
      </p:sp>
      <p:sp>
        <p:nvSpPr>
          <p:cNvPr id="66" name="Textplatzhalter 19">
            <a:extLst>
              <a:ext uri="{FF2B5EF4-FFF2-40B4-BE49-F238E27FC236}">
                <a16:creationId xmlns:a16="http://schemas.microsoft.com/office/drawing/2014/main" id="{1E0D804A-9B13-2D45-B586-1413C0D774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5754" y="107632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72" name="Textplatzhalter 21">
            <a:extLst>
              <a:ext uri="{FF2B5EF4-FFF2-40B4-BE49-F238E27FC236}">
                <a16:creationId xmlns:a16="http://schemas.microsoft.com/office/drawing/2014/main" id="{0C011DDE-2476-F44D-9121-0F4F8E5CA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26267" y="1235487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6</a:t>
            </a:r>
          </a:p>
        </p:txBody>
      </p:sp>
      <p:sp>
        <p:nvSpPr>
          <p:cNvPr id="73" name="Textplatzhalter 24">
            <a:extLst>
              <a:ext uri="{FF2B5EF4-FFF2-40B4-BE49-F238E27FC236}">
                <a16:creationId xmlns:a16="http://schemas.microsoft.com/office/drawing/2014/main" id="{09AB6EB8-D62E-C649-9169-0163797D654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26267" y="1521673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6</a:t>
            </a:r>
          </a:p>
        </p:txBody>
      </p:sp>
      <p:sp>
        <p:nvSpPr>
          <p:cNvPr id="74" name="Textplatzhalter 19">
            <a:extLst>
              <a:ext uri="{FF2B5EF4-FFF2-40B4-BE49-F238E27FC236}">
                <a16:creationId xmlns:a16="http://schemas.microsoft.com/office/drawing/2014/main" id="{274A9A0A-D789-9349-A0C4-D28369CC85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5754" y="212144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75" name="Textplatzhalter 21">
            <a:extLst>
              <a:ext uri="{FF2B5EF4-FFF2-40B4-BE49-F238E27FC236}">
                <a16:creationId xmlns:a16="http://schemas.microsoft.com/office/drawing/2014/main" id="{EEF1D897-4CAD-3B41-9CEF-B0004099BD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26267" y="2280605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7</a:t>
            </a:r>
          </a:p>
        </p:txBody>
      </p:sp>
      <p:sp>
        <p:nvSpPr>
          <p:cNvPr id="76" name="Textplatzhalter 24">
            <a:extLst>
              <a:ext uri="{FF2B5EF4-FFF2-40B4-BE49-F238E27FC236}">
                <a16:creationId xmlns:a16="http://schemas.microsoft.com/office/drawing/2014/main" id="{547B0E88-817C-8D4A-876F-924BA65E81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6267" y="2566791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7</a:t>
            </a:r>
          </a:p>
        </p:txBody>
      </p:sp>
      <p:sp>
        <p:nvSpPr>
          <p:cNvPr id="77" name="Textplatzhalter 19">
            <a:extLst>
              <a:ext uri="{FF2B5EF4-FFF2-40B4-BE49-F238E27FC236}">
                <a16:creationId xmlns:a16="http://schemas.microsoft.com/office/drawing/2014/main" id="{84DA0226-8A2B-8A40-9D6C-99B6FB69F4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35754" y="318131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08</a:t>
            </a:r>
          </a:p>
        </p:txBody>
      </p:sp>
      <p:sp>
        <p:nvSpPr>
          <p:cNvPr id="78" name="Textplatzhalter 21">
            <a:extLst>
              <a:ext uri="{FF2B5EF4-FFF2-40B4-BE49-F238E27FC236}">
                <a16:creationId xmlns:a16="http://schemas.microsoft.com/office/drawing/2014/main" id="{BB2BB699-4C06-3545-910B-CF4721EB87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6267" y="3340475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8</a:t>
            </a:r>
          </a:p>
        </p:txBody>
      </p:sp>
      <p:sp>
        <p:nvSpPr>
          <p:cNvPr id="79" name="Textplatzhalter 24">
            <a:extLst>
              <a:ext uri="{FF2B5EF4-FFF2-40B4-BE49-F238E27FC236}">
                <a16:creationId xmlns:a16="http://schemas.microsoft.com/office/drawing/2014/main" id="{21D3C78F-B89E-824B-B82F-B9904014F90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6267" y="3626661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8</a:t>
            </a:r>
          </a:p>
        </p:txBody>
      </p:sp>
      <p:sp>
        <p:nvSpPr>
          <p:cNvPr id="80" name="Textplatzhalter 19">
            <a:extLst>
              <a:ext uri="{FF2B5EF4-FFF2-40B4-BE49-F238E27FC236}">
                <a16:creationId xmlns:a16="http://schemas.microsoft.com/office/drawing/2014/main" id="{28D2A6E8-8F71-554F-83F3-07F6D519FFE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5754" y="4233806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09</a:t>
            </a:r>
          </a:p>
        </p:txBody>
      </p:sp>
      <p:sp>
        <p:nvSpPr>
          <p:cNvPr id="81" name="Textplatzhalter 21">
            <a:extLst>
              <a:ext uri="{FF2B5EF4-FFF2-40B4-BE49-F238E27FC236}">
                <a16:creationId xmlns:a16="http://schemas.microsoft.com/office/drawing/2014/main" id="{8EB86CEA-784A-8641-B4E2-1127DE8420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6267" y="4392968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9</a:t>
            </a:r>
          </a:p>
        </p:txBody>
      </p:sp>
      <p:sp>
        <p:nvSpPr>
          <p:cNvPr id="82" name="Textplatzhalter 24">
            <a:extLst>
              <a:ext uri="{FF2B5EF4-FFF2-40B4-BE49-F238E27FC236}">
                <a16:creationId xmlns:a16="http://schemas.microsoft.com/office/drawing/2014/main" id="{89C677E1-5EE3-F044-832C-2137C22AE7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6267" y="4679154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9</a:t>
            </a:r>
          </a:p>
        </p:txBody>
      </p:sp>
      <p:sp>
        <p:nvSpPr>
          <p:cNvPr id="83" name="Textplatzhalter 19">
            <a:extLst>
              <a:ext uri="{FF2B5EF4-FFF2-40B4-BE49-F238E27FC236}">
                <a16:creationId xmlns:a16="http://schemas.microsoft.com/office/drawing/2014/main" id="{9E18C8B5-CFC3-174C-BBEE-DDC929D1EE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35754" y="528630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84" name="Textplatzhalter 21">
            <a:extLst>
              <a:ext uri="{FF2B5EF4-FFF2-40B4-BE49-F238E27FC236}">
                <a16:creationId xmlns:a16="http://schemas.microsoft.com/office/drawing/2014/main" id="{2F6BB647-490D-9A42-89FC-A296D9E90AC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6267" y="5445465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10</a:t>
            </a:r>
          </a:p>
        </p:txBody>
      </p:sp>
      <p:sp>
        <p:nvSpPr>
          <p:cNvPr id="85" name="Textplatzhalter 24">
            <a:extLst>
              <a:ext uri="{FF2B5EF4-FFF2-40B4-BE49-F238E27FC236}">
                <a16:creationId xmlns:a16="http://schemas.microsoft.com/office/drawing/2014/main" id="{7BCA28E1-164E-3545-A993-8D0418CFCD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6267" y="5731651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10</a:t>
            </a:r>
          </a:p>
        </p:txBody>
      </p:sp>
    </p:spTree>
    <p:extLst>
      <p:ext uri="{BB962C8B-B14F-4D97-AF65-F5344CB8AC3E}">
        <p14:creationId xmlns:p14="http://schemas.microsoft.com/office/powerpoint/2010/main" val="702062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platzhalter 19">
            <a:extLst>
              <a:ext uri="{FF2B5EF4-FFF2-40B4-BE49-F238E27FC236}">
                <a16:creationId xmlns:a16="http://schemas.microsoft.com/office/drawing/2014/main" id="{542C6DD5-ED39-BF4D-83BF-E13CBCEC83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52395" y="1525150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61" name="Textplatzhalter 19">
            <a:extLst>
              <a:ext uri="{FF2B5EF4-FFF2-40B4-BE49-F238E27FC236}">
                <a16:creationId xmlns:a16="http://schemas.microsoft.com/office/drawing/2014/main" id="{6289922A-C859-654E-96A5-28B4888C1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2395" y="2579493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67" name="Textplatzhalter 19">
            <a:extLst>
              <a:ext uri="{FF2B5EF4-FFF2-40B4-BE49-F238E27FC236}">
                <a16:creationId xmlns:a16="http://schemas.microsoft.com/office/drawing/2014/main" id="{6DDA70D4-9A4A-EA4E-BACE-328C4E6F5E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2395" y="3631987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70" name="Textplatzhalter 19">
            <a:extLst>
              <a:ext uri="{FF2B5EF4-FFF2-40B4-BE49-F238E27FC236}">
                <a16:creationId xmlns:a16="http://schemas.microsoft.com/office/drawing/2014/main" id="{586AC32C-7227-FE46-B7B8-C0E5149E59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52395" y="4675032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73" name="Textplatzhalter 19">
            <a:extLst>
              <a:ext uri="{FF2B5EF4-FFF2-40B4-BE49-F238E27FC236}">
                <a16:creationId xmlns:a16="http://schemas.microsoft.com/office/drawing/2014/main" id="{4CF164C0-70D5-C342-A339-AC1D7EE4FC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2395" y="5718077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65" name="Textplatzhalter 21">
            <a:extLst>
              <a:ext uri="{FF2B5EF4-FFF2-40B4-BE49-F238E27FC236}">
                <a16:creationId xmlns:a16="http://schemas.microsoft.com/office/drawing/2014/main" id="{F03B5C3A-14E5-DA4A-9612-C4395C8559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2907" y="1684312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1</a:t>
            </a:r>
          </a:p>
        </p:txBody>
      </p:sp>
      <p:sp>
        <p:nvSpPr>
          <p:cNvPr id="66" name="Textplatzhalter 24">
            <a:extLst>
              <a:ext uri="{FF2B5EF4-FFF2-40B4-BE49-F238E27FC236}">
                <a16:creationId xmlns:a16="http://schemas.microsoft.com/office/drawing/2014/main" id="{10AA1B55-2BBB-174D-A32E-CB418C6F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2907" y="1970498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CE26582-5B27-F34F-84A6-0E0AF19CE21E}"/>
              </a:ext>
            </a:extLst>
          </p:cNvPr>
          <p:cNvSpPr/>
          <p:nvPr userDrawn="1"/>
        </p:nvSpPr>
        <p:spPr>
          <a:xfrm>
            <a:off x="0" y="0"/>
            <a:ext cx="1338470" cy="3048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2" name="Textplatzhalter 21">
            <a:extLst>
              <a:ext uri="{FF2B5EF4-FFF2-40B4-BE49-F238E27FC236}">
                <a16:creationId xmlns:a16="http://schemas.microsoft.com/office/drawing/2014/main" id="{268D4D45-9604-AD45-84FD-9587025615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42907" y="2738655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2</a:t>
            </a:r>
          </a:p>
        </p:txBody>
      </p:sp>
      <p:sp>
        <p:nvSpPr>
          <p:cNvPr id="63" name="Textplatzhalter 24">
            <a:extLst>
              <a:ext uri="{FF2B5EF4-FFF2-40B4-BE49-F238E27FC236}">
                <a16:creationId xmlns:a16="http://schemas.microsoft.com/office/drawing/2014/main" id="{FAA6C37F-3E2D-BC41-9C5C-2EF9962C5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42907" y="3024841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2</a:t>
            </a:r>
          </a:p>
        </p:txBody>
      </p:sp>
      <p:sp>
        <p:nvSpPr>
          <p:cNvPr id="68" name="Textplatzhalter 21">
            <a:extLst>
              <a:ext uri="{FF2B5EF4-FFF2-40B4-BE49-F238E27FC236}">
                <a16:creationId xmlns:a16="http://schemas.microsoft.com/office/drawing/2014/main" id="{E4A97563-612F-FB42-AA8E-3E26E6150B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2907" y="3791149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3</a:t>
            </a:r>
          </a:p>
        </p:txBody>
      </p:sp>
      <p:sp>
        <p:nvSpPr>
          <p:cNvPr id="69" name="Textplatzhalter 24">
            <a:extLst>
              <a:ext uri="{FF2B5EF4-FFF2-40B4-BE49-F238E27FC236}">
                <a16:creationId xmlns:a16="http://schemas.microsoft.com/office/drawing/2014/main" id="{FC6E1B31-D694-5541-B42D-CBF164C35B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42907" y="4077335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3</a:t>
            </a:r>
          </a:p>
        </p:txBody>
      </p:sp>
      <p:sp>
        <p:nvSpPr>
          <p:cNvPr id="71" name="Textplatzhalter 21">
            <a:extLst>
              <a:ext uri="{FF2B5EF4-FFF2-40B4-BE49-F238E27FC236}">
                <a16:creationId xmlns:a16="http://schemas.microsoft.com/office/drawing/2014/main" id="{6ECA5F3C-B9F0-AC4D-827A-730FF275E3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2907" y="4834194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4</a:t>
            </a:r>
          </a:p>
        </p:txBody>
      </p:sp>
      <p:sp>
        <p:nvSpPr>
          <p:cNvPr id="72" name="Textplatzhalter 24">
            <a:extLst>
              <a:ext uri="{FF2B5EF4-FFF2-40B4-BE49-F238E27FC236}">
                <a16:creationId xmlns:a16="http://schemas.microsoft.com/office/drawing/2014/main" id="{C819C416-75DE-4043-A309-F181B5EB2F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42907" y="5120380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4</a:t>
            </a:r>
          </a:p>
        </p:txBody>
      </p:sp>
      <p:sp>
        <p:nvSpPr>
          <p:cNvPr id="74" name="Textplatzhalter 21">
            <a:extLst>
              <a:ext uri="{FF2B5EF4-FFF2-40B4-BE49-F238E27FC236}">
                <a16:creationId xmlns:a16="http://schemas.microsoft.com/office/drawing/2014/main" id="{825B7708-1ADD-7F43-9027-1B2B007F6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42907" y="5877239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5</a:t>
            </a:r>
          </a:p>
        </p:txBody>
      </p:sp>
      <p:sp>
        <p:nvSpPr>
          <p:cNvPr id="75" name="Textplatzhalter 24">
            <a:extLst>
              <a:ext uri="{FF2B5EF4-FFF2-40B4-BE49-F238E27FC236}">
                <a16:creationId xmlns:a16="http://schemas.microsoft.com/office/drawing/2014/main" id="{4D7AC15C-7F40-C144-B7D7-46DCDE265B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42907" y="6163425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5</a:t>
            </a:r>
          </a:p>
        </p:txBody>
      </p:sp>
      <p:sp>
        <p:nvSpPr>
          <p:cNvPr id="77" name="Inhaltsplatzhalter 4">
            <a:extLst>
              <a:ext uri="{FF2B5EF4-FFF2-40B4-BE49-F238E27FC236}">
                <a16:creationId xmlns:a16="http://schemas.microsoft.com/office/drawing/2014/main" id="{8A2780DA-E953-2743-83CF-95B3C863D2A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63836" y="-232612"/>
            <a:ext cx="12227151" cy="1588293"/>
          </a:xfrm>
        </p:spPr>
        <p:txBody>
          <a:bodyPr/>
          <a:lstStyle>
            <a:lvl1pPr>
              <a:defRPr sz="100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10460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1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platzhalter 19">
            <a:extLst>
              <a:ext uri="{FF2B5EF4-FFF2-40B4-BE49-F238E27FC236}">
                <a16:creationId xmlns:a16="http://schemas.microsoft.com/office/drawing/2014/main" id="{18EE0F49-8A48-344E-BF0D-21CD27ECB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1513844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01</a:t>
            </a:r>
          </a:p>
        </p:txBody>
      </p:sp>
      <p:sp>
        <p:nvSpPr>
          <p:cNvPr id="165" name="Textplatzhalter 19">
            <a:extLst>
              <a:ext uri="{FF2B5EF4-FFF2-40B4-BE49-F238E27FC236}">
                <a16:creationId xmlns:a16="http://schemas.microsoft.com/office/drawing/2014/main" id="{ED0A8F02-2C0F-4E49-A312-7E32ECF7A1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4" y="2558962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02</a:t>
            </a:r>
          </a:p>
        </p:txBody>
      </p:sp>
      <p:sp>
        <p:nvSpPr>
          <p:cNvPr id="168" name="Textplatzhalter 19">
            <a:extLst>
              <a:ext uri="{FF2B5EF4-FFF2-40B4-BE49-F238E27FC236}">
                <a16:creationId xmlns:a16="http://schemas.microsoft.com/office/drawing/2014/main" id="{A794A86F-2909-5848-8C3F-DC453BF118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4" y="3618832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03</a:t>
            </a:r>
          </a:p>
        </p:txBody>
      </p:sp>
      <p:sp>
        <p:nvSpPr>
          <p:cNvPr id="171" name="Textplatzhalter 19">
            <a:extLst>
              <a:ext uri="{FF2B5EF4-FFF2-40B4-BE49-F238E27FC236}">
                <a16:creationId xmlns:a16="http://schemas.microsoft.com/office/drawing/2014/main" id="{B7C07E03-FD20-0F44-898B-656FF67335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324" y="467132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04</a:t>
            </a:r>
          </a:p>
        </p:txBody>
      </p:sp>
      <p:sp>
        <p:nvSpPr>
          <p:cNvPr id="174" name="Textplatzhalter 19">
            <a:extLst>
              <a:ext uri="{FF2B5EF4-FFF2-40B4-BE49-F238E27FC236}">
                <a16:creationId xmlns:a16="http://schemas.microsoft.com/office/drawing/2014/main" id="{7E02F43D-2411-8F48-A19A-52FB6C2578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4" y="5723822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05</a:t>
            </a:r>
          </a:p>
        </p:txBody>
      </p:sp>
      <p:sp>
        <p:nvSpPr>
          <p:cNvPr id="177" name="Textplatzhalter 19">
            <a:extLst>
              <a:ext uri="{FF2B5EF4-FFF2-40B4-BE49-F238E27FC236}">
                <a16:creationId xmlns:a16="http://schemas.microsoft.com/office/drawing/2014/main" id="{A48F6066-D07C-0540-86E3-EEC4DB247C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5754" y="1513844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06</a:t>
            </a:r>
          </a:p>
        </p:txBody>
      </p:sp>
      <p:sp>
        <p:nvSpPr>
          <p:cNvPr id="180" name="Textplatzhalter 19">
            <a:extLst>
              <a:ext uri="{FF2B5EF4-FFF2-40B4-BE49-F238E27FC236}">
                <a16:creationId xmlns:a16="http://schemas.microsoft.com/office/drawing/2014/main" id="{B21C59EF-79F4-E44E-865F-149E3CF994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35754" y="2558962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07</a:t>
            </a:r>
          </a:p>
        </p:txBody>
      </p:sp>
      <p:sp>
        <p:nvSpPr>
          <p:cNvPr id="183" name="Textplatzhalter 19">
            <a:extLst>
              <a:ext uri="{FF2B5EF4-FFF2-40B4-BE49-F238E27FC236}">
                <a16:creationId xmlns:a16="http://schemas.microsoft.com/office/drawing/2014/main" id="{3418FEDB-E9BC-D54A-80CC-41FA833FA3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5754" y="3618832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08</a:t>
            </a:r>
          </a:p>
        </p:txBody>
      </p:sp>
      <p:sp>
        <p:nvSpPr>
          <p:cNvPr id="186" name="Textplatzhalter 19">
            <a:extLst>
              <a:ext uri="{FF2B5EF4-FFF2-40B4-BE49-F238E27FC236}">
                <a16:creationId xmlns:a16="http://schemas.microsoft.com/office/drawing/2014/main" id="{7906B3BA-7C40-D74B-8B7F-C2998C24787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635754" y="467132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09</a:t>
            </a:r>
          </a:p>
        </p:txBody>
      </p:sp>
      <p:sp>
        <p:nvSpPr>
          <p:cNvPr id="189" name="Textplatzhalter 19">
            <a:extLst>
              <a:ext uri="{FF2B5EF4-FFF2-40B4-BE49-F238E27FC236}">
                <a16:creationId xmlns:a16="http://schemas.microsoft.com/office/drawing/2014/main" id="{18DADA5F-C5A1-A64D-BEA8-301529ACD7F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35754" y="5723822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163" name="Textplatzhalter 21">
            <a:extLst>
              <a:ext uri="{FF2B5EF4-FFF2-40B4-BE49-F238E27FC236}">
                <a16:creationId xmlns:a16="http://schemas.microsoft.com/office/drawing/2014/main" id="{66450596-C416-D643-B024-C3B3912DE2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5837" y="1673006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1</a:t>
            </a:r>
          </a:p>
        </p:txBody>
      </p:sp>
      <p:sp>
        <p:nvSpPr>
          <p:cNvPr id="164" name="Textplatzhalter 24">
            <a:extLst>
              <a:ext uri="{FF2B5EF4-FFF2-40B4-BE49-F238E27FC236}">
                <a16:creationId xmlns:a16="http://schemas.microsoft.com/office/drawing/2014/main" id="{75A5C90C-FB3B-CA48-A883-9896F330CA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85837" y="1959192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1</a:t>
            </a:r>
          </a:p>
        </p:txBody>
      </p:sp>
      <p:sp>
        <p:nvSpPr>
          <p:cNvPr id="166" name="Textplatzhalter 21">
            <a:extLst>
              <a:ext uri="{FF2B5EF4-FFF2-40B4-BE49-F238E27FC236}">
                <a16:creationId xmlns:a16="http://schemas.microsoft.com/office/drawing/2014/main" id="{166B9DBF-7046-7241-AA87-7FE1EF5E6B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5837" y="2718124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2</a:t>
            </a:r>
          </a:p>
        </p:txBody>
      </p:sp>
      <p:sp>
        <p:nvSpPr>
          <p:cNvPr id="167" name="Textplatzhalter 24">
            <a:extLst>
              <a:ext uri="{FF2B5EF4-FFF2-40B4-BE49-F238E27FC236}">
                <a16:creationId xmlns:a16="http://schemas.microsoft.com/office/drawing/2014/main" id="{DBAEAFCD-B4EB-0546-ADF2-CB0B65FD19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5837" y="3004310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2</a:t>
            </a:r>
          </a:p>
        </p:txBody>
      </p:sp>
      <p:sp>
        <p:nvSpPr>
          <p:cNvPr id="169" name="Textplatzhalter 21">
            <a:extLst>
              <a:ext uri="{FF2B5EF4-FFF2-40B4-BE49-F238E27FC236}">
                <a16:creationId xmlns:a16="http://schemas.microsoft.com/office/drawing/2014/main" id="{81A53285-FB43-F14E-B24C-55D0A03AB6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5837" y="3777994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3</a:t>
            </a:r>
          </a:p>
        </p:txBody>
      </p:sp>
      <p:sp>
        <p:nvSpPr>
          <p:cNvPr id="170" name="Textplatzhalter 24">
            <a:extLst>
              <a:ext uri="{FF2B5EF4-FFF2-40B4-BE49-F238E27FC236}">
                <a16:creationId xmlns:a16="http://schemas.microsoft.com/office/drawing/2014/main" id="{CE916F03-921E-D847-B12B-512DCC1BE79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5837" y="4064180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3</a:t>
            </a:r>
          </a:p>
        </p:txBody>
      </p:sp>
      <p:sp>
        <p:nvSpPr>
          <p:cNvPr id="172" name="Textplatzhalter 21">
            <a:extLst>
              <a:ext uri="{FF2B5EF4-FFF2-40B4-BE49-F238E27FC236}">
                <a16:creationId xmlns:a16="http://schemas.microsoft.com/office/drawing/2014/main" id="{8ED41826-5F60-FE4D-986A-830263126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5837" y="4830487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4</a:t>
            </a:r>
          </a:p>
        </p:txBody>
      </p:sp>
      <p:sp>
        <p:nvSpPr>
          <p:cNvPr id="173" name="Textplatzhalter 24">
            <a:extLst>
              <a:ext uri="{FF2B5EF4-FFF2-40B4-BE49-F238E27FC236}">
                <a16:creationId xmlns:a16="http://schemas.microsoft.com/office/drawing/2014/main" id="{BBB8F911-3EEE-F546-AA3D-3DFDDE95EB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85837" y="5116673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4</a:t>
            </a:r>
          </a:p>
        </p:txBody>
      </p:sp>
      <p:sp>
        <p:nvSpPr>
          <p:cNvPr id="175" name="Textplatzhalter 21">
            <a:extLst>
              <a:ext uri="{FF2B5EF4-FFF2-40B4-BE49-F238E27FC236}">
                <a16:creationId xmlns:a16="http://schemas.microsoft.com/office/drawing/2014/main" id="{5384643F-DD3F-174C-B878-5CC7C1A2B5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85837" y="5882984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5</a:t>
            </a:r>
          </a:p>
        </p:txBody>
      </p:sp>
      <p:sp>
        <p:nvSpPr>
          <p:cNvPr id="176" name="Textplatzhalter 24">
            <a:extLst>
              <a:ext uri="{FF2B5EF4-FFF2-40B4-BE49-F238E27FC236}">
                <a16:creationId xmlns:a16="http://schemas.microsoft.com/office/drawing/2014/main" id="{73AEE49A-17A0-6F4B-81AA-ED5D48C6E2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85837" y="6169170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5</a:t>
            </a:r>
          </a:p>
        </p:txBody>
      </p:sp>
      <p:sp>
        <p:nvSpPr>
          <p:cNvPr id="178" name="Textplatzhalter 21">
            <a:extLst>
              <a:ext uri="{FF2B5EF4-FFF2-40B4-BE49-F238E27FC236}">
                <a16:creationId xmlns:a16="http://schemas.microsoft.com/office/drawing/2014/main" id="{6C67205F-7B70-DB48-8842-3D2A07FB7A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26267" y="1673006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6</a:t>
            </a:r>
          </a:p>
        </p:txBody>
      </p:sp>
      <p:sp>
        <p:nvSpPr>
          <p:cNvPr id="179" name="Textplatzhalter 24">
            <a:extLst>
              <a:ext uri="{FF2B5EF4-FFF2-40B4-BE49-F238E27FC236}">
                <a16:creationId xmlns:a16="http://schemas.microsoft.com/office/drawing/2014/main" id="{256A7CFF-3AB0-2C4C-9063-1B4CBF8C3E2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26267" y="1959192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6</a:t>
            </a:r>
          </a:p>
        </p:txBody>
      </p:sp>
      <p:sp>
        <p:nvSpPr>
          <p:cNvPr id="181" name="Textplatzhalter 21">
            <a:extLst>
              <a:ext uri="{FF2B5EF4-FFF2-40B4-BE49-F238E27FC236}">
                <a16:creationId xmlns:a16="http://schemas.microsoft.com/office/drawing/2014/main" id="{BE3976DE-C4A0-5248-948B-622F2BB6CB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6267" y="2718124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7</a:t>
            </a:r>
          </a:p>
        </p:txBody>
      </p:sp>
      <p:sp>
        <p:nvSpPr>
          <p:cNvPr id="182" name="Textplatzhalter 24">
            <a:extLst>
              <a:ext uri="{FF2B5EF4-FFF2-40B4-BE49-F238E27FC236}">
                <a16:creationId xmlns:a16="http://schemas.microsoft.com/office/drawing/2014/main" id="{CA323CE7-D1B5-B347-B5B2-BDB11AC9E91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26267" y="3004310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7</a:t>
            </a:r>
          </a:p>
        </p:txBody>
      </p:sp>
      <p:sp>
        <p:nvSpPr>
          <p:cNvPr id="184" name="Textplatzhalter 21">
            <a:extLst>
              <a:ext uri="{FF2B5EF4-FFF2-40B4-BE49-F238E27FC236}">
                <a16:creationId xmlns:a16="http://schemas.microsoft.com/office/drawing/2014/main" id="{1562697D-FB6F-0440-8CA3-9C6B8AE09C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6267" y="3777994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8</a:t>
            </a:r>
          </a:p>
        </p:txBody>
      </p:sp>
      <p:sp>
        <p:nvSpPr>
          <p:cNvPr id="185" name="Textplatzhalter 24">
            <a:extLst>
              <a:ext uri="{FF2B5EF4-FFF2-40B4-BE49-F238E27FC236}">
                <a16:creationId xmlns:a16="http://schemas.microsoft.com/office/drawing/2014/main" id="{483F092E-2EED-9540-90F2-352EDACF8B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6267" y="4064180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8</a:t>
            </a:r>
          </a:p>
        </p:txBody>
      </p:sp>
      <p:sp>
        <p:nvSpPr>
          <p:cNvPr id="187" name="Textplatzhalter 21">
            <a:extLst>
              <a:ext uri="{FF2B5EF4-FFF2-40B4-BE49-F238E27FC236}">
                <a16:creationId xmlns:a16="http://schemas.microsoft.com/office/drawing/2014/main" id="{CA12DE9D-7E36-BC4B-A05B-CD9B92B4277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6267" y="4830487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9</a:t>
            </a:r>
          </a:p>
        </p:txBody>
      </p:sp>
      <p:sp>
        <p:nvSpPr>
          <p:cNvPr id="188" name="Textplatzhalter 24">
            <a:extLst>
              <a:ext uri="{FF2B5EF4-FFF2-40B4-BE49-F238E27FC236}">
                <a16:creationId xmlns:a16="http://schemas.microsoft.com/office/drawing/2014/main" id="{2DD3B117-AEA6-134F-A526-80D03B958C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26267" y="5116673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9</a:t>
            </a:r>
          </a:p>
        </p:txBody>
      </p:sp>
      <p:sp>
        <p:nvSpPr>
          <p:cNvPr id="190" name="Textplatzhalter 21">
            <a:extLst>
              <a:ext uri="{FF2B5EF4-FFF2-40B4-BE49-F238E27FC236}">
                <a16:creationId xmlns:a16="http://schemas.microsoft.com/office/drawing/2014/main" id="{03F8C8EB-A69E-E447-A98A-2B4DC78D588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6267" y="5882984"/>
            <a:ext cx="3910158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 dirty="0"/>
              <a:t>Title Chapter 10</a:t>
            </a:r>
          </a:p>
        </p:txBody>
      </p:sp>
      <p:sp>
        <p:nvSpPr>
          <p:cNvPr id="191" name="Textplatzhalter 24">
            <a:extLst>
              <a:ext uri="{FF2B5EF4-FFF2-40B4-BE49-F238E27FC236}">
                <a16:creationId xmlns:a16="http://schemas.microsoft.com/office/drawing/2014/main" id="{04651C14-AD83-5B4B-8D5D-501159C27AD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26267" y="6169170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chapter 10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DAACDADC-BCAA-A34F-8B49-AD3C0758C191}"/>
              </a:ext>
            </a:extLst>
          </p:cNvPr>
          <p:cNvSpPr/>
          <p:nvPr userDrawn="1"/>
        </p:nvSpPr>
        <p:spPr>
          <a:xfrm>
            <a:off x="0" y="0"/>
            <a:ext cx="1338470" cy="3048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7" name="Inhaltsplatzhalter 4">
            <a:extLst>
              <a:ext uri="{FF2B5EF4-FFF2-40B4-BE49-F238E27FC236}">
                <a16:creationId xmlns:a16="http://schemas.microsoft.com/office/drawing/2014/main" id="{1884160F-D4C7-774B-B74F-DED8CD770FA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63836" y="-232612"/>
            <a:ext cx="12227151" cy="1588293"/>
          </a:xfrm>
        </p:spPr>
        <p:txBody>
          <a:bodyPr/>
          <a:lstStyle>
            <a:lvl1pPr>
              <a:defRPr sz="100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76974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lid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55397"/>
            <a:ext cx="11341100" cy="736258"/>
          </a:xfrm>
        </p:spPr>
        <p:txBody>
          <a:bodyPr anchor="t" anchorCtr="0"/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of the presentation </a:t>
            </a:r>
            <a:br>
              <a:rPr lang="en-US" noProof="0" dirty="0"/>
            </a:br>
            <a:r>
              <a:rPr lang="en-US" noProof="0" dirty="0"/>
              <a:t>(maximum two lines)</a:t>
            </a:r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3429000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900000"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 noProof="0"/>
              <a:t>Add image by clicking on icon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30A418CA-EC98-EB4C-A9B8-2DB51A22BF2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9433" y="3818002"/>
            <a:ext cx="1960658" cy="680464"/>
          </a:xfrm>
          <a:custGeom>
            <a:avLst/>
            <a:gdLst>
              <a:gd name="T0" fmla="*/ 2147483647 w 3769"/>
              <a:gd name="T1" fmla="*/ 2147483647 h 1303"/>
              <a:gd name="T2" fmla="*/ 2147483647 w 3769"/>
              <a:gd name="T3" fmla="*/ 2147483647 h 1303"/>
              <a:gd name="T4" fmla="*/ 2147483647 w 3769"/>
              <a:gd name="T5" fmla="*/ 2147483647 h 1303"/>
              <a:gd name="T6" fmla="*/ 2147483647 w 3769"/>
              <a:gd name="T7" fmla="*/ 2147483647 h 1303"/>
              <a:gd name="T8" fmla="*/ 2147483647 w 3769"/>
              <a:gd name="T9" fmla="*/ 2147483647 h 1303"/>
              <a:gd name="T10" fmla="*/ 2147483647 w 3769"/>
              <a:gd name="T11" fmla="*/ 2147483647 h 1303"/>
              <a:gd name="T12" fmla="*/ 2147483647 w 3769"/>
              <a:gd name="T13" fmla="*/ 2147483647 h 1303"/>
              <a:gd name="T14" fmla="*/ 2147483647 w 3769"/>
              <a:gd name="T15" fmla="*/ 2147483647 h 1303"/>
              <a:gd name="T16" fmla="*/ 2147483647 w 3769"/>
              <a:gd name="T17" fmla="*/ 2147483647 h 1303"/>
              <a:gd name="T18" fmla="*/ 2147483647 w 3769"/>
              <a:gd name="T19" fmla="*/ 2147483647 h 1303"/>
              <a:gd name="T20" fmla="*/ 2147483647 w 3769"/>
              <a:gd name="T21" fmla="*/ 2147483647 h 1303"/>
              <a:gd name="T22" fmla="*/ 2147483647 w 3769"/>
              <a:gd name="T23" fmla="*/ 2147483647 h 1303"/>
              <a:gd name="T24" fmla="*/ 2147483647 w 3769"/>
              <a:gd name="T25" fmla="*/ 2147483647 h 1303"/>
              <a:gd name="T26" fmla="*/ 2147483647 w 3769"/>
              <a:gd name="T27" fmla="*/ 2147483647 h 1303"/>
              <a:gd name="T28" fmla="*/ 2147483647 w 3769"/>
              <a:gd name="T29" fmla="*/ 2147483647 h 1303"/>
              <a:gd name="T30" fmla="*/ 2147483647 w 3769"/>
              <a:gd name="T31" fmla="*/ 2147483647 h 1303"/>
              <a:gd name="T32" fmla="*/ 2147483647 w 3769"/>
              <a:gd name="T33" fmla="*/ 2147483647 h 1303"/>
              <a:gd name="T34" fmla="*/ 2147483647 w 3769"/>
              <a:gd name="T35" fmla="*/ 2147483647 h 1303"/>
              <a:gd name="T36" fmla="*/ 2147483647 w 3769"/>
              <a:gd name="T37" fmla="*/ 2147483647 h 1303"/>
              <a:gd name="T38" fmla="*/ 2147483647 w 3769"/>
              <a:gd name="T39" fmla="*/ 2147483647 h 1303"/>
              <a:gd name="T40" fmla="*/ 2147483647 w 3769"/>
              <a:gd name="T41" fmla="*/ 2147483647 h 1303"/>
              <a:gd name="T42" fmla="*/ 2147483647 w 3769"/>
              <a:gd name="T43" fmla="*/ 2147483647 h 1303"/>
              <a:gd name="T44" fmla="*/ 2147483647 w 3769"/>
              <a:gd name="T45" fmla="*/ 2147483647 h 1303"/>
              <a:gd name="T46" fmla="*/ 2147483647 w 3769"/>
              <a:gd name="T47" fmla="*/ 2147483647 h 1303"/>
              <a:gd name="T48" fmla="*/ 2147483647 w 3769"/>
              <a:gd name="T49" fmla="*/ 2147483647 h 1303"/>
              <a:gd name="T50" fmla="*/ 2147483647 w 3769"/>
              <a:gd name="T51" fmla="*/ 2147483647 h 1303"/>
              <a:gd name="T52" fmla="*/ 2147483647 w 3769"/>
              <a:gd name="T53" fmla="*/ 2147483647 h 1303"/>
              <a:gd name="T54" fmla="*/ 2147483647 w 3769"/>
              <a:gd name="T55" fmla="*/ 2147483647 h 1303"/>
              <a:gd name="T56" fmla="*/ 2147483647 w 3769"/>
              <a:gd name="T57" fmla="*/ 2147483647 h 1303"/>
              <a:gd name="T58" fmla="*/ 2147483647 w 3769"/>
              <a:gd name="T59" fmla="*/ 2147483647 h 1303"/>
              <a:gd name="T60" fmla="*/ 2147483647 w 3769"/>
              <a:gd name="T61" fmla="*/ 0 h 1303"/>
              <a:gd name="T62" fmla="*/ 2147483647 w 3769"/>
              <a:gd name="T63" fmla="*/ 2147483647 h 1303"/>
              <a:gd name="T64" fmla="*/ 2147483647 w 3769"/>
              <a:gd name="T65" fmla="*/ 2147483647 h 1303"/>
              <a:gd name="T66" fmla="*/ 2147483647 w 3769"/>
              <a:gd name="T67" fmla="*/ 2147483647 h 1303"/>
              <a:gd name="T68" fmla="*/ 0 w 3769"/>
              <a:gd name="T69" fmla="*/ 2147483647 h 1303"/>
              <a:gd name="T70" fmla="*/ 2147483647 w 3769"/>
              <a:gd name="T71" fmla="*/ 2147483647 h 1303"/>
              <a:gd name="T72" fmla="*/ 2147483647 w 3769"/>
              <a:gd name="T73" fmla="*/ 2147483647 h 1303"/>
              <a:gd name="T74" fmla="*/ 2147483647 w 3769"/>
              <a:gd name="T75" fmla="*/ 2147483647 h 1303"/>
              <a:gd name="T76" fmla="*/ 2147483647 w 3769"/>
              <a:gd name="T77" fmla="*/ 2147483647 h 130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3769" h="1303">
                <a:moveTo>
                  <a:pt x="3117" y="1156"/>
                </a:moveTo>
                <a:lnTo>
                  <a:pt x="3117" y="1156"/>
                </a:lnTo>
                <a:cubicBezTo>
                  <a:pt x="3002" y="1156"/>
                  <a:pt x="2895" y="1117"/>
                  <a:pt x="2810" y="1052"/>
                </a:cubicBezTo>
                <a:cubicBezTo>
                  <a:pt x="2896" y="941"/>
                  <a:pt x="2948" y="802"/>
                  <a:pt x="2948" y="651"/>
                </a:cubicBezTo>
                <a:cubicBezTo>
                  <a:pt x="2948" y="500"/>
                  <a:pt x="2896" y="361"/>
                  <a:pt x="2810" y="251"/>
                </a:cubicBezTo>
                <a:cubicBezTo>
                  <a:pt x="2895" y="186"/>
                  <a:pt x="3002" y="147"/>
                  <a:pt x="3117" y="147"/>
                </a:cubicBezTo>
                <a:cubicBezTo>
                  <a:pt x="3396" y="147"/>
                  <a:pt x="3622" y="373"/>
                  <a:pt x="3622" y="651"/>
                </a:cubicBezTo>
                <a:cubicBezTo>
                  <a:pt x="3622" y="930"/>
                  <a:pt x="3396" y="1156"/>
                  <a:pt x="3117" y="1156"/>
                </a:cubicBezTo>
                <a:close/>
                <a:moveTo>
                  <a:pt x="1989" y="1052"/>
                </a:moveTo>
                <a:lnTo>
                  <a:pt x="1989" y="1052"/>
                </a:lnTo>
                <a:cubicBezTo>
                  <a:pt x="2075" y="941"/>
                  <a:pt x="2126" y="802"/>
                  <a:pt x="2126" y="651"/>
                </a:cubicBezTo>
                <a:cubicBezTo>
                  <a:pt x="2126" y="500"/>
                  <a:pt x="2075" y="361"/>
                  <a:pt x="1989" y="251"/>
                </a:cubicBezTo>
                <a:cubicBezTo>
                  <a:pt x="2074" y="186"/>
                  <a:pt x="2180" y="147"/>
                  <a:pt x="2296" y="147"/>
                </a:cubicBezTo>
                <a:cubicBezTo>
                  <a:pt x="2411" y="147"/>
                  <a:pt x="2518" y="186"/>
                  <a:pt x="2603" y="251"/>
                </a:cubicBezTo>
                <a:cubicBezTo>
                  <a:pt x="2517" y="362"/>
                  <a:pt x="2465" y="500"/>
                  <a:pt x="2465" y="651"/>
                </a:cubicBezTo>
                <a:cubicBezTo>
                  <a:pt x="2465" y="802"/>
                  <a:pt x="2517" y="941"/>
                  <a:pt x="2603" y="1052"/>
                </a:cubicBezTo>
                <a:cubicBezTo>
                  <a:pt x="2518" y="1117"/>
                  <a:pt x="2411" y="1156"/>
                  <a:pt x="2296" y="1156"/>
                </a:cubicBezTo>
                <a:cubicBezTo>
                  <a:pt x="2180" y="1156"/>
                  <a:pt x="2074" y="1117"/>
                  <a:pt x="1989" y="1052"/>
                </a:cubicBezTo>
                <a:close/>
                <a:moveTo>
                  <a:pt x="1167" y="1052"/>
                </a:moveTo>
                <a:lnTo>
                  <a:pt x="1167" y="1052"/>
                </a:lnTo>
                <a:cubicBezTo>
                  <a:pt x="1253" y="941"/>
                  <a:pt x="1305" y="802"/>
                  <a:pt x="1305" y="651"/>
                </a:cubicBezTo>
                <a:cubicBezTo>
                  <a:pt x="1305" y="500"/>
                  <a:pt x="1253" y="361"/>
                  <a:pt x="1167" y="251"/>
                </a:cubicBezTo>
                <a:cubicBezTo>
                  <a:pt x="1252" y="186"/>
                  <a:pt x="1359" y="147"/>
                  <a:pt x="1474" y="147"/>
                </a:cubicBezTo>
                <a:cubicBezTo>
                  <a:pt x="1590" y="147"/>
                  <a:pt x="1696" y="186"/>
                  <a:pt x="1781" y="251"/>
                </a:cubicBezTo>
                <a:cubicBezTo>
                  <a:pt x="1695" y="361"/>
                  <a:pt x="1644" y="500"/>
                  <a:pt x="1644" y="651"/>
                </a:cubicBezTo>
                <a:cubicBezTo>
                  <a:pt x="1644" y="802"/>
                  <a:pt x="1695" y="941"/>
                  <a:pt x="1781" y="1052"/>
                </a:cubicBezTo>
                <a:cubicBezTo>
                  <a:pt x="1696" y="1117"/>
                  <a:pt x="1590" y="1156"/>
                  <a:pt x="1474" y="1156"/>
                </a:cubicBezTo>
                <a:cubicBezTo>
                  <a:pt x="1359" y="1156"/>
                  <a:pt x="1252" y="1117"/>
                  <a:pt x="1167" y="1052"/>
                </a:cubicBezTo>
                <a:close/>
                <a:moveTo>
                  <a:pt x="148" y="651"/>
                </a:moveTo>
                <a:lnTo>
                  <a:pt x="148" y="651"/>
                </a:lnTo>
                <a:cubicBezTo>
                  <a:pt x="148" y="373"/>
                  <a:pt x="374" y="147"/>
                  <a:pt x="653" y="147"/>
                </a:cubicBezTo>
                <a:cubicBezTo>
                  <a:pt x="768" y="147"/>
                  <a:pt x="875" y="186"/>
                  <a:pt x="960" y="251"/>
                </a:cubicBezTo>
                <a:cubicBezTo>
                  <a:pt x="874" y="361"/>
                  <a:pt x="822" y="500"/>
                  <a:pt x="822" y="651"/>
                </a:cubicBezTo>
                <a:cubicBezTo>
                  <a:pt x="822" y="802"/>
                  <a:pt x="874" y="941"/>
                  <a:pt x="960" y="1052"/>
                </a:cubicBezTo>
                <a:cubicBezTo>
                  <a:pt x="875" y="1117"/>
                  <a:pt x="768" y="1156"/>
                  <a:pt x="653" y="1156"/>
                </a:cubicBezTo>
                <a:cubicBezTo>
                  <a:pt x="374" y="1156"/>
                  <a:pt x="148" y="930"/>
                  <a:pt x="148" y="651"/>
                </a:cubicBezTo>
                <a:close/>
                <a:moveTo>
                  <a:pt x="1063" y="944"/>
                </a:moveTo>
                <a:lnTo>
                  <a:pt x="1063" y="944"/>
                </a:lnTo>
                <a:cubicBezTo>
                  <a:pt x="1004" y="862"/>
                  <a:pt x="969" y="761"/>
                  <a:pt x="969" y="651"/>
                </a:cubicBezTo>
                <a:cubicBezTo>
                  <a:pt x="969" y="542"/>
                  <a:pt x="1004" y="441"/>
                  <a:pt x="1063" y="358"/>
                </a:cubicBezTo>
                <a:cubicBezTo>
                  <a:pt x="1122" y="441"/>
                  <a:pt x="1157" y="542"/>
                  <a:pt x="1157" y="651"/>
                </a:cubicBezTo>
                <a:cubicBezTo>
                  <a:pt x="1157" y="761"/>
                  <a:pt x="1122" y="862"/>
                  <a:pt x="1063" y="944"/>
                </a:cubicBezTo>
                <a:close/>
                <a:moveTo>
                  <a:pt x="1885" y="944"/>
                </a:moveTo>
                <a:lnTo>
                  <a:pt x="1885" y="944"/>
                </a:lnTo>
                <a:cubicBezTo>
                  <a:pt x="1826" y="862"/>
                  <a:pt x="1791" y="761"/>
                  <a:pt x="1791" y="651"/>
                </a:cubicBezTo>
                <a:cubicBezTo>
                  <a:pt x="1791" y="542"/>
                  <a:pt x="1826" y="441"/>
                  <a:pt x="1885" y="358"/>
                </a:cubicBezTo>
                <a:cubicBezTo>
                  <a:pt x="1944" y="441"/>
                  <a:pt x="1979" y="542"/>
                  <a:pt x="1979" y="651"/>
                </a:cubicBezTo>
                <a:cubicBezTo>
                  <a:pt x="1979" y="761"/>
                  <a:pt x="1944" y="862"/>
                  <a:pt x="1885" y="944"/>
                </a:cubicBezTo>
                <a:close/>
                <a:moveTo>
                  <a:pt x="2707" y="944"/>
                </a:moveTo>
                <a:lnTo>
                  <a:pt x="2707" y="944"/>
                </a:lnTo>
                <a:cubicBezTo>
                  <a:pt x="2648" y="862"/>
                  <a:pt x="2613" y="761"/>
                  <a:pt x="2613" y="651"/>
                </a:cubicBezTo>
                <a:cubicBezTo>
                  <a:pt x="2613" y="542"/>
                  <a:pt x="2648" y="441"/>
                  <a:pt x="2707" y="358"/>
                </a:cubicBezTo>
                <a:cubicBezTo>
                  <a:pt x="2766" y="441"/>
                  <a:pt x="2800" y="542"/>
                  <a:pt x="2800" y="651"/>
                </a:cubicBezTo>
                <a:cubicBezTo>
                  <a:pt x="2800" y="761"/>
                  <a:pt x="2766" y="862"/>
                  <a:pt x="2707" y="944"/>
                </a:cubicBezTo>
                <a:close/>
                <a:moveTo>
                  <a:pt x="3117" y="0"/>
                </a:moveTo>
                <a:lnTo>
                  <a:pt x="3117" y="0"/>
                </a:lnTo>
                <a:cubicBezTo>
                  <a:pt x="2962" y="0"/>
                  <a:pt x="2819" y="54"/>
                  <a:pt x="2707" y="145"/>
                </a:cubicBezTo>
                <a:cubicBezTo>
                  <a:pt x="2594" y="54"/>
                  <a:pt x="2452" y="0"/>
                  <a:pt x="2296" y="0"/>
                </a:cubicBezTo>
                <a:cubicBezTo>
                  <a:pt x="2140" y="0"/>
                  <a:pt x="1997" y="54"/>
                  <a:pt x="1885" y="145"/>
                </a:cubicBezTo>
                <a:cubicBezTo>
                  <a:pt x="1773" y="54"/>
                  <a:pt x="1630" y="0"/>
                  <a:pt x="1474" y="0"/>
                </a:cubicBezTo>
                <a:cubicBezTo>
                  <a:pt x="1318" y="0"/>
                  <a:pt x="1175" y="54"/>
                  <a:pt x="1063" y="145"/>
                </a:cubicBezTo>
                <a:cubicBezTo>
                  <a:pt x="951" y="54"/>
                  <a:pt x="808" y="0"/>
                  <a:pt x="653" y="0"/>
                </a:cubicBezTo>
                <a:cubicBezTo>
                  <a:pt x="292" y="0"/>
                  <a:pt x="0" y="291"/>
                  <a:pt x="0" y="651"/>
                </a:cubicBezTo>
                <a:cubicBezTo>
                  <a:pt x="0" y="1011"/>
                  <a:pt x="292" y="1303"/>
                  <a:pt x="653" y="1303"/>
                </a:cubicBezTo>
                <a:cubicBezTo>
                  <a:pt x="808" y="1303"/>
                  <a:pt x="951" y="1249"/>
                  <a:pt x="1063" y="1158"/>
                </a:cubicBezTo>
                <a:cubicBezTo>
                  <a:pt x="1175" y="1249"/>
                  <a:pt x="1318" y="1303"/>
                  <a:pt x="1474" y="1303"/>
                </a:cubicBezTo>
                <a:cubicBezTo>
                  <a:pt x="1630" y="1303"/>
                  <a:pt x="1773" y="1249"/>
                  <a:pt x="1885" y="1158"/>
                </a:cubicBezTo>
                <a:cubicBezTo>
                  <a:pt x="1997" y="1249"/>
                  <a:pt x="2140" y="1303"/>
                  <a:pt x="2296" y="1303"/>
                </a:cubicBezTo>
                <a:cubicBezTo>
                  <a:pt x="2452" y="1303"/>
                  <a:pt x="2594" y="1249"/>
                  <a:pt x="2707" y="1158"/>
                </a:cubicBezTo>
                <a:cubicBezTo>
                  <a:pt x="2819" y="1249"/>
                  <a:pt x="2962" y="1303"/>
                  <a:pt x="3117" y="1303"/>
                </a:cubicBezTo>
                <a:cubicBezTo>
                  <a:pt x="3478" y="1303"/>
                  <a:pt x="3769" y="1011"/>
                  <a:pt x="3769" y="651"/>
                </a:cubicBezTo>
                <a:cubicBezTo>
                  <a:pt x="3769" y="291"/>
                  <a:pt x="3478" y="0"/>
                  <a:pt x="311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0"/>
          </a:p>
        </p:txBody>
      </p:sp>
      <p:sp>
        <p:nvSpPr>
          <p:cNvPr id="10" name="Untertitel 2"/>
          <p:cNvSpPr txBox="1">
            <a:spLocks/>
          </p:cNvSpPr>
          <p:nvPr userDrawn="1"/>
        </p:nvSpPr>
        <p:spPr bwMode="gray">
          <a:xfrm>
            <a:off x="1400656" y="5904087"/>
            <a:ext cx="2570211" cy="2850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| Audi </a:t>
            </a:r>
            <a:r>
              <a:rPr lang="de-DE" dirty="0" err="1"/>
              <a:t>Sales</a:t>
            </a:r>
            <a:r>
              <a:rPr lang="de-DE" dirty="0"/>
              <a:t> Division |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29" y="5951713"/>
            <a:ext cx="676671" cy="1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0013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8128000" y="0"/>
            <a:ext cx="4064000" cy="685799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</a:t>
            </a:r>
            <a:br>
              <a:rPr lang="en-US" noProof="0"/>
            </a:br>
            <a:r>
              <a:rPr lang="en-US" noProof="0"/>
              <a:t>or click Add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5324" y="300396"/>
            <a:ext cx="7231247" cy="537804"/>
          </a:xfrm>
        </p:spPr>
        <p:txBody>
          <a:bodyPr/>
          <a:lstStyle/>
          <a:p>
            <a:r>
              <a:rPr lang="en-US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097281" y="70998"/>
            <a:ext cx="6829292" cy="158400"/>
          </a:xfrm>
        </p:spPr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F3245D0-7355-7C44-8628-11C32DD23C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gray">
          <a:xfrm>
            <a:off x="695323" y="1089025"/>
            <a:ext cx="7231247" cy="5616574"/>
          </a:xfrm>
        </p:spPr>
        <p:txBody>
          <a:bodyPr/>
          <a:lstStyle>
            <a:lvl1pPr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  <a:lvl2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2pPr>
            <a:lvl3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3pPr>
            <a:lvl4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4pPr>
            <a:lvl5pPr>
              <a:buSzPct val="125000"/>
              <a:defRPr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5pPr>
          </a:lstStyle>
          <a:p>
            <a:pPr lvl="0"/>
            <a:r>
              <a:rPr lang="en-US" noProof="0"/>
              <a:t>Edit text master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283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04136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5EFEB0A2-CBE8-8743-9112-AAC648DA5758}"/>
              </a:ext>
            </a:extLst>
          </p:cNvPr>
          <p:cNvSpPr/>
          <p:nvPr userDrawn="1"/>
        </p:nvSpPr>
        <p:spPr>
          <a:xfrm>
            <a:off x="5724919" y="4039534"/>
            <a:ext cx="1959932" cy="1959932"/>
          </a:xfrm>
          <a:prstGeom prst="ellipse">
            <a:avLst/>
          </a:prstGeom>
          <a:solidFill>
            <a:schemeClr val="tx1"/>
          </a:solidFill>
          <a:ln w="1270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hteck 3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12717"/>
            <a:ext cx="5221288" cy="241091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474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Title of the presentation </a:t>
            </a:r>
            <a:br>
              <a:rPr lang="en-US" noProof="0"/>
            </a:br>
            <a:r>
              <a:rPr lang="en-US" noProof="0"/>
              <a:t>in maximum four lines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79B3042-012F-F94D-99B0-7C9B4AF7343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096000" y="0"/>
            <a:ext cx="6096000" cy="6858000"/>
          </a:xfrm>
          <a:custGeom>
            <a:avLst/>
            <a:gdLst>
              <a:gd name="connsiteX0" fmla="*/ 609011 w 6096000"/>
              <a:gd name="connsiteY0" fmla="*/ 4044239 h 6858000"/>
              <a:gd name="connsiteX1" fmla="*/ 1583858 w 6096000"/>
              <a:gd name="connsiteY1" fmla="*/ 5019086 h 6858000"/>
              <a:gd name="connsiteX2" fmla="*/ 609011 w 6096000"/>
              <a:gd name="connsiteY2" fmla="*/ 5993933 h 6858000"/>
              <a:gd name="connsiteX3" fmla="*/ 63965 w 6096000"/>
              <a:gd name="connsiteY3" fmla="*/ 5827445 h 6858000"/>
              <a:gd name="connsiteX4" fmla="*/ 20969 w 6096000"/>
              <a:gd name="connsiteY4" fmla="*/ 5791970 h 6858000"/>
              <a:gd name="connsiteX5" fmla="*/ 67695 w 6096000"/>
              <a:gd name="connsiteY5" fmla="*/ 5729485 h 6858000"/>
              <a:gd name="connsiteX6" fmla="*/ 284691 w 6096000"/>
              <a:gd name="connsiteY6" fmla="*/ 5019086 h 6858000"/>
              <a:gd name="connsiteX7" fmla="*/ 67695 w 6096000"/>
              <a:gd name="connsiteY7" fmla="*/ 4308688 h 6858000"/>
              <a:gd name="connsiteX8" fmla="*/ 20969 w 6096000"/>
              <a:gd name="connsiteY8" fmla="*/ 4246203 h 6858000"/>
              <a:gd name="connsiteX9" fmla="*/ 63965 w 6096000"/>
              <a:gd name="connsiteY9" fmla="*/ 4210728 h 6858000"/>
              <a:gd name="connsiteX10" fmla="*/ 609011 w 6096000"/>
              <a:gd name="connsiteY10" fmla="*/ 4044239 h 6858000"/>
              <a:gd name="connsiteX11" fmla="*/ 0 w 6096000"/>
              <a:gd name="connsiteY11" fmla="*/ 0 h 6858000"/>
              <a:gd name="connsiteX12" fmla="*/ 6096000 w 6096000"/>
              <a:gd name="connsiteY12" fmla="*/ 0 h 6858000"/>
              <a:gd name="connsiteX13" fmla="*/ 6096000 w 6096000"/>
              <a:gd name="connsiteY13" fmla="*/ 6858000 h 6858000"/>
              <a:gd name="connsiteX14" fmla="*/ 0 w 6096000"/>
              <a:gd name="connsiteY14" fmla="*/ 6858000 h 6858000"/>
              <a:gd name="connsiteX15" fmla="*/ 0 w 6096000"/>
              <a:gd name="connsiteY15" fmla="*/ 6130954 h 6858000"/>
              <a:gd name="connsiteX16" fmla="*/ 58159 w 6096000"/>
              <a:gd name="connsiteY16" fmla="*/ 6164382 h 6858000"/>
              <a:gd name="connsiteX17" fmla="*/ 609011 w 6096000"/>
              <a:gd name="connsiteY17" fmla="*/ 6289675 h 6858000"/>
              <a:gd name="connsiteX18" fmla="*/ 1879600 w 6096000"/>
              <a:gd name="connsiteY18" fmla="*/ 5019086 h 6858000"/>
              <a:gd name="connsiteX19" fmla="*/ 609011 w 6096000"/>
              <a:gd name="connsiteY19" fmla="*/ 3748497 h 6858000"/>
              <a:gd name="connsiteX20" fmla="*/ 58159 w 6096000"/>
              <a:gd name="connsiteY20" fmla="*/ 3873791 h 6858000"/>
              <a:gd name="connsiteX21" fmla="*/ 0 w 6096000"/>
              <a:gd name="connsiteY21" fmla="*/ 39072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6858000">
                <a:moveTo>
                  <a:pt x="609011" y="4044239"/>
                </a:moveTo>
                <a:cubicBezTo>
                  <a:pt x="1147404" y="4044239"/>
                  <a:pt x="1583858" y="4480693"/>
                  <a:pt x="1583858" y="5019086"/>
                </a:cubicBezTo>
                <a:cubicBezTo>
                  <a:pt x="1583858" y="5557479"/>
                  <a:pt x="1147404" y="5993933"/>
                  <a:pt x="609011" y="5993933"/>
                </a:cubicBezTo>
                <a:cubicBezTo>
                  <a:pt x="407114" y="5993933"/>
                  <a:pt x="219552" y="5932557"/>
                  <a:pt x="63965" y="5827445"/>
                </a:cubicBezTo>
                <a:lnTo>
                  <a:pt x="20969" y="5791970"/>
                </a:lnTo>
                <a:lnTo>
                  <a:pt x="67695" y="5729485"/>
                </a:lnTo>
                <a:cubicBezTo>
                  <a:pt x="204695" y="5526697"/>
                  <a:pt x="284691" y="5282234"/>
                  <a:pt x="284691" y="5019086"/>
                </a:cubicBezTo>
                <a:cubicBezTo>
                  <a:pt x="284691" y="4755939"/>
                  <a:pt x="204695" y="4511475"/>
                  <a:pt x="67695" y="4308688"/>
                </a:cubicBezTo>
                <a:lnTo>
                  <a:pt x="20969" y="4246203"/>
                </a:lnTo>
                <a:lnTo>
                  <a:pt x="63965" y="4210728"/>
                </a:lnTo>
                <a:cubicBezTo>
                  <a:pt x="219552" y="4105616"/>
                  <a:pt x="407114" y="4044239"/>
                  <a:pt x="609011" y="404423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130954"/>
                </a:lnTo>
                <a:lnTo>
                  <a:pt x="58159" y="6164382"/>
                </a:lnTo>
                <a:cubicBezTo>
                  <a:pt x="224800" y="6244678"/>
                  <a:pt x="411651" y="6289675"/>
                  <a:pt x="609011" y="6289675"/>
                </a:cubicBezTo>
                <a:cubicBezTo>
                  <a:pt x="1310738" y="6289675"/>
                  <a:pt x="1879600" y="5720813"/>
                  <a:pt x="1879600" y="5019086"/>
                </a:cubicBezTo>
                <a:cubicBezTo>
                  <a:pt x="1879600" y="4317359"/>
                  <a:pt x="1310738" y="3748497"/>
                  <a:pt x="609011" y="3748497"/>
                </a:cubicBezTo>
                <a:cubicBezTo>
                  <a:pt x="411651" y="3748497"/>
                  <a:pt x="224800" y="3793495"/>
                  <a:pt x="58159" y="3873791"/>
                </a:cubicBezTo>
                <a:lnTo>
                  <a:pt x="0" y="3907219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04D92BF-A563-D247-A954-30EA3D8203AD}"/>
              </a:ext>
            </a:extLst>
          </p:cNvPr>
          <p:cNvSpPr/>
          <p:nvPr userDrawn="1"/>
        </p:nvSpPr>
        <p:spPr>
          <a:xfrm>
            <a:off x="649697" y="3748497"/>
            <a:ext cx="7325903" cy="2541178"/>
          </a:xfrm>
          <a:custGeom>
            <a:avLst/>
            <a:gdLst>
              <a:gd name="connsiteX0" fmla="*/ 5257860 w 7325903"/>
              <a:gd name="connsiteY0" fmla="*/ 712327 h 2541178"/>
              <a:gd name="connsiteX1" fmla="*/ 5246956 w 7325903"/>
              <a:gd name="connsiteY1" fmla="*/ 725543 h 2541178"/>
              <a:gd name="connsiteX2" fmla="*/ 5080467 w 7325903"/>
              <a:gd name="connsiteY2" fmla="*/ 1270589 h 2541178"/>
              <a:gd name="connsiteX3" fmla="*/ 5246956 w 7325903"/>
              <a:gd name="connsiteY3" fmla="*/ 1815635 h 2541178"/>
              <a:gd name="connsiteX4" fmla="*/ 5257860 w 7325903"/>
              <a:gd name="connsiteY4" fmla="*/ 1828851 h 2541178"/>
              <a:gd name="connsiteX5" fmla="*/ 5268764 w 7325903"/>
              <a:gd name="connsiteY5" fmla="*/ 1815635 h 2541178"/>
              <a:gd name="connsiteX6" fmla="*/ 5435252 w 7325903"/>
              <a:gd name="connsiteY6" fmla="*/ 1270589 h 2541178"/>
              <a:gd name="connsiteX7" fmla="*/ 5268764 w 7325903"/>
              <a:gd name="connsiteY7" fmla="*/ 725543 h 2541178"/>
              <a:gd name="connsiteX8" fmla="*/ 3662951 w 7325903"/>
              <a:gd name="connsiteY8" fmla="*/ 712327 h 2541178"/>
              <a:gd name="connsiteX9" fmla="*/ 3652047 w 7325903"/>
              <a:gd name="connsiteY9" fmla="*/ 725543 h 2541178"/>
              <a:gd name="connsiteX10" fmla="*/ 3485558 w 7325903"/>
              <a:gd name="connsiteY10" fmla="*/ 1270589 h 2541178"/>
              <a:gd name="connsiteX11" fmla="*/ 3652047 w 7325903"/>
              <a:gd name="connsiteY11" fmla="*/ 1815635 h 2541178"/>
              <a:gd name="connsiteX12" fmla="*/ 3662951 w 7325903"/>
              <a:gd name="connsiteY12" fmla="*/ 1828852 h 2541178"/>
              <a:gd name="connsiteX13" fmla="*/ 3673856 w 7325903"/>
              <a:gd name="connsiteY13" fmla="*/ 1815635 h 2541178"/>
              <a:gd name="connsiteX14" fmla="*/ 3840344 w 7325903"/>
              <a:gd name="connsiteY14" fmla="*/ 1270589 h 2541178"/>
              <a:gd name="connsiteX15" fmla="*/ 3673856 w 7325903"/>
              <a:gd name="connsiteY15" fmla="*/ 725543 h 2541178"/>
              <a:gd name="connsiteX16" fmla="*/ 2068043 w 7325903"/>
              <a:gd name="connsiteY16" fmla="*/ 712327 h 2541178"/>
              <a:gd name="connsiteX17" fmla="*/ 2057139 w 7325903"/>
              <a:gd name="connsiteY17" fmla="*/ 725543 h 2541178"/>
              <a:gd name="connsiteX18" fmla="*/ 1890650 w 7325903"/>
              <a:gd name="connsiteY18" fmla="*/ 1270589 h 2541178"/>
              <a:gd name="connsiteX19" fmla="*/ 2057139 w 7325903"/>
              <a:gd name="connsiteY19" fmla="*/ 1815635 h 2541178"/>
              <a:gd name="connsiteX20" fmla="*/ 2068043 w 7325903"/>
              <a:gd name="connsiteY20" fmla="*/ 1828852 h 2541178"/>
              <a:gd name="connsiteX21" fmla="*/ 2078948 w 7325903"/>
              <a:gd name="connsiteY21" fmla="*/ 1815635 h 2541178"/>
              <a:gd name="connsiteX22" fmla="*/ 2245436 w 7325903"/>
              <a:gd name="connsiteY22" fmla="*/ 1270589 h 2541178"/>
              <a:gd name="connsiteX23" fmla="*/ 2078948 w 7325903"/>
              <a:gd name="connsiteY23" fmla="*/ 725543 h 2541178"/>
              <a:gd name="connsiteX24" fmla="*/ 6055314 w 7325903"/>
              <a:gd name="connsiteY24" fmla="*/ 295742 h 2541178"/>
              <a:gd name="connsiteX25" fmla="*/ 5510268 w 7325903"/>
              <a:gd name="connsiteY25" fmla="*/ 462231 h 2541178"/>
              <a:gd name="connsiteX26" fmla="*/ 5467272 w 7325903"/>
              <a:gd name="connsiteY26" fmla="*/ 497706 h 2541178"/>
              <a:gd name="connsiteX27" fmla="*/ 5513998 w 7325903"/>
              <a:gd name="connsiteY27" fmla="*/ 560191 h 2541178"/>
              <a:gd name="connsiteX28" fmla="*/ 5730994 w 7325903"/>
              <a:gd name="connsiteY28" fmla="*/ 1270589 h 2541178"/>
              <a:gd name="connsiteX29" fmla="*/ 5513998 w 7325903"/>
              <a:gd name="connsiteY29" fmla="*/ 1980988 h 2541178"/>
              <a:gd name="connsiteX30" fmla="*/ 5467272 w 7325903"/>
              <a:gd name="connsiteY30" fmla="*/ 2043473 h 2541178"/>
              <a:gd name="connsiteX31" fmla="*/ 5510268 w 7325903"/>
              <a:gd name="connsiteY31" fmla="*/ 2078948 h 2541178"/>
              <a:gd name="connsiteX32" fmla="*/ 6055314 w 7325903"/>
              <a:gd name="connsiteY32" fmla="*/ 2245436 h 2541178"/>
              <a:gd name="connsiteX33" fmla="*/ 7030161 w 7325903"/>
              <a:gd name="connsiteY33" fmla="*/ 1270589 h 2541178"/>
              <a:gd name="connsiteX34" fmla="*/ 6055314 w 7325903"/>
              <a:gd name="connsiteY34" fmla="*/ 295742 h 2541178"/>
              <a:gd name="connsiteX35" fmla="*/ 4460405 w 7325903"/>
              <a:gd name="connsiteY35" fmla="*/ 295742 h 2541178"/>
              <a:gd name="connsiteX36" fmla="*/ 3915359 w 7325903"/>
              <a:gd name="connsiteY36" fmla="*/ 462231 h 2541178"/>
              <a:gd name="connsiteX37" fmla="*/ 3872364 w 7325903"/>
              <a:gd name="connsiteY37" fmla="*/ 497705 h 2541178"/>
              <a:gd name="connsiteX38" fmla="*/ 3919090 w 7325903"/>
              <a:gd name="connsiteY38" fmla="*/ 560191 h 2541178"/>
              <a:gd name="connsiteX39" fmla="*/ 4136086 w 7325903"/>
              <a:gd name="connsiteY39" fmla="*/ 1270589 h 2541178"/>
              <a:gd name="connsiteX40" fmla="*/ 3919090 w 7325903"/>
              <a:gd name="connsiteY40" fmla="*/ 1980988 h 2541178"/>
              <a:gd name="connsiteX41" fmla="*/ 3872364 w 7325903"/>
              <a:gd name="connsiteY41" fmla="*/ 2043473 h 2541178"/>
              <a:gd name="connsiteX42" fmla="*/ 3915359 w 7325903"/>
              <a:gd name="connsiteY42" fmla="*/ 2078948 h 2541178"/>
              <a:gd name="connsiteX43" fmla="*/ 4460405 w 7325903"/>
              <a:gd name="connsiteY43" fmla="*/ 2245436 h 2541178"/>
              <a:gd name="connsiteX44" fmla="*/ 5005451 w 7325903"/>
              <a:gd name="connsiteY44" fmla="*/ 2078948 h 2541178"/>
              <a:gd name="connsiteX45" fmla="*/ 5048447 w 7325903"/>
              <a:gd name="connsiteY45" fmla="*/ 2043473 h 2541178"/>
              <a:gd name="connsiteX46" fmla="*/ 5001722 w 7325903"/>
              <a:gd name="connsiteY46" fmla="*/ 1980988 h 2541178"/>
              <a:gd name="connsiteX47" fmla="*/ 4784725 w 7325903"/>
              <a:gd name="connsiteY47" fmla="*/ 1270589 h 2541178"/>
              <a:gd name="connsiteX48" fmla="*/ 5001722 w 7325903"/>
              <a:gd name="connsiteY48" fmla="*/ 560191 h 2541178"/>
              <a:gd name="connsiteX49" fmla="*/ 5048447 w 7325903"/>
              <a:gd name="connsiteY49" fmla="*/ 497706 h 2541178"/>
              <a:gd name="connsiteX50" fmla="*/ 5005451 w 7325903"/>
              <a:gd name="connsiteY50" fmla="*/ 462231 h 2541178"/>
              <a:gd name="connsiteX51" fmla="*/ 4460405 w 7325903"/>
              <a:gd name="connsiteY51" fmla="*/ 295742 h 2541178"/>
              <a:gd name="connsiteX52" fmla="*/ 2865497 w 7325903"/>
              <a:gd name="connsiteY52" fmla="*/ 295742 h 2541178"/>
              <a:gd name="connsiteX53" fmla="*/ 2320451 w 7325903"/>
              <a:gd name="connsiteY53" fmla="*/ 462231 h 2541178"/>
              <a:gd name="connsiteX54" fmla="*/ 2277456 w 7325903"/>
              <a:gd name="connsiteY54" fmla="*/ 497705 h 2541178"/>
              <a:gd name="connsiteX55" fmla="*/ 2324182 w 7325903"/>
              <a:gd name="connsiteY55" fmla="*/ 560191 h 2541178"/>
              <a:gd name="connsiteX56" fmla="*/ 2541178 w 7325903"/>
              <a:gd name="connsiteY56" fmla="*/ 1270589 h 2541178"/>
              <a:gd name="connsiteX57" fmla="*/ 2324182 w 7325903"/>
              <a:gd name="connsiteY57" fmla="*/ 1980988 h 2541178"/>
              <a:gd name="connsiteX58" fmla="*/ 2277456 w 7325903"/>
              <a:gd name="connsiteY58" fmla="*/ 2043473 h 2541178"/>
              <a:gd name="connsiteX59" fmla="*/ 2320451 w 7325903"/>
              <a:gd name="connsiteY59" fmla="*/ 2078948 h 2541178"/>
              <a:gd name="connsiteX60" fmla="*/ 2865497 w 7325903"/>
              <a:gd name="connsiteY60" fmla="*/ 2245436 h 2541178"/>
              <a:gd name="connsiteX61" fmla="*/ 3410544 w 7325903"/>
              <a:gd name="connsiteY61" fmla="*/ 2078948 h 2541178"/>
              <a:gd name="connsiteX62" fmla="*/ 3453539 w 7325903"/>
              <a:gd name="connsiteY62" fmla="*/ 2043473 h 2541178"/>
              <a:gd name="connsiteX63" fmla="*/ 3406813 w 7325903"/>
              <a:gd name="connsiteY63" fmla="*/ 1980988 h 2541178"/>
              <a:gd name="connsiteX64" fmla="*/ 3189816 w 7325903"/>
              <a:gd name="connsiteY64" fmla="*/ 1270589 h 2541178"/>
              <a:gd name="connsiteX65" fmla="*/ 3406813 w 7325903"/>
              <a:gd name="connsiteY65" fmla="*/ 560191 h 2541178"/>
              <a:gd name="connsiteX66" fmla="*/ 3453539 w 7325903"/>
              <a:gd name="connsiteY66" fmla="*/ 497705 h 2541178"/>
              <a:gd name="connsiteX67" fmla="*/ 3410544 w 7325903"/>
              <a:gd name="connsiteY67" fmla="*/ 462231 h 2541178"/>
              <a:gd name="connsiteX68" fmla="*/ 2865497 w 7325903"/>
              <a:gd name="connsiteY68" fmla="*/ 295742 h 2541178"/>
              <a:gd name="connsiteX69" fmla="*/ 1270589 w 7325903"/>
              <a:gd name="connsiteY69" fmla="*/ 295742 h 2541178"/>
              <a:gd name="connsiteX70" fmla="*/ 295742 w 7325903"/>
              <a:gd name="connsiteY70" fmla="*/ 1270589 h 2541178"/>
              <a:gd name="connsiteX71" fmla="*/ 1270589 w 7325903"/>
              <a:gd name="connsiteY71" fmla="*/ 2245436 h 2541178"/>
              <a:gd name="connsiteX72" fmla="*/ 1815635 w 7325903"/>
              <a:gd name="connsiteY72" fmla="*/ 2078948 h 2541178"/>
              <a:gd name="connsiteX73" fmla="*/ 1858631 w 7325903"/>
              <a:gd name="connsiteY73" fmla="*/ 2043473 h 2541178"/>
              <a:gd name="connsiteX74" fmla="*/ 1811905 w 7325903"/>
              <a:gd name="connsiteY74" fmla="*/ 1980988 h 2541178"/>
              <a:gd name="connsiteX75" fmla="*/ 1594908 w 7325903"/>
              <a:gd name="connsiteY75" fmla="*/ 1270589 h 2541178"/>
              <a:gd name="connsiteX76" fmla="*/ 1811905 w 7325903"/>
              <a:gd name="connsiteY76" fmla="*/ 560191 h 2541178"/>
              <a:gd name="connsiteX77" fmla="*/ 1858631 w 7325903"/>
              <a:gd name="connsiteY77" fmla="*/ 497705 h 2541178"/>
              <a:gd name="connsiteX78" fmla="*/ 1815635 w 7325903"/>
              <a:gd name="connsiteY78" fmla="*/ 462231 h 2541178"/>
              <a:gd name="connsiteX79" fmla="*/ 1270589 w 7325903"/>
              <a:gd name="connsiteY79" fmla="*/ 295742 h 2541178"/>
              <a:gd name="connsiteX80" fmla="*/ 1270589 w 7325903"/>
              <a:gd name="connsiteY80" fmla="*/ 0 h 2541178"/>
              <a:gd name="connsiteX81" fmla="*/ 1980988 w 7325903"/>
              <a:gd name="connsiteY81" fmla="*/ 216997 h 2541178"/>
              <a:gd name="connsiteX82" fmla="*/ 2068043 w 7325903"/>
              <a:gd name="connsiteY82" fmla="*/ 282096 h 2541178"/>
              <a:gd name="connsiteX83" fmla="*/ 2155099 w 7325903"/>
              <a:gd name="connsiteY83" fmla="*/ 216997 h 2541178"/>
              <a:gd name="connsiteX84" fmla="*/ 2865497 w 7325903"/>
              <a:gd name="connsiteY84" fmla="*/ 0 h 2541178"/>
              <a:gd name="connsiteX85" fmla="*/ 3575896 w 7325903"/>
              <a:gd name="connsiteY85" fmla="*/ 216997 h 2541178"/>
              <a:gd name="connsiteX86" fmla="*/ 3662951 w 7325903"/>
              <a:gd name="connsiteY86" fmla="*/ 282096 h 2541178"/>
              <a:gd name="connsiteX87" fmla="*/ 3750007 w 7325903"/>
              <a:gd name="connsiteY87" fmla="*/ 216997 h 2541178"/>
              <a:gd name="connsiteX88" fmla="*/ 4460405 w 7325903"/>
              <a:gd name="connsiteY88" fmla="*/ 0 h 2541178"/>
              <a:gd name="connsiteX89" fmla="*/ 5170804 w 7325903"/>
              <a:gd name="connsiteY89" fmla="*/ 216997 h 2541178"/>
              <a:gd name="connsiteX90" fmla="*/ 5257860 w 7325903"/>
              <a:gd name="connsiteY90" fmla="*/ 282096 h 2541178"/>
              <a:gd name="connsiteX91" fmla="*/ 5344916 w 7325903"/>
              <a:gd name="connsiteY91" fmla="*/ 216997 h 2541178"/>
              <a:gd name="connsiteX92" fmla="*/ 6055314 w 7325903"/>
              <a:gd name="connsiteY92" fmla="*/ 0 h 2541178"/>
              <a:gd name="connsiteX93" fmla="*/ 7325903 w 7325903"/>
              <a:gd name="connsiteY93" fmla="*/ 1270589 h 2541178"/>
              <a:gd name="connsiteX94" fmla="*/ 6055314 w 7325903"/>
              <a:gd name="connsiteY94" fmla="*/ 2541178 h 2541178"/>
              <a:gd name="connsiteX95" fmla="*/ 5344916 w 7325903"/>
              <a:gd name="connsiteY95" fmla="*/ 2324182 h 2541178"/>
              <a:gd name="connsiteX96" fmla="*/ 5257860 w 7325903"/>
              <a:gd name="connsiteY96" fmla="*/ 2259082 h 2541178"/>
              <a:gd name="connsiteX97" fmla="*/ 5170804 w 7325903"/>
              <a:gd name="connsiteY97" fmla="*/ 2324182 h 2541178"/>
              <a:gd name="connsiteX98" fmla="*/ 4460405 w 7325903"/>
              <a:gd name="connsiteY98" fmla="*/ 2541178 h 2541178"/>
              <a:gd name="connsiteX99" fmla="*/ 3750007 w 7325903"/>
              <a:gd name="connsiteY99" fmla="*/ 2324182 h 2541178"/>
              <a:gd name="connsiteX100" fmla="*/ 3662951 w 7325903"/>
              <a:gd name="connsiteY100" fmla="*/ 2259083 h 2541178"/>
              <a:gd name="connsiteX101" fmla="*/ 3575896 w 7325903"/>
              <a:gd name="connsiteY101" fmla="*/ 2324182 h 2541178"/>
              <a:gd name="connsiteX102" fmla="*/ 2865497 w 7325903"/>
              <a:gd name="connsiteY102" fmla="*/ 2541178 h 2541178"/>
              <a:gd name="connsiteX103" fmla="*/ 2155099 w 7325903"/>
              <a:gd name="connsiteY103" fmla="*/ 2324182 h 2541178"/>
              <a:gd name="connsiteX104" fmla="*/ 2068043 w 7325903"/>
              <a:gd name="connsiteY104" fmla="*/ 2259083 h 2541178"/>
              <a:gd name="connsiteX105" fmla="*/ 1980988 w 7325903"/>
              <a:gd name="connsiteY105" fmla="*/ 2324182 h 2541178"/>
              <a:gd name="connsiteX106" fmla="*/ 1270589 w 7325903"/>
              <a:gd name="connsiteY106" fmla="*/ 2541178 h 2541178"/>
              <a:gd name="connsiteX107" fmla="*/ 0 w 7325903"/>
              <a:gd name="connsiteY107" fmla="*/ 1270589 h 2541178"/>
              <a:gd name="connsiteX108" fmla="*/ 1270589 w 7325903"/>
              <a:gd name="connsiteY108" fmla="*/ 0 h 254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7325903" h="2541178">
                <a:moveTo>
                  <a:pt x="5257860" y="712327"/>
                </a:moveTo>
                <a:lnTo>
                  <a:pt x="5246956" y="725543"/>
                </a:lnTo>
                <a:cubicBezTo>
                  <a:pt x="5141844" y="881130"/>
                  <a:pt x="5080467" y="1068692"/>
                  <a:pt x="5080467" y="1270589"/>
                </a:cubicBezTo>
                <a:cubicBezTo>
                  <a:pt x="5080467" y="1472487"/>
                  <a:pt x="5141844" y="1660049"/>
                  <a:pt x="5246956" y="1815635"/>
                </a:cubicBezTo>
                <a:lnTo>
                  <a:pt x="5257860" y="1828851"/>
                </a:lnTo>
                <a:lnTo>
                  <a:pt x="5268764" y="1815635"/>
                </a:lnTo>
                <a:cubicBezTo>
                  <a:pt x="5373876" y="1660049"/>
                  <a:pt x="5435252" y="1472487"/>
                  <a:pt x="5435252" y="1270589"/>
                </a:cubicBezTo>
                <a:cubicBezTo>
                  <a:pt x="5435252" y="1068692"/>
                  <a:pt x="5373876" y="881130"/>
                  <a:pt x="5268764" y="725543"/>
                </a:cubicBezTo>
                <a:close/>
                <a:moveTo>
                  <a:pt x="3662951" y="712327"/>
                </a:moveTo>
                <a:lnTo>
                  <a:pt x="3652047" y="725543"/>
                </a:lnTo>
                <a:cubicBezTo>
                  <a:pt x="3546935" y="881130"/>
                  <a:pt x="3485558" y="1068692"/>
                  <a:pt x="3485558" y="1270589"/>
                </a:cubicBezTo>
                <a:cubicBezTo>
                  <a:pt x="3485558" y="1472487"/>
                  <a:pt x="3546935" y="1660049"/>
                  <a:pt x="3652047" y="1815635"/>
                </a:cubicBezTo>
                <a:lnTo>
                  <a:pt x="3662951" y="1828852"/>
                </a:lnTo>
                <a:lnTo>
                  <a:pt x="3673856" y="1815635"/>
                </a:lnTo>
                <a:cubicBezTo>
                  <a:pt x="3778968" y="1660049"/>
                  <a:pt x="3840344" y="1472487"/>
                  <a:pt x="3840344" y="1270589"/>
                </a:cubicBezTo>
                <a:cubicBezTo>
                  <a:pt x="3840344" y="1068692"/>
                  <a:pt x="3778968" y="881130"/>
                  <a:pt x="3673856" y="725543"/>
                </a:cubicBezTo>
                <a:close/>
                <a:moveTo>
                  <a:pt x="2068043" y="712327"/>
                </a:moveTo>
                <a:lnTo>
                  <a:pt x="2057139" y="725543"/>
                </a:lnTo>
                <a:cubicBezTo>
                  <a:pt x="1952027" y="881130"/>
                  <a:pt x="1890650" y="1068692"/>
                  <a:pt x="1890650" y="1270589"/>
                </a:cubicBezTo>
                <a:cubicBezTo>
                  <a:pt x="1890650" y="1472487"/>
                  <a:pt x="1952027" y="1660049"/>
                  <a:pt x="2057139" y="1815635"/>
                </a:cubicBezTo>
                <a:lnTo>
                  <a:pt x="2068043" y="1828852"/>
                </a:lnTo>
                <a:lnTo>
                  <a:pt x="2078948" y="1815635"/>
                </a:lnTo>
                <a:cubicBezTo>
                  <a:pt x="2184060" y="1660049"/>
                  <a:pt x="2245436" y="1472487"/>
                  <a:pt x="2245436" y="1270589"/>
                </a:cubicBezTo>
                <a:cubicBezTo>
                  <a:pt x="2245436" y="1068692"/>
                  <a:pt x="2184060" y="881130"/>
                  <a:pt x="2078948" y="725543"/>
                </a:cubicBezTo>
                <a:close/>
                <a:moveTo>
                  <a:pt x="6055314" y="295742"/>
                </a:moveTo>
                <a:cubicBezTo>
                  <a:pt x="5853417" y="295742"/>
                  <a:pt x="5665855" y="357119"/>
                  <a:pt x="5510268" y="462231"/>
                </a:cubicBezTo>
                <a:lnTo>
                  <a:pt x="5467272" y="497706"/>
                </a:lnTo>
                <a:lnTo>
                  <a:pt x="5513998" y="560191"/>
                </a:lnTo>
                <a:cubicBezTo>
                  <a:pt x="5650998" y="762978"/>
                  <a:pt x="5730994" y="1007442"/>
                  <a:pt x="5730994" y="1270589"/>
                </a:cubicBezTo>
                <a:cubicBezTo>
                  <a:pt x="5730994" y="1533737"/>
                  <a:pt x="5650998" y="1778200"/>
                  <a:pt x="5513998" y="1980988"/>
                </a:cubicBezTo>
                <a:lnTo>
                  <a:pt x="5467272" y="2043473"/>
                </a:lnTo>
                <a:lnTo>
                  <a:pt x="5510268" y="2078948"/>
                </a:lnTo>
                <a:cubicBezTo>
                  <a:pt x="5665855" y="2184060"/>
                  <a:pt x="5853417" y="2245436"/>
                  <a:pt x="6055314" y="2245436"/>
                </a:cubicBezTo>
                <a:cubicBezTo>
                  <a:pt x="6593707" y="2245436"/>
                  <a:pt x="7030161" y="1808982"/>
                  <a:pt x="7030161" y="1270589"/>
                </a:cubicBezTo>
                <a:cubicBezTo>
                  <a:pt x="7030161" y="732196"/>
                  <a:pt x="6593707" y="295742"/>
                  <a:pt x="6055314" y="295742"/>
                </a:cubicBezTo>
                <a:close/>
                <a:moveTo>
                  <a:pt x="4460405" y="295742"/>
                </a:moveTo>
                <a:cubicBezTo>
                  <a:pt x="4258508" y="295742"/>
                  <a:pt x="4070946" y="357119"/>
                  <a:pt x="3915359" y="462231"/>
                </a:cubicBezTo>
                <a:lnTo>
                  <a:pt x="3872364" y="497705"/>
                </a:lnTo>
                <a:lnTo>
                  <a:pt x="3919090" y="560191"/>
                </a:lnTo>
                <a:cubicBezTo>
                  <a:pt x="4056090" y="762978"/>
                  <a:pt x="4136086" y="1007442"/>
                  <a:pt x="4136086" y="1270589"/>
                </a:cubicBezTo>
                <a:cubicBezTo>
                  <a:pt x="4136086" y="1533737"/>
                  <a:pt x="4056090" y="1778200"/>
                  <a:pt x="3919090" y="1980988"/>
                </a:cubicBezTo>
                <a:lnTo>
                  <a:pt x="3872364" y="2043473"/>
                </a:lnTo>
                <a:lnTo>
                  <a:pt x="3915359" y="2078948"/>
                </a:lnTo>
                <a:cubicBezTo>
                  <a:pt x="4070946" y="2184060"/>
                  <a:pt x="4258508" y="2245436"/>
                  <a:pt x="4460405" y="2245436"/>
                </a:cubicBezTo>
                <a:cubicBezTo>
                  <a:pt x="4662303" y="2245436"/>
                  <a:pt x="4849865" y="2184060"/>
                  <a:pt x="5005451" y="2078948"/>
                </a:cubicBezTo>
                <a:lnTo>
                  <a:pt x="5048447" y="2043473"/>
                </a:lnTo>
                <a:lnTo>
                  <a:pt x="5001722" y="1980988"/>
                </a:lnTo>
                <a:cubicBezTo>
                  <a:pt x="4864721" y="1778200"/>
                  <a:pt x="4784725" y="1533737"/>
                  <a:pt x="4784725" y="1270589"/>
                </a:cubicBezTo>
                <a:cubicBezTo>
                  <a:pt x="4784725" y="1007442"/>
                  <a:pt x="4864721" y="762978"/>
                  <a:pt x="5001722" y="560191"/>
                </a:cubicBezTo>
                <a:lnTo>
                  <a:pt x="5048447" y="497706"/>
                </a:lnTo>
                <a:lnTo>
                  <a:pt x="5005451" y="462231"/>
                </a:lnTo>
                <a:cubicBezTo>
                  <a:pt x="4849865" y="357119"/>
                  <a:pt x="4662303" y="295742"/>
                  <a:pt x="4460405" y="295742"/>
                </a:cubicBezTo>
                <a:close/>
                <a:moveTo>
                  <a:pt x="2865497" y="295742"/>
                </a:moveTo>
                <a:cubicBezTo>
                  <a:pt x="2663600" y="295742"/>
                  <a:pt x="2476038" y="357119"/>
                  <a:pt x="2320451" y="462231"/>
                </a:cubicBezTo>
                <a:lnTo>
                  <a:pt x="2277456" y="497705"/>
                </a:lnTo>
                <a:lnTo>
                  <a:pt x="2324182" y="560191"/>
                </a:lnTo>
                <a:cubicBezTo>
                  <a:pt x="2461182" y="762978"/>
                  <a:pt x="2541178" y="1007442"/>
                  <a:pt x="2541178" y="1270589"/>
                </a:cubicBezTo>
                <a:cubicBezTo>
                  <a:pt x="2541178" y="1533737"/>
                  <a:pt x="2461182" y="1778200"/>
                  <a:pt x="2324182" y="1980988"/>
                </a:cubicBezTo>
                <a:lnTo>
                  <a:pt x="2277456" y="2043473"/>
                </a:lnTo>
                <a:lnTo>
                  <a:pt x="2320451" y="2078948"/>
                </a:lnTo>
                <a:cubicBezTo>
                  <a:pt x="2476038" y="2184060"/>
                  <a:pt x="2663600" y="2245436"/>
                  <a:pt x="2865497" y="2245436"/>
                </a:cubicBezTo>
                <a:cubicBezTo>
                  <a:pt x="3067395" y="2245436"/>
                  <a:pt x="3254957" y="2184060"/>
                  <a:pt x="3410544" y="2078948"/>
                </a:cubicBezTo>
                <a:lnTo>
                  <a:pt x="3453539" y="2043473"/>
                </a:lnTo>
                <a:lnTo>
                  <a:pt x="3406813" y="1980988"/>
                </a:lnTo>
                <a:cubicBezTo>
                  <a:pt x="3269813" y="1778200"/>
                  <a:pt x="3189816" y="1533737"/>
                  <a:pt x="3189816" y="1270589"/>
                </a:cubicBezTo>
                <a:cubicBezTo>
                  <a:pt x="3189816" y="1007442"/>
                  <a:pt x="3269813" y="762978"/>
                  <a:pt x="3406813" y="560191"/>
                </a:cubicBezTo>
                <a:lnTo>
                  <a:pt x="3453539" y="497705"/>
                </a:lnTo>
                <a:lnTo>
                  <a:pt x="3410544" y="462231"/>
                </a:lnTo>
                <a:cubicBezTo>
                  <a:pt x="3254957" y="357119"/>
                  <a:pt x="3067395" y="295742"/>
                  <a:pt x="2865497" y="295742"/>
                </a:cubicBezTo>
                <a:close/>
                <a:moveTo>
                  <a:pt x="1270589" y="295742"/>
                </a:moveTo>
                <a:cubicBezTo>
                  <a:pt x="732196" y="295742"/>
                  <a:pt x="295742" y="732196"/>
                  <a:pt x="295742" y="1270589"/>
                </a:cubicBezTo>
                <a:cubicBezTo>
                  <a:pt x="295742" y="1808982"/>
                  <a:pt x="732196" y="2245436"/>
                  <a:pt x="1270589" y="2245436"/>
                </a:cubicBezTo>
                <a:cubicBezTo>
                  <a:pt x="1472487" y="2245436"/>
                  <a:pt x="1660049" y="2184060"/>
                  <a:pt x="1815635" y="2078948"/>
                </a:cubicBezTo>
                <a:lnTo>
                  <a:pt x="1858631" y="2043473"/>
                </a:lnTo>
                <a:lnTo>
                  <a:pt x="1811905" y="1980988"/>
                </a:lnTo>
                <a:cubicBezTo>
                  <a:pt x="1674904" y="1778200"/>
                  <a:pt x="1594908" y="1533737"/>
                  <a:pt x="1594908" y="1270589"/>
                </a:cubicBezTo>
                <a:cubicBezTo>
                  <a:pt x="1594908" y="1007442"/>
                  <a:pt x="1674904" y="762978"/>
                  <a:pt x="1811905" y="560191"/>
                </a:cubicBezTo>
                <a:lnTo>
                  <a:pt x="1858631" y="497705"/>
                </a:lnTo>
                <a:lnTo>
                  <a:pt x="1815635" y="462231"/>
                </a:lnTo>
                <a:cubicBezTo>
                  <a:pt x="1660049" y="357119"/>
                  <a:pt x="1472487" y="295742"/>
                  <a:pt x="1270589" y="295742"/>
                </a:cubicBezTo>
                <a:close/>
                <a:moveTo>
                  <a:pt x="1270589" y="0"/>
                </a:moveTo>
                <a:cubicBezTo>
                  <a:pt x="1533737" y="0"/>
                  <a:pt x="1778200" y="79996"/>
                  <a:pt x="1980988" y="216997"/>
                </a:cubicBezTo>
                <a:lnTo>
                  <a:pt x="2068043" y="282096"/>
                </a:lnTo>
                <a:lnTo>
                  <a:pt x="2155099" y="216997"/>
                </a:lnTo>
                <a:cubicBezTo>
                  <a:pt x="2357886" y="79996"/>
                  <a:pt x="2602350" y="0"/>
                  <a:pt x="2865497" y="0"/>
                </a:cubicBezTo>
                <a:cubicBezTo>
                  <a:pt x="3128645" y="0"/>
                  <a:pt x="3373109" y="79996"/>
                  <a:pt x="3575896" y="216997"/>
                </a:cubicBezTo>
                <a:lnTo>
                  <a:pt x="3662951" y="282096"/>
                </a:lnTo>
                <a:lnTo>
                  <a:pt x="3750007" y="216997"/>
                </a:lnTo>
                <a:cubicBezTo>
                  <a:pt x="3952794" y="79996"/>
                  <a:pt x="4197258" y="0"/>
                  <a:pt x="4460405" y="0"/>
                </a:cubicBezTo>
                <a:cubicBezTo>
                  <a:pt x="4723553" y="0"/>
                  <a:pt x="4968016" y="79996"/>
                  <a:pt x="5170804" y="216997"/>
                </a:cubicBezTo>
                <a:lnTo>
                  <a:pt x="5257860" y="282096"/>
                </a:lnTo>
                <a:lnTo>
                  <a:pt x="5344916" y="216997"/>
                </a:lnTo>
                <a:cubicBezTo>
                  <a:pt x="5547703" y="79996"/>
                  <a:pt x="5792167" y="0"/>
                  <a:pt x="6055314" y="0"/>
                </a:cubicBezTo>
                <a:cubicBezTo>
                  <a:pt x="6757041" y="0"/>
                  <a:pt x="7325903" y="568862"/>
                  <a:pt x="7325903" y="1270589"/>
                </a:cubicBezTo>
                <a:cubicBezTo>
                  <a:pt x="7325903" y="1972316"/>
                  <a:pt x="6757041" y="2541178"/>
                  <a:pt x="6055314" y="2541178"/>
                </a:cubicBezTo>
                <a:cubicBezTo>
                  <a:pt x="5792167" y="2541178"/>
                  <a:pt x="5547703" y="2461182"/>
                  <a:pt x="5344916" y="2324182"/>
                </a:cubicBezTo>
                <a:lnTo>
                  <a:pt x="5257860" y="2259082"/>
                </a:lnTo>
                <a:lnTo>
                  <a:pt x="5170804" y="2324182"/>
                </a:lnTo>
                <a:cubicBezTo>
                  <a:pt x="4968016" y="2461182"/>
                  <a:pt x="4723553" y="2541178"/>
                  <a:pt x="4460405" y="2541178"/>
                </a:cubicBezTo>
                <a:cubicBezTo>
                  <a:pt x="4197258" y="2541178"/>
                  <a:pt x="3952794" y="2461182"/>
                  <a:pt x="3750007" y="2324182"/>
                </a:cubicBezTo>
                <a:lnTo>
                  <a:pt x="3662951" y="2259083"/>
                </a:lnTo>
                <a:lnTo>
                  <a:pt x="3575896" y="2324182"/>
                </a:lnTo>
                <a:cubicBezTo>
                  <a:pt x="3373109" y="2461182"/>
                  <a:pt x="3128645" y="2541178"/>
                  <a:pt x="2865497" y="2541178"/>
                </a:cubicBezTo>
                <a:cubicBezTo>
                  <a:pt x="2602350" y="2541178"/>
                  <a:pt x="2357886" y="2461182"/>
                  <a:pt x="2155099" y="2324182"/>
                </a:cubicBezTo>
                <a:lnTo>
                  <a:pt x="2068043" y="2259083"/>
                </a:lnTo>
                <a:lnTo>
                  <a:pt x="1980988" y="2324182"/>
                </a:lnTo>
                <a:cubicBezTo>
                  <a:pt x="1778200" y="2461182"/>
                  <a:pt x="1533737" y="2541178"/>
                  <a:pt x="1270589" y="2541178"/>
                </a:cubicBezTo>
                <a:cubicBezTo>
                  <a:pt x="568862" y="2541178"/>
                  <a:pt x="0" y="1972316"/>
                  <a:pt x="0" y="1270589"/>
                </a:cubicBezTo>
                <a:cubicBezTo>
                  <a:pt x="0" y="568862"/>
                  <a:pt x="568862" y="0"/>
                  <a:pt x="1270589" y="0"/>
                </a:cubicBezTo>
                <a:close/>
              </a:path>
            </a:pathLst>
          </a:cu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Untertitel 2"/>
          <p:cNvSpPr txBox="1">
            <a:spLocks/>
          </p:cNvSpPr>
          <p:nvPr userDrawn="1"/>
        </p:nvSpPr>
        <p:spPr bwMode="gray">
          <a:xfrm>
            <a:off x="1400656" y="2978007"/>
            <a:ext cx="4515957" cy="258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| Audi </a:t>
            </a:r>
            <a:r>
              <a:rPr lang="de-DE" dirty="0" err="1"/>
              <a:t>Sales</a:t>
            </a:r>
            <a:r>
              <a:rPr lang="de-DE" dirty="0"/>
              <a:t> Division |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29" y="3025633"/>
            <a:ext cx="676671" cy="1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6096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Title of the chapter title </a:t>
            </a:r>
            <a:br>
              <a:rPr lang="en-US" noProof="0" dirty="0"/>
            </a:br>
            <a:r>
              <a:rPr lang="en-US" noProof="0" dirty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tx1"/>
                </a:solidFill>
                <a:latin typeface="Audi Type Normal" panose="020B0503040200000003" pitchFamily="34" charset="0"/>
                <a:ea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74727459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_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hteck 3"/>
          <p:cNvSpPr/>
          <p:nvPr userDrawn="1"/>
        </p:nvSpPr>
        <p:spPr>
          <a:xfrm>
            <a:off x="563563" y="3129639"/>
            <a:ext cx="11066462" cy="1189442"/>
          </a:xfrm>
          <a:prstGeom prst="rect">
            <a:avLst/>
          </a:prstGeom>
          <a:noFill/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6800" b="1" i="0" noProof="0" dirty="0">
                <a:solidFill>
                  <a:schemeClr val="tx1"/>
                </a:solidFill>
                <a:latin typeface="Audi Type Extended" charset="0"/>
                <a:ea typeface="Audi Type Extended" charset="0"/>
                <a:cs typeface="Audi Type Extended" charset="0"/>
              </a:rPr>
              <a:t>Thank you!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ED19975-14B6-8B4A-A0CE-916D1148D2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666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_slide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5">
            <a:extLst>
              <a:ext uri="{FF2B5EF4-FFF2-40B4-BE49-F238E27FC236}">
                <a16:creationId xmlns:a16="http://schemas.microsoft.com/office/drawing/2014/main" id="{812D9877-0CA9-8347-88F6-5DFF58173AB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F506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"/>
              <a:ea typeface="+mn-ea"/>
              <a:cs typeface="+mn-cs"/>
            </a:endParaRP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1419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2800" b="1" i="0" baseline="0" dirty="0">
              <a:solidFill>
                <a:schemeClr val="tx1"/>
              </a:solidFill>
              <a:latin typeface="Audi Type Extended" panose="020B0505040200000003" pitchFamily="34" charset="0"/>
              <a:sym typeface="Audi Type Extended Normal" panose="020B0505040200000003" pitchFamily="34" charset="0"/>
            </a:endParaRP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286245"/>
            <a:ext cx="11341099" cy="734426"/>
          </a:xfrm>
        </p:spPr>
        <p:txBody>
          <a:bodyPr anchor="t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the presentation </a:t>
            </a:r>
            <a:br>
              <a:rPr lang="en-US" noProof="0" dirty="0"/>
            </a:br>
            <a:r>
              <a:rPr lang="en-US" noProof="0" dirty="0"/>
              <a:t>(maximum two lines)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23960F2D-F1B0-0B44-B659-256C873FDDD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9433" y="2347570"/>
            <a:ext cx="1960658" cy="680464"/>
          </a:xfrm>
          <a:custGeom>
            <a:avLst/>
            <a:gdLst>
              <a:gd name="T0" fmla="*/ 2147483647 w 3769"/>
              <a:gd name="T1" fmla="*/ 2147483647 h 1303"/>
              <a:gd name="T2" fmla="*/ 2147483647 w 3769"/>
              <a:gd name="T3" fmla="*/ 2147483647 h 1303"/>
              <a:gd name="T4" fmla="*/ 2147483647 w 3769"/>
              <a:gd name="T5" fmla="*/ 2147483647 h 1303"/>
              <a:gd name="T6" fmla="*/ 2147483647 w 3769"/>
              <a:gd name="T7" fmla="*/ 2147483647 h 1303"/>
              <a:gd name="T8" fmla="*/ 2147483647 w 3769"/>
              <a:gd name="T9" fmla="*/ 2147483647 h 1303"/>
              <a:gd name="T10" fmla="*/ 2147483647 w 3769"/>
              <a:gd name="T11" fmla="*/ 2147483647 h 1303"/>
              <a:gd name="T12" fmla="*/ 2147483647 w 3769"/>
              <a:gd name="T13" fmla="*/ 2147483647 h 1303"/>
              <a:gd name="T14" fmla="*/ 2147483647 w 3769"/>
              <a:gd name="T15" fmla="*/ 2147483647 h 1303"/>
              <a:gd name="T16" fmla="*/ 2147483647 w 3769"/>
              <a:gd name="T17" fmla="*/ 2147483647 h 1303"/>
              <a:gd name="T18" fmla="*/ 2147483647 w 3769"/>
              <a:gd name="T19" fmla="*/ 2147483647 h 1303"/>
              <a:gd name="T20" fmla="*/ 2147483647 w 3769"/>
              <a:gd name="T21" fmla="*/ 2147483647 h 1303"/>
              <a:gd name="T22" fmla="*/ 2147483647 w 3769"/>
              <a:gd name="T23" fmla="*/ 2147483647 h 1303"/>
              <a:gd name="T24" fmla="*/ 2147483647 w 3769"/>
              <a:gd name="T25" fmla="*/ 2147483647 h 1303"/>
              <a:gd name="T26" fmla="*/ 2147483647 w 3769"/>
              <a:gd name="T27" fmla="*/ 2147483647 h 1303"/>
              <a:gd name="T28" fmla="*/ 2147483647 w 3769"/>
              <a:gd name="T29" fmla="*/ 2147483647 h 1303"/>
              <a:gd name="T30" fmla="*/ 2147483647 w 3769"/>
              <a:gd name="T31" fmla="*/ 2147483647 h 1303"/>
              <a:gd name="T32" fmla="*/ 2147483647 w 3769"/>
              <a:gd name="T33" fmla="*/ 2147483647 h 1303"/>
              <a:gd name="T34" fmla="*/ 2147483647 w 3769"/>
              <a:gd name="T35" fmla="*/ 2147483647 h 1303"/>
              <a:gd name="T36" fmla="*/ 2147483647 w 3769"/>
              <a:gd name="T37" fmla="*/ 2147483647 h 1303"/>
              <a:gd name="T38" fmla="*/ 2147483647 w 3769"/>
              <a:gd name="T39" fmla="*/ 2147483647 h 1303"/>
              <a:gd name="T40" fmla="*/ 2147483647 w 3769"/>
              <a:gd name="T41" fmla="*/ 2147483647 h 1303"/>
              <a:gd name="T42" fmla="*/ 2147483647 w 3769"/>
              <a:gd name="T43" fmla="*/ 2147483647 h 1303"/>
              <a:gd name="T44" fmla="*/ 2147483647 w 3769"/>
              <a:gd name="T45" fmla="*/ 2147483647 h 1303"/>
              <a:gd name="T46" fmla="*/ 2147483647 w 3769"/>
              <a:gd name="T47" fmla="*/ 2147483647 h 1303"/>
              <a:gd name="T48" fmla="*/ 2147483647 w 3769"/>
              <a:gd name="T49" fmla="*/ 2147483647 h 1303"/>
              <a:gd name="T50" fmla="*/ 2147483647 w 3769"/>
              <a:gd name="T51" fmla="*/ 2147483647 h 1303"/>
              <a:gd name="T52" fmla="*/ 2147483647 w 3769"/>
              <a:gd name="T53" fmla="*/ 2147483647 h 1303"/>
              <a:gd name="T54" fmla="*/ 2147483647 w 3769"/>
              <a:gd name="T55" fmla="*/ 2147483647 h 1303"/>
              <a:gd name="T56" fmla="*/ 2147483647 w 3769"/>
              <a:gd name="T57" fmla="*/ 2147483647 h 1303"/>
              <a:gd name="T58" fmla="*/ 2147483647 w 3769"/>
              <a:gd name="T59" fmla="*/ 2147483647 h 1303"/>
              <a:gd name="T60" fmla="*/ 2147483647 w 3769"/>
              <a:gd name="T61" fmla="*/ 0 h 1303"/>
              <a:gd name="T62" fmla="*/ 2147483647 w 3769"/>
              <a:gd name="T63" fmla="*/ 2147483647 h 1303"/>
              <a:gd name="T64" fmla="*/ 2147483647 w 3769"/>
              <a:gd name="T65" fmla="*/ 2147483647 h 1303"/>
              <a:gd name="T66" fmla="*/ 2147483647 w 3769"/>
              <a:gd name="T67" fmla="*/ 2147483647 h 1303"/>
              <a:gd name="T68" fmla="*/ 0 w 3769"/>
              <a:gd name="T69" fmla="*/ 2147483647 h 1303"/>
              <a:gd name="T70" fmla="*/ 2147483647 w 3769"/>
              <a:gd name="T71" fmla="*/ 2147483647 h 1303"/>
              <a:gd name="T72" fmla="*/ 2147483647 w 3769"/>
              <a:gd name="T73" fmla="*/ 2147483647 h 1303"/>
              <a:gd name="T74" fmla="*/ 2147483647 w 3769"/>
              <a:gd name="T75" fmla="*/ 2147483647 h 1303"/>
              <a:gd name="T76" fmla="*/ 2147483647 w 3769"/>
              <a:gd name="T77" fmla="*/ 2147483647 h 130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3769" h="1303">
                <a:moveTo>
                  <a:pt x="3117" y="1156"/>
                </a:moveTo>
                <a:lnTo>
                  <a:pt x="3117" y="1156"/>
                </a:lnTo>
                <a:cubicBezTo>
                  <a:pt x="3002" y="1156"/>
                  <a:pt x="2895" y="1117"/>
                  <a:pt x="2810" y="1052"/>
                </a:cubicBezTo>
                <a:cubicBezTo>
                  <a:pt x="2896" y="941"/>
                  <a:pt x="2948" y="802"/>
                  <a:pt x="2948" y="651"/>
                </a:cubicBezTo>
                <a:cubicBezTo>
                  <a:pt x="2948" y="500"/>
                  <a:pt x="2896" y="361"/>
                  <a:pt x="2810" y="251"/>
                </a:cubicBezTo>
                <a:cubicBezTo>
                  <a:pt x="2895" y="186"/>
                  <a:pt x="3002" y="147"/>
                  <a:pt x="3117" y="147"/>
                </a:cubicBezTo>
                <a:cubicBezTo>
                  <a:pt x="3396" y="147"/>
                  <a:pt x="3622" y="373"/>
                  <a:pt x="3622" y="651"/>
                </a:cubicBezTo>
                <a:cubicBezTo>
                  <a:pt x="3622" y="930"/>
                  <a:pt x="3396" y="1156"/>
                  <a:pt x="3117" y="1156"/>
                </a:cubicBezTo>
                <a:close/>
                <a:moveTo>
                  <a:pt x="1989" y="1052"/>
                </a:moveTo>
                <a:lnTo>
                  <a:pt x="1989" y="1052"/>
                </a:lnTo>
                <a:cubicBezTo>
                  <a:pt x="2075" y="941"/>
                  <a:pt x="2126" y="802"/>
                  <a:pt x="2126" y="651"/>
                </a:cubicBezTo>
                <a:cubicBezTo>
                  <a:pt x="2126" y="500"/>
                  <a:pt x="2075" y="361"/>
                  <a:pt x="1989" y="251"/>
                </a:cubicBezTo>
                <a:cubicBezTo>
                  <a:pt x="2074" y="186"/>
                  <a:pt x="2180" y="147"/>
                  <a:pt x="2296" y="147"/>
                </a:cubicBezTo>
                <a:cubicBezTo>
                  <a:pt x="2411" y="147"/>
                  <a:pt x="2518" y="186"/>
                  <a:pt x="2603" y="251"/>
                </a:cubicBezTo>
                <a:cubicBezTo>
                  <a:pt x="2517" y="362"/>
                  <a:pt x="2465" y="500"/>
                  <a:pt x="2465" y="651"/>
                </a:cubicBezTo>
                <a:cubicBezTo>
                  <a:pt x="2465" y="802"/>
                  <a:pt x="2517" y="941"/>
                  <a:pt x="2603" y="1052"/>
                </a:cubicBezTo>
                <a:cubicBezTo>
                  <a:pt x="2518" y="1117"/>
                  <a:pt x="2411" y="1156"/>
                  <a:pt x="2296" y="1156"/>
                </a:cubicBezTo>
                <a:cubicBezTo>
                  <a:pt x="2180" y="1156"/>
                  <a:pt x="2074" y="1117"/>
                  <a:pt x="1989" y="1052"/>
                </a:cubicBezTo>
                <a:close/>
                <a:moveTo>
                  <a:pt x="1167" y="1052"/>
                </a:moveTo>
                <a:lnTo>
                  <a:pt x="1167" y="1052"/>
                </a:lnTo>
                <a:cubicBezTo>
                  <a:pt x="1253" y="941"/>
                  <a:pt x="1305" y="802"/>
                  <a:pt x="1305" y="651"/>
                </a:cubicBezTo>
                <a:cubicBezTo>
                  <a:pt x="1305" y="500"/>
                  <a:pt x="1253" y="361"/>
                  <a:pt x="1167" y="251"/>
                </a:cubicBezTo>
                <a:cubicBezTo>
                  <a:pt x="1252" y="186"/>
                  <a:pt x="1359" y="147"/>
                  <a:pt x="1474" y="147"/>
                </a:cubicBezTo>
                <a:cubicBezTo>
                  <a:pt x="1590" y="147"/>
                  <a:pt x="1696" y="186"/>
                  <a:pt x="1781" y="251"/>
                </a:cubicBezTo>
                <a:cubicBezTo>
                  <a:pt x="1695" y="361"/>
                  <a:pt x="1644" y="500"/>
                  <a:pt x="1644" y="651"/>
                </a:cubicBezTo>
                <a:cubicBezTo>
                  <a:pt x="1644" y="802"/>
                  <a:pt x="1695" y="941"/>
                  <a:pt x="1781" y="1052"/>
                </a:cubicBezTo>
                <a:cubicBezTo>
                  <a:pt x="1696" y="1117"/>
                  <a:pt x="1590" y="1156"/>
                  <a:pt x="1474" y="1156"/>
                </a:cubicBezTo>
                <a:cubicBezTo>
                  <a:pt x="1359" y="1156"/>
                  <a:pt x="1252" y="1117"/>
                  <a:pt x="1167" y="1052"/>
                </a:cubicBezTo>
                <a:close/>
                <a:moveTo>
                  <a:pt x="148" y="651"/>
                </a:moveTo>
                <a:lnTo>
                  <a:pt x="148" y="651"/>
                </a:lnTo>
                <a:cubicBezTo>
                  <a:pt x="148" y="373"/>
                  <a:pt x="374" y="147"/>
                  <a:pt x="653" y="147"/>
                </a:cubicBezTo>
                <a:cubicBezTo>
                  <a:pt x="768" y="147"/>
                  <a:pt x="875" y="186"/>
                  <a:pt x="960" y="251"/>
                </a:cubicBezTo>
                <a:cubicBezTo>
                  <a:pt x="874" y="361"/>
                  <a:pt x="822" y="500"/>
                  <a:pt x="822" y="651"/>
                </a:cubicBezTo>
                <a:cubicBezTo>
                  <a:pt x="822" y="802"/>
                  <a:pt x="874" y="941"/>
                  <a:pt x="960" y="1052"/>
                </a:cubicBezTo>
                <a:cubicBezTo>
                  <a:pt x="875" y="1117"/>
                  <a:pt x="768" y="1156"/>
                  <a:pt x="653" y="1156"/>
                </a:cubicBezTo>
                <a:cubicBezTo>
                  <a:pt x="374" y="1156"/>
                  <a:pt x="148" y="930"/>
                  <a:pt x="148" y="651"/>
                </a:cubicBezTo>
                <a:close/>
                <a:moveTo>
                  <a:pt x="1063" y="944"/>
                </a:moveTo>
                <a:lnTo>
                  <a:pt x="1063" y="944"/>
                </a:lnTo>
                <a:cubicBezTo>
                  <a:pt x="1004" y="862"/>
                  <a:pt x="969" y="761"/>
                  <a:pt x="969" y="651"/>
                </a:cubicBezTo>
                <a:cubicBezTo>
                  <a:pt x="969" y="542"/>
                  <a:pt x="1004" y="441"/>
                  <a:pt x="1063" y="358"/>
                </a:cubicBezTo>
                <a:cubicBezTo>
                  <a:pt x="1122" y="441"/>
                  <a:pt x="1157" y="542"/>
                  <a:pt x="1157" y="651"/>
                </a:cubicBezTo>
                <a:cubicBezTo>
                  <a:pt x="1157" y="761"/>
                  <a:pt x="1122" y="862"/>
                  <a:pt x="1063" y="944"/>
                </a:cubicBezTo>
                <a:close/>
                <a:moveTo>
                  <a:pt x="1885" y="944"/>
                </a:moveTo>
                <a:lnTo>
                  <a:pt x="1885" y="944"/>
                </a:lnTo>
                <a:cubicBezTo>
                  <a:pt x="1826" y="862"/>
                  <a:pt x="1791" y="761"/>
                  <a:pt x="1791" y="651"/>
                </a:cubicBezTo>
                <a:cubicBezTo>
                  <a:pt x="1791" y="542"/>
                  <a:pt x="1826" y="441"/>
                  <a:pt x="1885" y="358"/>
                </a:cubicBezTo>
                <a:cubicBezTo>
                  <a:pt x="1944" y="441"/>
                  <a:pt x="1979" y="542"/>
                  <a:pt x="1979" y="651"/>
                </a:cubicBezTo>
                <a:cubicBezTo>
                  <a:pt x="1979" y="761"/>
                  <a:pt x="1944" y="862"/>
                  <a:pt x="1885" y="944"/>
                </a:cubicBezTo>
                <a:close/>
                <a:moveTo>
                  <a:pt x="2707" y="944"/>
                </a:moveTo>
                <a:lnTo>
                  <a:pt x="2707" y="944"/>
                </a:lnTo>
                <a:cubicBezTo>
                  <a:pt x="2648" y="862"/>
                  <a:pt x="2613" y="761"/>
                  <a:pt x="2613" y="651"/>
                </a:cubicBezTo>
                <a:cubicBezTo>
                  <a:pt x="2613" y="542"/>
                  <a:pt x="2648" y="441"/>
                  <a:pt x="2707" y="358"/>
                </a:cubicBezTo>
                <a:cubicBezTo>
                  <a:pt x="2766" y="441"/>
                  <a:pt x="2800" y="542"/>
                  <a:pt x="2800" y="651"/>
                </a:cubicBezTo>
                <a:cubicBezTo>
                  <a:pt x="2800" y="761"/>
                  <a:pt x="2766" y="862"/>
                  <a:pt x="2707" y="944"/>
                </a:cubicBezTo>
                <a:close/>
                <a:moveTo>
                  <a:pt x="3117" y="0"/>
                </a:moveTo>
                <a:lnTo>
                  <a:pt x="3117" y="0"/>
                </a:lnTo>
                <a:cubicBezTo>
                  <a:pt x="2962" y="0"/>
                  <a:pt x="2819" y="54"/>
                  <a:pt x="2707" y="145"/>
                </a:cubicBezTo>
                <a:cubicBezTo>
                  <a:pt x="2594" y="54"/>
                  <a:pt x="2452" y="0"/>
                  <a:pt x="2296" y="0"/>
                </a:cubicBezTo>
                <a:cubicBezTo>
                  <a:pt x="2140" y="0"/>
                  <a:pt x="1997" y="54"/>
                  <a:pt x="1885" y="145"/>
                </a:cubicBezTo>
                <a:cubicBezTo>
                  <a:pt x="1773" y="54"/>
                  <a:pt x="1630" y="0"/>
                  <a:pt x="1474" y="0"/>
                </a:cubicBezTo>
                <a:cubicBezTo>
                  <a:pt x="1318" y="0"/>
                  <a:pt x="1175" y="54"/>
                  <a:pt x="1063" y="145"/>
                </a:cubicBezTo>
                <a:cubicBezTo>
                  <a:pt x="951" y="54"/>
                  <a:pt x="808" y="0"/>
                  <a:pt x="653" y="0"/>
                </a:cubicBezTo>
                <a:cubicBezTo>
                  <a:pt x="292" y="0"/>
                  <a:pt x="0" y="291"/>
                  <a:pt x="0" y="651"/>
                </a:cubicBezTo>
                <a:cubicBezTo>
                  <a:pt x="0" y="1011"/>
                  <a:pt x="292" y="1303"/>
                  <a:pt x="653" y="1303"/>
                </a:cubicBezTo>
                <a:cubicBezTo>
                  <a:pt x="808" y="1303"/>
                  <a:pt x="951" y="1249"/>
                  <a:pt x="1063" y="1158"/>
                </a:cubicBezTo>
                <a:cubicBezTo>
                  <a:pt x="1175" y="1249"/>
                  <a:pt x="1318" y="1303"/>
                  <a:pt x="1474" y="1303"/>
                </a:cubicBezTo>
                <a:cubicBezTo>
                  <a:pt x="1630" y="1303"/>
                  <a:pt x="1773" y="1249"/>
                  <a:pt x="1885" y="1158"/>
                </a:cubicBezTo>
                <a:cubicBezTo>
                  <a:pt x="1997" y="1249"/>
                  <a:pt x="2140" y="1303"/>
                  <a:pt x="2296" y="1303"/>
                </a:cubicBezTo>
                <a:cubicBezTo>
                  <a:pt x="2452" y="1303"/>
                  <a:pt x="2594" y="1249"/>
                  <a:pt x="2707" y="1158"/>
                </a:cubicBezTo>
                <a:cubicBezTo>
                  <a:pt x="2819" y="1249"/>
                  <a:pt x="2962" y="1303"/>
                  <a:pt x="3117" y="1303"/>
                </a:cubicBezTo>
                <a:cubicBezTo>
                  <a:pt x="3478" y="1303"/>
                  <a:pt x="3769" y="1011"/>
                  <a:pt x="3769" y="651"/>
                </a:cubicBezTo>
                <a:cubicBezTo>
                  <a:pt x="3769" y="291"/>
                  <a:pt x="3478" y="0"/>
                  <a:pt x="31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0"/>
          </a:p>
        </p:txBody>
      </p:sp>
      <p:sp>
        <p:nvSpPr>
          <p:cNvPr id="9" name="Untertitel 2"/>
          <p:cNvSpPr txBox="1">
            <a:spLocks/>
          </p:cNvSpPr>
          <p:nvPr userDrawn="1"/>
        </p:nvSpPr>
        <p:spPr bwMode="gray">
          <a:xfrm>
            <a:off x="1400656" y="4468479"/>
            <a:ext cx="10635767" cy="2772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 | Audi </a:t>
            </a:r>
            <a:r>
              <a:rPr lang="de-DE" dirty="0" err="1">
                <a:solidFill>
                  <a:schemeClr val="bg1"/>
                </a:solidFill>
              </a:rPr>
              <a:t>Sales</a:t>
            </a:r>
            <a:r>
              <a:rPr lang="de-DE" dirty="0">
                <a:solidFill>
                  <a:schemeClr val="bg1"/>
                </a:solidFill>
              </a:rPr>
              <a:t> Division |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16"/>
          <a:stretch/>
        </p:blipFill>
        <p:spPr>
          <a:xfrm>
            <a:off x="691272" y="4442544"/>
            <a:ext cx="693027" cy="2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1256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content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5">
            <a:extLst>
              <a:ext uri="{FF2B5EF4-FFF2-40B4-BE49-F238E27FC236}">
                <a16:creationId xmlns:a16="http://schemas.microsoft.com/office/drawing/2014/main" id="{A90ED991-FC86-8343-98B4-907844128D5E}"/>
              </a:ext>
            </a:extLst>
          </p:cNvPr>
          <p:cNvSpPr/>
          <p:nvPr userDrawn="1"/>
        </p:nvSpPr>
        <p:spPr bwMode="gray">
          <a:xfrm>
            <a:off x="8128000" y="1089024"/>
            <a:ext cx="4064000" cy="5768976"/>
          </a:xfrm>
          <a:prstGeom prst="rect">
            <a:avLst/>
          </a:prstGeom>
          <a:solidFill>
            <a:srgbClr val="F506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"/>
              <a:ea typeface="+mn-ea"/>
              <a:cs typeface="+mn-cs"/>
            </a:endParaRPr>
          </a:p>
        </p:txBody>
      </p:sp>
      <p:sp>
        <p:nvSpPr>
          <p:cNvPr id="5" name="Bildplatzhalter 3"/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0" y="1089025"/>
            <a:ext cx="8128000" cy="5768975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Drag image to placeholder or click Add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8328248" y="1260764"/>
            <a:ext cx="3708177" cy="544483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text master format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64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5">
            <a:extLst>
              <a:ext uri="{FF2B5EF4-FFF2-40B4-BE49-F238E27FC236}">
                <a16:creationId xmlns:a16="http://schemas.microsoft.com/office/drawing/2014/main" id="{C3A7DAA3-239C-D443-9347-C1F2416B06EE}"/>
              </a:ext>
            </a:extLst>
          </p:cNvPr>
          <p:cNvSpPr/>
          <p:nvPr userDrawn="1"/>
        </p:nvSpPr>
        <p:spPr bwMode="gray">
          <a:xfrm>
            <a:off x="0" y="0"/>
            <a:ext cx="6096000" cy="6858000"/>
          </a:xfrm>
          <a:prstGeom prst="rect">
            <a:avLst/>
          </a:prstGeom>
          <a:solidFill>
            <a:srgbClr val="F506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"/>
              <a:ea typeface="+mn-ea"/>
              <a:cs typeface="+mn-cs"/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8725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8DC87B04-C334-4047-982A-C5A8785783C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096000" y="0"/>
            <a:ext cx="6096000" cy="6858000"/>
          </a:xfrm>
          <a:custGeom>
            <a:avLst/>
            <a:gdLst>
              <a:gd name="connsiteX0" fmla="*/ 609011 w 6096000"/>
              <a:gd name="connsiteY0" fmla="*/ 4044239 h 6858000"/>
              <a:gd name="connsiteX1" fmla="*/ 1583858 w 6096000"/>
              <a:gd name="connsiteY1" fmla="*/ 5019086 h 6858000"/>
              <a:gd name="connsiteX2" fmla="*/ 609011 w 6096000"/>
              <a:gd name="connsiteY2" fmla="*/ 5993933 h 6858000"/>
              <a:gd name="connsiteX3" fmla="*/ 63965 w 6096000"/>
              <a:gd name="connsiteY3" fmla="*/ 5827445 h 6858000"/>
              <a:gd name="connsiteX4" fmla="*/ 20969 w 6096000"/>
              <a:gd name="connsiteY4" fmla="*/ 5791970 h 6858000"/>
              <a:gd name="connsiteX5" fmla="*/ 67695 w 6096000"/>
              <a:gd name="connsiteY5" fmla="*/ 5729485 h 6858000"/>
              <a:gd name="connsiteX6" fmla="*/ 284691 w 6096000"/>
              <a:gd name="connsiteY6" fmla="*/ 5019086 h 6858000"/>
              <a:gd name="connsiteX7" fmla="*/ 67695 w 6096000"/>
              <a:gd name="connsiteY7" fmla="*/ 4308688 h 6858000"/>
              <a:gd name="connsiteX8" fmla="*/ 20969 w 6096000"/>
              <a:gd name="connsiteY8" fmla="*/ 4246203 h 6858000"/>
              <a:gd name="connsiteX9" fmla="*/ 63965 w 6096000"/>
              <a:gd name="connsiteY9" fmla="*/ 4210728 h 6858000"/>
              <a:gd name="connsiteX10" fmla="*/ 609011 w 6096000"/>
              <a:gd name="connsiteY10" fmla="*/ 4044239 h 6858000"/>
              <a:gd name="connsiteX11" fmla="*/ 0 w 6096000"/>
              <a:gd name="connsiteY11" fmla="*/ 0 h 6858000"/>
              <a:gd name="connsiteX12" fmla="*/ 6096000 w 6096000"/>
              <a:gd name="connsiteY12" fmla="*/ 0 h 6858000"/>
              <a:gd name="connsiteX13" fmla="*/ 6096000 w 6096000"/>
              <a:gd name="connsiteY13" fmla="*/ 6858000 h 6858000"/>
              <a:gd name="connsiteX14" fmla="*/ 0 w 6096000"/>
              <a:gd name="connsiteY14" fmla="*/ 6858000 h 6858000"/>
              <a:gd name="connsiteX15" fmla="*/ 0 w 6096000"/>
              <a:gd name="connsiteY15" fmla="*/ 6130954 h 6858000"/>
              <a:gd name="connsiteX16" fmla="*/ 58159 w 6096000"/>
              <a:gd name="connsiteY16" fmla="*/ 6164382 h 6858000"/>
              <a:gd name="connsiteX17" fmla="*/ 609011 w 6096000"/>
              <a:gd name="connsiteY17" fmla="*/ 6289675 h 6858000"/>
              <a:gd name="connsiteX18" fmla="*/ 1879600 w 6096000"/>
              <a:gd name="connsiteY18" fmla="*/ 5019086 h 6858000"/>
              <a:gd name="connsiteX19" fmla="*/ 609011 w 6096000"/>
              <a:gd name="connsiteY19" fmla="*/ 3748497 h 6858000"/>
              <a:gd name="connsiteX20" fmla="*/ 58159 w 6096000"/>
              <a:gd name="connsiteY20" fmla="*/ 3873791 h 6858000"/>
              <a:gd name="connsiteX21" fmla="*/ 0 w 6096000"/>
              <a:gd name="connsiteY21" fmla="*/ 39072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6858000">
                <a:moveTo>
                  <a:pt x="609011" y="4044239"/>
                </a:moveTo>
                <a:cubicBezTo>
                  <a:pt x="1147404" y="4044239"/>
                  <a:pt x="1583858" y="4480693"/>
                  <a:pt x="1583858" y="5019086"/>
                </a:cubicBezTo>
                <a:cubicBezTo>
                  <a:pt x="1583858" y="5557479"/>
                  <a:pt x="1147404" y="5993933"/>
                  <a:pt x="609011" y="5993933"/>
                </a:cubicBezTo>
                <a:cubicBezTo>
                  <a:pt x="407114" y="5993933"/>
                  <a:pt x="219552" y="5932557"/>
                  <a:pt x="63965" y="5827445"/>
                </a:cubicBezTo>
                <a:lnTo>
                  <a:pt x="20969" y="5791970"/>
                </a:lnTo>
                <a:lnTo>
                  <a:pt x="67695" y="5729485"/>
                </a:lnTo>
                <a:cubicBezTo>
                  <a:pt x="204695" y="5526697"/>
                  <a:pt x="284691" y="5282234"/>
                  <a:pt x="284691" y="5019086"/>
                </a:cubicBezTo>
                <a:cubicBezTo>
                  <a:pt x="284691" y="4755939"/>
                  <a:pt x="204695" y="4511475"/>
                  <a:pt x="67695" y="4308688"/>
                </a:cubicBezTo>
                <a:lnTo>
                  <a:pt x="20969" y="4246203"/>
                </a:lnTo>
                <a:lnTo>
                  <a:pt x="63965" y="4210728"/>
                </a:lnTo>
                <a:cubicBezTo>
                  <a:pt x="219552" y="4105616"/>
                  <a:pt x="407114" y="4044239"/>
                  <a:pt x="609011" y="404423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130954"/>
                </a:lnTo>
                <a:lnTo>
                  <a:pt x="58159" y="6164382"/>
                </a:lnTo>
                <a:cubicBezTo>
                  <a:pt x="224800" y="6244678"/>
                  <a:pt x="411651" y="6289675"/>
                  <a:pt x="609011" y="6289675"/>
                </a:cubicBezTo>
                <a:cubicBezTo>
                  <a:pt x="1310738" y="6289675"/>
                  <a:pt x="1879600" y="5720813"/>
                  <a:pt x="1879600" y="5019086"/>
                </a:cubicBezTo>
                <a:cubicBezTo>
                  <a:pt x="1879600" y="4317359"/>
                  <a:pt x="1310738" y="3748497"/>
                  <a:pt x="609011" y="3748497"/>
                </a:cubicBezTo>
                <a:cubicBezTo>
                  <a:pt x="411651" y="3748497"/>
                  <a:pt x="224800" y="3793495"/>
                  <a:pt x="58159" y="3873791"/>
                </a:cubicBezTo>
                <a:lnTo>
                  <a:pt x="0" y="3907219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Drag image to placeholder or click Add icon</a:t>
            </a:r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12717"/>
            <a:ext cx="5221288" cy="241091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474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Title of the presentation </a:t>
            </a:r>
            <a:br>
              <a:rPr lang="en-US" noProof="0" dirty="0"/>
            </a:br>
            <a:r>
              <a:rPr lang="en-US" noProof="0" dirty="0"/>
              <a:t>in maximum four lines</a:t>
            </a: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B613EDF0-028B-5F4A-878C-09AE852FC3B2}"/>
              </a:ext>
            </a:extLst>
          </p:cNvPr>
          <p:cNvSpPr/>
          <p:nvPr userDrawn="1"/>
        </p:nvSpPr>
        <p:spPr>
          <a:xfrm>
            <a:off x="649697" y="3748497"/>
            <a:ext cx="7325903" cy="2541178"/>
          </a:xfrm>
          <a:custGeom>
            <a:avLst/>
            <a:gdLst>
              <a:gd name="connsiteX0" fmla="*/ 5257860 w 7325903"/>
              <a:gd name="connsiteY0" fmla="*/ 712327 h 2541178"/>
              <a:gd name="connsiteX1" fmla="*/ 5246956 w 7325903"/>
              <a:gd name="connsiteY1" fmla="*/ 725543 h 2541178"/>
              <a:gd name="connsiteX2" fmla="*/ 5080467 w 7325903"/>
              <a:gd name="connsiteY2" fmla="*/ 1270589 h 2541178"/>
              <a:gd name="connsiteX3" fmla="*/ 5246956 w 7325903"/>
              <a:gd name="connsiteY3" fmla="*/ 1815635 h 2541178"/>
              <a:gd name="connsiteX4" fmla="*/ 5257860 w 7325903"/>
              <a:gd name="connsiteY4" fmla="*/ 1828851 h 2541178"/>
              <a:gd name="connsiteX5" fmla="*/ 5268764 w 7325903"/>
              <a:gd name="connsiteY5" fmla="*/ 1815635 h 2541178"/>
              <a:gd name="connsiteX6" fmla="*/ 5435252 w 7325903"/>
              <a:gd name="connsiteY6" fmla="*/ 1270589 h 2541178"/>
              <a:gd name="connsiteX7" fmla="*/ 5268764 w 7325903"/>
              <a:gd name="connsiteY7" fmla="*/ 725543 h 2541178"/>
              <a:gd name="connsiteX8" fmla="*/ 3662951 w 7325903"/>
              <a:gd name="connsiteY8" fmla="*/ 712327 h 2541178"/>
              <a:gd name="connsiteX9" fmla="*/ 3652047 w 7325903"/>
              <a:gd name="connsiteY9" fmla="*/ 725543 h 2541178"/>
              <a:gd name="connsiteX10" fmla="*/ 3485558 w 7325903"/>
              <a:gd name="connsiteY10" fmla="*/ 1270589 h 2541178"/>
              <a:gd name="connsiteX11" fmla="*/ 3652047 w 7325903"/>
              <a:gd name="connsiteY11" fmla="*/ 1815635 h 2541178"/>
              <a:gd name="connsiteX12" fmla="*/ 3662951 w 7325903"/>
              <a:gd name="connsiteY12" fmla="*/ 1828852 h 2541178"/>
              <a:gd name="connsiteX13" fmla="*/ 3673856 w 7325903"/>
              <a:gd name="connsiteY13" fmla="*/ 1815635 h 2541178"/>
              <a:gd name="connsiteX14" fmla="*/ 3840344 w 7325903"/>
              <a:gd name="connsiteY14" fmla="*/ 1270589 h 2541178"/>
              <a:gd name="connsiteX15" fmla="*/ 3673856 w 7325903"/>
              <a:gd name="connsiteY15" fmla="*/ 725543 h 2541178"/>
              <a:gd name="connsiteX16" fmla="*/ 2068043 w 7325903"/>
              <a:gd name="connsiteY16" fmla="*/ 712327 h 2541178"/>
              <a:gd name="connsiteX17" fmla="*/ 2057139 w 7325903"/>
              <a:gd name="connsiteY17" fmla="*/ 725543 h 2541178"/>
              <a:gd name="connsiteX18" fmla="*/ 1890650 w 7325903"/>
              <a:gd name="connsiteY18" fmla="*/ 1270589 h 2541178"/>
              <a:gd name="connsiteX19" fmla="*/ 2057139 w 7325903"/>
              <a:gd name="connsiteY19" fmla="*/ 1815635 h 2541178"/>
              <a:gd name="connsiteX20" fmla="*/ 2068043 w 7325903"/>
              <a:gd name="connsiteY20" fmla="*/ 1828852 h 2541178"/>
              <a:gd name="connsiteX21" fmla="*/ 2078948 w 7325903"/>
              <a:gd name="connsiteY21" fmla="*/ 1815635 h 2541178"/>
              <a:gd name="connsiteX22" fmla="*/ 2245436 w 7325903"/>
              <a:gd name="connsiteY22" fmla="*/ 1270589 h 2541178"/>
              <a:gd name="connsiteX23" fmla="*/ 2078948 w 7325903"/>
              <a:gd name="connsiteY23" fmla="*/ 725543 h 2541178"/>
              <a:gd name="connsiteX24" fmla="*/ 6055314 w 7325903"/>
              <a:gd name="connsiteY24" fmla="*/ 295742 h 2541178"/>
              <a:gd name="connsiteX25" fmla="*/ 5510268 w 7325903"/>
              <a:gd name="connsiteY25" fmla="*/ 462231 h 2541178"/>
              <a:gd name="connsiteX26" fmla="*/ 5467272 w 7325903"/>
              <a:gd name="connsiteY26" fmla="*/ 497706 h 2541178"/>
              <a:gd name="connsiteX27" fmla="*/ 5513998 w 7325903"/>
              <a:gd name="connsiteY27" fmla="*/ 560191 h 2541178"/>
              <a:gd name="connsiteX28" fmla="*/ 5730994 w 7325903"/>
              <a:gd name="connsiteY28" fmla="*/ 1270589 h 2541178"/>
              <a:gd name="connsiteX29" fmla="*/ 5513998 w 7325903"/>
              <a:gd name="connsiteY29" fmla="*/ 1980988 h 2541178"/>
              <a:gd name="connsiteX30" fmla="*/ 5467272 w 7325903"/>
              <a:gd name="connsiteY30" fmla="*/ 2043473 h 2541178"/>
              <a:gd name="connsiteX31" fmla="*/ 5510268 w 7325903"/>
              <a:gd name="connsiteY31" fmla="*/ 2078948 h 2541178"/>
              <a:gd name="connsiteX32" fmla="*/ 6055314 w 7325903"/>
              <a:gd name="connsiteY32" fmla="*/ 2245436 h 2541178"/>
              <a:gd name="connsiteX33" fmla="*/ 7030161 w 7325903"/>
              <a:gd name="connsiteY33" fmla="*/ 1270589 h 2541178"/>
              <a:gd name="connsiteX34" fmla="*/ 6055314 w 7325903"/>
              <a:gd name="connsiteY34" fmla="*/ 295742 h 2541178"/>
              <a:gd name="connsiteX35" fmla="*/ 4460405 w 7325903"/>
              <a:gd name="connsiteY35" fmla="*/ 295742 h 2541178"/>
              <a:gd name="connsiteX36" fmla="*/ 3915359 w 7325903"/>
              <a:gd name="connsiteY36" fmla="*/ 462231 h 2541178"/>
              <a:gd name="connsiteX37" fmla="*/ 3872364 w 7325903"/>
              <a:gd name="connsiteY37" fmla="*/ 497705 h 2541178"/>
              <a:gd name="connsiteX38" fmla="*/ 3919090 w 7325903"/>
              <a:gd name="connsiteY38" fmla="*/ 560191 h 2541178"/>
              <a:gd name="connsiteX39" fmla="*/ 4136086 w 7325903"/>
              <a:gd name="connsiteY39" fmla="*/ 1270589 h 2541178"/>
              <a:gd name="connsiteX40" fmla="*/ 3919090 w 7325903"/>
              <a:gd name="connsiteY40" fmla="*/ 1980988 h 2541178"/>
              <a:gd name="connsiteX41" fmla="*/ 3872364 w 7325903"/>
              <a:gd name="connsiteY41" fmla="*/ 2043473 h 2541178"/>
              <a:gd name="connsiteX42" fmla="*/ 3915359 w 7325903"/>
              <a:gd name="connsiteY42" fmla="*/ 2078948 h 2541178"/>
              <a:gd name="connsiteX43" fmla="*/ 4460405 w 7325903"/>
              <a:gd name="connsiteY43" fmla="*/ 2245436 h 2541178"/>
              <a:gd name="connsiteX44" fmla="*/ 5005451 w 7325903"/>
              <a:gd name="connsiteY44" fmla="*/ 2078948 h 2541178"/>
              <a:gd name="connsiteX45" fmla="*/ 5048447 w 7325903"/>
              <a:gd name="connsiteY45" fmla="*/ 2043473 h 2541178"/>
              <a:gd name="connsiteX46" fmla="*/ 5001722 w 7325903"/>
              <a:gd name="connsiteY46" fmla="*/ 1980988 h 2541178"/>
              <a:gd name="connsiteX47" fmla="*/ 4784725 w 7325903"/>
              <a:gd name="connsiteY47" fmla="*/ 1270589 h 2541178"/>
              <a:gd name="connsiteX48" fmla="*/ 5001722 w 7325903"/>
              <a:gd name="connsiteY48" fmla="*/ 560191 h 2541178"/>
              <a:gd name="connsiteX49" fmla="*/ 5048447 w 7325903"/>
              <a:gd name="connsiteY49" fmla="*/ 497706 h 2541178"/>
              <a:gd name="connsiteX50" fmla="*/ 5005451 w 7325903"/>
              <a:gd name="connsiteY50" fmla="*/ 462231 h 2541178"/>
              <a:gd name="connsiteX51" fmla="*/ 4460405 w 7325903"/>
              <a:gd name="connsiteY51" fmla="*/ 295742 h 2541178"/>
              <a:gd name="connsiteX52" fmla="*/ 2865497 w 7325903"/>
              <a:gd name="connsiteY52" fmla="*/ 295742 h 2541178"/>
              <a:gd name="connsiteX53" fmla="*/ 2320451 w 7325903"/>
              <a:gd name="connsiteY53" fmla="*/ 462231 h 2541178"/>
              <a:gd name="connsiteX54" fmla="*/ 2277456 w 7325903"/>
              <a:gd name="connsiteY54" fmla="*/ 497705 h 2541178"/>
              <a:gd name="connsiteX55" fmla="*/ 2324182 w 7325903"/>
              <a:gd name="connsiteY55" fmla="*/ 560191 h 2541178"/>
              <a:gd name="connsiteX56" fmla="*/ 2541178 w 7325903"/>
              <a:gd name="connsiteY56" fmla="*/ 1270589 h 2541178"/>
              <a:gd name="connsiteX57" fmla="*/ 2324182 w 7325903"/>
              <a:gd name="connsiteY57" fmla="*/ 1980988 h 2541178"/>
              <a:gd name="connsiteX58" fmla="*/ 2277456 w 7325903"/>
              <a:gd name="connsiteY58" fmla="*/ 2043473 h 2541178"/>
              <a:gd name="connsiteX59" fmla="*/ 2320451 w 7325903"/>
              <a:gd name="connsiteY59" fmla="*/ 2078948 h 2541178"/>
              <a:gd name="connsiteX60" fmla="*/ 2865497 w 7325903"/>
              <a:gd name="connsiteY60" fmla="*/ 2245436 h 2541178"/>
              <a:gd name="connsiteX61" fmla="*/ 3410544 w 7325903"/>
              <a:gd name="connsiteY61" fmla="*/ 2078948 h 2541178"/>
              <a:gd name="connsiteX62" fmla="*/ 3453539 w 7325903"/>
              <a:gd name="connsiteY62" fmla="*/ 2043473 h 2541178"/>
              <a:gd name="connsiteX63" fmla="*/ 3406813 w 7325903"/>
              <a:gd name="connsiteY63" fmla="*/ 1980988 h 2541178"/>
              <a:gd name="connsiteX64" fmla="*/ 3189816 w 7325903"/>
              <a:gd name="connsiteY64" fmla="*/ 1270589 h 2541178"/>
              <a:gd name="connsiteX65" fmla="*/ 3406813 w 7325903"/>
              <a:gd name="connsiteY65" fmla="*/ 560191 h 2541178"/>
              <a:gd name="connsiteX66" fmla="*/ 3453539 w 7325903"/>
              <a:gd name="connsiteY66" fmla="*/ 497705 h 2541178"/>
              <a:gd name="connsiteX67" fmla="*/ 3410544 w 7325903"/>
              <a:gd name="connsiteY67" fmla="*/ 462231 h 2541178"/>
              <a:gd name="connsiteX68" fmla="*/ 2865497 w 7325903"/>
              <a:gd name="connsiteY68" fmla="*/ 295742 h 2541178"/>
              <a:gd name="connsiteX69" fmla="*/ 1270589 w 7325903"/>
              <a:gd name="connsiteY69" fmla="*/ 295742 h 2541178"/>
              <a:gd name="connsiteX70" fmla="*/ 295742 w 7325903"/>
              <a:gd name="connsiteY70" fmla="*/ 1270589 h 2541178"/>
              <a:gd name="connsiteX71" fmla="*/ 1270589 w 7325903"/>
              <a:gd name="connsiteY71" fmla="*/ 2245436 h 2541178"/>
              <a:gd name="connsiteX72" fmla="*/ 1815635 w 7325903"/>
              <a:gd name="connsiteY72" fmla="*/ 2078948 h 2541178"/>
              <a:gd name="connsiteX73" fmla="*/ 1858631 w 7325903"/>
              <a:gd name="connsiteY73" fmla="*/ 2043473 h 2541178"/>
              <a:gd name="connsiteX74" fmla="*/ 1811905 w 7325903"/>
              <a:gd name="connsiteY74" fmla="*/ 1980988 h 2541178"/>
              <a:gd name="connsiteX75" fmla="*/ 1594908 w 7325903"/>
              <a:gd name="connsiteY75" fmla="*/ 1270589 h 2541178"/>
              <a:gd name="connsiteX76" fmla="*/ 1811905 w 7325903"/>
              <a:gd name="connsiteY76" fmla="*/ 560191 h 2541178"/>
              <a:gd name="connsiteX77" fmla="*/ 1858631 w 7325903"/>
              <a:gd name="connsiteY77" fmla="*/ 497705 h 2541178"/>
              <a:gd name="connsiteX78" fmla="*/ 1815635 w 7325903"/>
              <a:gd name="connsiteY78" fmla="*/ 462231 h 2541178"/>
              <a:gd name="connsiteX79" fmla="*/ 1270589 w 7325903"/>
              <a:gd name="connsiteY79" fmla="*/ 295742 h 2541178"/>
              <a:gd name="connsiteX80" fmla="*/ 1270589 w 7325903"/>
              <a:gd name="connsiteY80" fmla="*/ 0 h 2541178"/>
              <a:gd name="connsiteX81" fmla="*/ 1980988 w 7325903"/>
              <a:gd name="connsiteY81" fmla="*/ 216997 h 2541178"/>
              <a:gd name="connsiteX82" fmla="*/ 2068043 w 7325903"/>
              <a:gd name="connsiteY82" fmla="*/ 282096 h 2541178"/>
              <a:gd name="connsiteX83" fmla="*/ 2155099 w 7325903"/>
              <a:gd name="connsiteY83" fmla="*/ 216997 h 2541178"/>
              <a:gd name="connsiteX84" fmla="*/ 2865497 w 7325903"/>
              <a:gd name="connsiteY84" fmla="*/ 0 h 2541178"/>
              <a:gd name="connsiteX85" fmla="*/ 3575896 w 7325903"/>
              <a:gd name="connsiteY85" fmla="*/ 216997 h 2541178"/>
              <a:gd name="connsiteX86" fmla="*/ 3662951 w 7325903"/>
              <a:gd name="connsiteY86" fmla="*/ 282096 h 2541178"/>
              <a:gd name="connsiteX87" fmla="*/ 3750007 w 7325903"/>
              <a:gd name="connsiteY87" fmla="*/ 216997 h 2541178"/>
              <a:gd name="connsiteX88" fmla="*/ 4460405 w 7325903"/>
              <a:gd name="connsiteY88" fmla="*/ 0 h 2541178"/>
              <a:gd name="connsiteX89" fmla="*/ 5170804 w 7325903"/>
              <a:gd name="connsiteY89" fmla="*/ 216997 h 2541178"/>
              <a:gd name="connsiteX90" fmla="*/ 5257860 w 7325903"/>
              <a:gd name="connsiteY90" fmla="*/ 282096 h 2541178"/>
              <a:gd name="connsiteX91" fmla="*/ 5344916 w 7325903"/>
              <a:gd name="connsiteY91" fmla="*/ 216997 h 2541178"/>
              <a:gd name="connsiteX92" fmla="*/ 6055314 w 7325903"/>
              <a:gd name="connsiteY92" fmla="*/ 0 h 2541178"/>
              <a:gd name="connsiteX93" fmla="*/ 7325903 w 7325903"/>
              <a:gd name="connsiteY93" fmla="*/ 1270589 h 2541178"/>
              <a:gd name="connsiteX94" fmla="*/ 6055314 w 7325903"/>
              <a:gd name="connsiteY94" fmla="*/ 2541178 h 2541178"/>
              <a:gd name="connsiteX95" fmla="*/ 5344916 w 7325903"/>
              <a:gd name="connsiteY95" fmla="*/ 2324182 h 2541178"/>
              <a:gd name="connsiteX96" fmla="*/ 5257860 w 7325903"/>
              <a:gd name="connsiteY96" fmla="*/ 2259082 h 2541178"/>
              <a:gd name="connsiteX97" fmla="*/ 5170804 w 7325903"/>
              <a:gd name="connsiteY97" fmla="*/ 2324182 h 2541178"/>
              <a:gd name="connsiteX98" fmla="*/ 4460405 w 7325903"/>
              <a:gd name="connsiteY98" fmla="*/ 2541178 h 2541178"/>
              <a:gd name="connsiteX99" fmla="*/ 3750007 w 7325903"/>
              <a:gd name="connsiteY99" fmla="*/ 2324182 h 2541178"/>
              <a:gd name="connsiteX100" fmla="*/ 3662951 w 7325903"/>
              <a:gd name="connsiteY100" fmla="*/ 2259083 h 2541178"/>
              <a:gd name="connsiteX101" fmla="*/ 3575896 w 7325903"/>
              <a:gd name="connsiteY101" fmla="*/ 2324182 h 2541178"/>
              <a:gd name="connsiteX102" fmla="*/ 2865497 w 7325903"/>
              <a:gd name="connsiteY102" fmla="*/ 2541178 h 2541178"/>
              <a:gd name="connsiteX103" fmla="*/ 2155099 w 7325903"/>
              <a:gd name="connsiteY103" fmla="*/ 2324182 h 2541178"/>
              <a:gd name="connsiteX104" fmla="*/ 2068043 w 7325903"/>
              <a:gd name="connsiteY104" fmla="*/ 2259083 h 2541178"/>
              <a:gd name="connsiteX105" fmla="*/ 1980988 w 7325903"/>
              <a:gd name="connsiteY105" fmla="*/ 2324182 h 2541178"/>
              <a:gd name="connsiteX106" fmla="*/ 1270589 w 7325903"/>
              <a:gd name="connsiteY106" fmla="*/ 2541178 h 2541178"/>
              <a:gd name="connsiteX107" fmla="*/ 0 w 7325903"/>
              <a:gd name="connsiteY107" fmla="*/ 1270589 h 2541178"/>
              <a:gd name="connsiteX108" fmla="*/ 1270589 w 7325903"/>
              <a:gd name="connsiteY108" fmla="*/ 0 h 254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7325903" h="2541178">
                <a:moveTo>
                  <a:pt x="5257860" y="712327"/>
                </a:moveTo>
                <a:lnTo>
                  <a:pt x="5246956" y="725543"/>
                </a:lnTo>
                <a:cubicBezTo>
                  <a:pt x="5141844" y="881130"/>
                  <a:pt x="5080467" y="1068692"/>
                  <a:pt x="5080467" y="1270589"/>
                </a:cubicBezTo>
                <a:cubicBezTo>
                  <a:pt x="5080467" y="1472487"/>
                  <a:pt x="5141844" y="1660049"/>
                  <a:pt x="5246956" y="1815635"/>
                </a:cubicBezTo>
                <a:lnTo>
                  <a:pt x="5257860" y="1828851"/>
                </a:lnTo>
                <a:lnTo>
                  <a:pt x="5268764" y="1815635"/>
                </a:lnTo>
                <a:cubicBezTo>
                  <a:pt x="5373876" y="1660049"/>
                  <a:pt x="5435252" y="1472487"/>
                  <a:pt x="5435252" y="1270589"/>
                </a:cubicBezTo>
                <a:cubicBezTo>
                  <a:pt x="5435252" y="1068692"/>
                  <a:pt x="5373876" y="881130"/>
                  <a:pt x="5268764" y="725543"/>
                </a:cubicBezTo>
                <a:close/>
                <a:moveTo>
                  <a:pt x="3662951" y="712327"/>
                </a:moveTo>
                <a:lnTo>
                  <a:pt x="3652047" y="725543"/>
                </a:lnTo>
                <a:cubicBezTo>
                  <a:pt x="3546935" y="881130"/>
                  <a:pt x="3485558" y="1068692"/>
                  <a:pt x="3485558" y="1270589"/>
                </a:cubicBezTo>
                <a:cubicBezTo>
                  <a:pt x="3485558" y="1472487"/>
                  <a:pt x="3546935" y="1660049"/>
                  <a:pt x="3652047" y="1815635"/>
                </a:cubicBezTo>
                <a:lnTo>
                  <a:pt x="3662951" y="1828852"/>
                </a:lnTo>
                <a:lnTo>
                  <a:pt x="3673856" y="1815635"/>
                </a:lnTo>
                <a:cubicBezTo>
                  <a:pt x="3778968" y="1660049"/>
                  <a:pt x="3840344" y="1472487"/>
                  <a:pt x="3840344" y="1270589"/>
                </a:cubicBezTo>
                <a:cubicBezTo>
                  <a:pt x="3840344" y="1068692"/>
                  <a:pt x="3778968" y="881130"/>
                  <a:pt x="3673856" y="725543"/>
                </a:cubicBezTo>
                <a:close/>
                <a:moveTo>
                  <a:pt x="2068043" y="712327"/>
                </a:moveTo>
                <a:lnTo>
                  <a:pt x="2057139" y="725543"/>
                </a:lnTo>
                <a:cubicBezTo>
                  <a:pt x="1952027" y="881130"/>
                  <a:pt x="1890650" y="1068692"/>
                  <a:pt x="1890650" y="1270589"/>
                </a:cubicBezTo>
                <a:cubicBezTo>
                  <a:pt x="1890650" y="1472487"/>
                  <a:pt x="1952027" y="1660049"/>
                  <a:pt x="2057139" y="1815635"/>
                </a:cubicBezTo>
                <a:lnTo>
                  <a:pt x="2068043" y="1828852"/>
                </a:lnTo>
                <a:lnTo>
                  <a:pt x="2078948" y="1815635"/>
                </a:lnTo>
                <a:cubicBezTo>
                  <a:pt x="2184060" y="1660049"/>
                  <a:pt x="2245436" y="1472487"/>
                  <a:pt x="2245436" y="1270589"/>
                </a:cubicBezTo>
                <a:cubicBezTo>
                  <a:pt x="2245436" y="1068692"/>
                  <a:pt x="2184060" y="881130"/>
                  <a:pt x="2078948" y="725543"/>
                </a:cubicBezTo>
                <a:close/>
                <a:moveTo>
                  <a:pt x="6055314" y="295742"/>
                </a:moveTo>
                <a:cubicBezTo>
                  <a:pt x="5853417" y="295742"/>
                  <a:pt x="5665855" y="357119"/>
                  <a:pt x="5510268" y="462231"/>
                </a:cubicBezTo>
                <a:lnTo>
                  <a:pt x="5467272" y="497706"/>
                </a:lnTo>
                <a:lnTo>
                  <a:pt x="5513998" y="560191"/>
                </a:lnTo>
                <a:cubicBezTo>
                  <a:pt x="5650998" y="762978"/>
                  <a:pt x="5730994" y="1007442"/>
                  <a:pt x="5730994" y="1270589"/>
                </a:cubicBezTo>
                <a:cubicBezTo>
                  <a:pt x="5730994" y="1533737"/>
                  <a:pt x="5650998" y="1778200"/>
                  <a:pt x="5513998" y="1980988"/>
                </a:cubicBezTo>
                <a:lnTo>
                  <a:pt x="5467272" y="2043473"/>
                </a:lnTo>
                <a:lnTo>
                  <a:pt x="5510268" y="2078948"/>
                </a:lnTo>
                <a:cubicBezTo>
                  <a:pt x="5665855" y="2184060"/>
                  <a:pt x="5853417" y="2245436"/>
                  <a:pt x="6055314" y="2245436"/>
                </a:cubicBezTo>
                <a:cubicBezTo>
                  <a:pt x="6593707" y="2245436"/>
                  <a:pt x="7030161" y="1808982"/>
                  <a:pt x="7030161" y="1270589"/>
                </a:cubicBezTo>
                <a:cubicBezTo>
                  <a:pt x="7030161" y="732196"/>
                  <a:pt x="6593707" y="295742"/>
                  <a:pt x="6055314" y="295742"/>
                </a:cubicBezTo>
                <a:close/>
                <a:moveTo>
                  <a:pt x="4460405" y="295742"/>
                </a:moveTo>
                <a:cubicBezTo>
                  <a:pt x="4258508" y="295742"/>
                  <a:pt x="4070946" y="357119"/>
                  <a:pt x="3915359" y="462231"/>
                </a:cubicBezTo>
                <a:lnTo>
                  <a:pt x="3872364" y="497705"/>
                </a:lnTo>
                <a:lnTo>
                  <a:pt x="3919090" y="560191"/>
                </a:lnTo>
                <a:cubicBezTo>
                  <a:pt x="4056090" y="762978"/>
                  <a:pt x="4136086" y="1007442"/>
                  <a:pt x="4136086" y="1270589"/>
                </a:cubicBezTo>
                <a:cubicBezTo>
                  <a:pt x="4136086" y="1533737"/>
                  <a:pt x="4056090" y="1778200"/>
                  <a:pt x="3919090" y="1980988"/>
                </a:cubicBezTo>
                <a:lnTo>
                  <a:pt x="3872364" y="2043473"/>
                </a:lnTo>
                <a:lnTo>
                  <a:pt x="3915359" y="2078948"/>
                </a:lnTo>
                <a:cubicBezTo>
                  <a:pt x="4070946" y="2184060"/>
                  <a:pt x="4258508" y="2245436"/>
                  <a:pt x="4460405" y="2245436"/>
                </a:cubicBezTo>
                <a:cubicBezTo>
                  <a:pt x="4662303" y="2245436"/>
                  <a:pt x="4849865" y="2184060"/>
                  <a:pt x="5005451" y="2078948"/>
                </a:cubicBezTo>
                <a:lnTo>
                  <a:pt x="5048447" y="2043473"/>
                </a:lnTo>
                <a:lnTo>
                  <a:pt x="5001722" y="1980988"/>
                </a:lnTo>
                <a:cubicBezTo>
                  <a:pt x="4864721" y="1778200"/>
                  <a:pt x="4784725" y="1533737"/>
                  <a:pt x="4784725" y="1270589"/>
                </a:cubicBezTo>
                <a:cubicBezTo>
                  <a:pt x="4784725" y="1007442"/>
                  <a:pt x="4864721" y="762978"/>
                  <a:pt x="5001722" y="560191"/>
                </a:cubicBezTo>
                <a:lnTo>
                  <a:pt x="5048447" y="497706"/>
                </a:lnTo>
                <a:lnTo>
                  <a:pt x="5005451" y="462231"/>
                </a:lnTo>
                <a:cubicBezTo>
                  <a:pt x="4849865" y="357119"/>
                  <a:pt x="4662303" y="295742"/>
                  <a:pt x="4460405" y="295742"/>
                </a:cubicBezTo>
                <a:close/>
                <a:moveTo>
                  <a:pt x="2865497" y="295742"/>
                </a:moveTo>
                <a:cubicBezTo>
                  <a:pt x="2663600" y="295742"/>
                  <a:pt x="2476038" y="357119"/>
                  <a:pt x="2320451" y="462231"/>
                </a:cubicBezTo>
                <a:lnTo>
                  <a:pt x="2277456" y="497705"/>
                </a:lnTo>
                <a:lnTo>
                  <a:pt x="2324182" y="560191"/>
                </a:lnTo>
                <a:cubicBezTo>
                  <a:pt x="2461182" y="762978"/>
                  <a:pt x="2541178" y="1007442"/>
                  <a:pt x="2541178" y="1270589"/>
                </a:cubicBezTo>
                <a:cubicBezTo>
                  <a:pt x="2541178" y="1533737"/>
                  <a:pt x="2461182" y="1778200"/>
                  <a:pt x="2324182" y="1980988"/>
                </a:cubicBezTo>
                <a:lnTo>
                  <a:pt x="2277456" y="2043473"/>
                </a:lnTo>
                <a:lnTo>
                  <a:pt x="2320451" y="2078948"/>
                </a:lnTo>
                <a:cubicBezTo>
                  <a:pt x="2476038" y="2184060"/>
                  <a:pt x="2663600" y="2245436"/>
                  <a:pt x="2865497" y="2245436"/>
                </a:cubicBezTo>
                <a:cubicBezTo>
                  <a:pt x="3067395" y="2245436"/>
                  <a:pt x="3254957" y="2184060"/>
                  <a:pt x="3410544" y="2078948"/>
                </a:cubicBezTo>
                <a:lnTo>
                  <a:pt x="3453539" y="2043473"/>
                </a:lnTo>
                <a:lnTo>
                  <a:pt x="3406813" y="1980988"/>
                </a:lnTo>
                <a:cubicBezTo>
                  <a:pt x="3269813" y="1778200"/>
                  <a:pt x="3189816" y="1533737"/>
                  <a:pt x="3189816" y="1270589"/>
                </a:cubicBezTo>
                <a:cubicBezTo>
                  <a:pt x="3189816" y="1007442"/>
                  <a:pt x="3269813" y="762978"/>
                  <a:pt x="3406813" y="560191"/>
                </a:cubicBezTo>
                <a:lnTo>
                  <a:pt x="3453539" y="497705"/>
                </a:lnTo>
                <a:lnTo>
                  <a:pt x="3410544" y="462231"/>
                </a:lnTo>
                <a:cubicBezTo>
                  <a:pt x="3254957" y="357119"/>
                  <a:pt x="3067395" y="295742"/>
                  <a:pt x="2865497" y="295742"/>
                </a:cubicBezTo>
                <a:close/>
                <a:moveTo>
                  <a:pt x="1270589" y="295742"/>
                </a:moveTo>
                <a:cubicBezTo>
                  <a:pt x="732196" y="295742"/>
                  <a:pt x="295742" y="732196"/>
                  <a:pt x="295742" y="1270589"/>
                </a:cubicBezTo>
                <a:cubicBezTo>
                  <a:pt x="295742" y="1808982"/>
                  <a:pt x="732196" y="2245436"/>
                  <a:pt x="1270589" y="2245436"/>
                </a:cubicBezTo>
                <a:cubicBezTo>
                  <a:pt x="1472487" y="2245436"/>
                  <a:pt x="1660049" y="2184060"/>
                  <a:pt x="1815635" y="2078948"/>
                </a:cubicBezTo>
                <a:lnTo>
                  <a:pt x="1858631" y="2043473"/>
                </a:lnTo>
                <a:lnTo>
                  <a:pt x="1811905" y="1980988"/>
                </a:lnTo>
                <a:cubicBezTo>
                  <a:pt x="1674904" y="1778200"/>
                  <a:pt x="1594908" y="1533737"/>
                  <a:pt x="1594908" y="1270589"/>
                </a:cubicBezTo>
                <a:cubicBezTo>
                  <a:pt x="1594908" y="1007442"/>
                  <a:pt x="1674904" y="762978"/>
                  <a:pt x="1811905" y="560191"/>
                </a:cubicBezTo>
                <a:lnTo>
                  <a:pt x="1858631" y="497705"/>
                </a:lnTo>
                <a:lnTo>
                  <a:pt x="1815635" y="462231"/>
                </a:lnTo>
                <a:cubicBezTo>
                  <a:pt x="1660049" y="357119"/>
                  <a:pt x="1472487" y="295742"/>
                  <a:pt x="1270589" y="295742"/>
                </a:cubicBezTo>
                <a:close/>
                <a:moveTo>
                  <a:pt x="1270589" y="0"/>
                </a:moveTo>
                <a:cubicBezTo>
                  <a:pt x="1533737" y="0"/>
                  <a:pt x="1778200" y="79996"/>
                  <a:pt x="1980988" y="216997"/>
                </a:cubicBezTo>
                <a:lnTo>
                  <a:pt x="2068043" y="282096"/>
                </a:lnTo>
                <a:lnTo>
                  <a:pt x="2155099" y="216997"/>
                </a:lnTo>
                <a:cubicBezTo>
                  <a:pt x="2357886" y="79996"/>
                  <a:pt x="2602350" y="0"/>
                  <a:pt x="2865497" y="0"/>
                </a:cubicBezTo>
                <a:cubicBezTo>
                  <a:pt x="3128645" y="0"/>
                  <a:pt x="3373109" y="79996"/>
                  <a:pt x="3575896" y="216997"/>
                </a:cubicBezTo>
                <a:lnTo>
                  <a:pt x="3662951" y="282096"/>
                </a:lnTo>
                <a:lnTo>
                  <a:pt x="3750007" y="216997"/>
                </a:lnTo>
                <a:cubicBezTo>
                  <a:pt x="3952794" y="79996"/>
                  <a:pt x="4197258" y="0"/>
                  <a:pt x="4460405" y="0"/>
                </a:cubicBezTo>
                <a:cubicBezTo>
                  <a:pt x="4723553" y="0"/>
                  <a:pt x="4968016" y="79996"/>
                  <a:pt x="5170804" y="216997"/>
                </a:cubicBezTo>
                <a:lnTo>
                  <a:pt x="5257860" y="282096"/>
                </a:lnTo>
                <a:lnTo>
                  <a:pt x="5344916" y="216997"/>
                </a:lnTo>
                <a:cubicBezTo>
                  <a:pt x="5547703" y="79996"/>
                  <a:pt x="5792167" y="0"/>
                  <a:pt x="6055314" y="0"/>
                </a:cubicBezTo>
                <a:cubicBezTo>
                  <a:pt x="6757041" y="0"/>
                  <a:pt x="7325903" y="568862"/>
                  <a:pt x="7325903" y="1270589"/>
                </a:cubicBezTo>
                <a:cubicBezTo>
                  <a:pt x="7325903" y="1972316"/>
                  <a:pt x="6757041" y="2541178"/>
                  <a:pt x="6055314" y="2541178"/>
                </a:cubicBezTo>
                <a:cubicBezTo>
                  <a:pt x="5792167" y="2541178"/>
                  <a:pt x="5547703" y="2461182"/>
                  <a:pt x="5344916" y="2324182"/>
                </a:cubicBezTo>
                <a:lnTo>
                  <a:pt x="5257860" y="2259082"/>
                </a:lnTo>
                <a:lnTo>
                  <a:pt x="5170804" y="2324182"/>
                </a:lnTo>
                <a:cubicBezTo>
                  <a:pt x="4968016" y="2461182"/>
                  <a:pt x="4723553" y="2541178"/>
                  <a:pt x="4460405" y="2541178"/>
                </a:cubicBezTo>
                <a:cubicBezTo>
                  <a:pt x="4197258" y="2541178"/>
                  <a:pt x="3952794" y="2461182"/>
                  <a:pt x="3750007" y="2324182"/>
                </a:cubicBezTo>
                <a:lnTo>
                  <a:pt x="3662951" y="2259083"/>
                </a:lnTo>
                <a:lnTo>
                  <a:pt x="3575896" y="2324182"/>
                </a:lnTo>
                <a:cubicBezTo>
                  <a:pt x="3373109" y="2461182"/>
                  <a:pt x="3128645" y="2541178"/>
                  <a:pt x="2865497" y="2541178"/>
                </a:cubicBezTo>
                <a:cubicBezTo>
                  <a:pt x="2602350" y="2541178"/>
                  <a:pt x="2357886" y="2461182"/>
                  <a:pt x="2155099" y="2324182"/>
                </a:cubicBezTo>
                <a:lnTo>
                  <a:pt x="2068043" y="2259083"/>
                </a:lnTo>
                <a:lnTo>
                  <a:pt x="1980988" y="2324182"/>
                </a:lnTo>
                <a:cubicBezTo>
                  <a:pt x="1778200" y="2461182"/>
                  <a:pt x="1533737" y="2541178"/>
                  <a:pt x="1270589" y="2541178"/>
                </a:cubicBezTo>
                <a:cubicBezTo>
                  <a:pt x="568862" y="2541178"/>
                  <a:pt x="0" y="1972316"/>
                  <a:pt x="0" y="1270589"/>
                </a:cubicBezTo>
                <a:cubicBezTo>
                  <a:pt x="0" y="568862"/>
                  <a:pt x="568862" y="0"/>
                  <a:pt x="1270589" y="0"/>
                </a:cubicBezTo>
                <a:close/>
              </a:path>
            </a:pathLst>
          </a:cu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Untertitel 2"/>
          <p:cNvSpPr txBox="1">
            <a:spLocks/>
          </p:cNvSpPr>
          <p:nvPr userDrawn="1"/>
        </p:nvSpPr>
        <p:spPr bwMode="gray">
          <a:xfrm>
            <a:off x="1391512" y="2987151"/>
            <a:ext cx="2511621" cy="2491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 | Audi </a:t>
            </a:r>
            <a:r>
              <a:rPr lang="de-DE" dirty="0" err="1">
                <a:solidFill>
                  <a:schemeClr val="bg1"/>
                </a:solidFill>
              </a:rPr>
              <a:t>Sales</a:t>
            </a:r>
            <a:r>
              <a:rPr lang="de-DE" dirty="0">
                <a:solidFill>
                  <a:schemeClr val="bg1"/>
                </a:solidFill>
              </a:rPr>
              <a:t> Division |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16"/>
          <a:stretch/>
        </p:blipFill>
        <p:spPr>
          <a:xfrm>
            <a:off x="725917" y="2973388"/>
            <a:ext cx="693027" cy="2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6979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slide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1AEA8D2-9C4E-4C4B-BBE6-F36C68B29465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F506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"/>
              <a:ea typeface="+mn-ea"/>
              <a:cs typeface="+mn-cs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Title of the chapter title </a:t>
            </a:r>
            <a:br>
              <a:rPr lang="en-US" noProof="0" dirty="0"/>
            </a:br>
            <a:r>
              <a:rPr lang="en-US" noProof="0" dirty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Normal" panose="020B0503040200000003" pitchFamily="34" charset="0"/>
                <a:ea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303409740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_slide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5">
            <a:extLst>
              <a:ext uri="{FF2B5EF4-FFF2-40B4-BE49-F238E27FC236}">
                <a16:creationId xmlns:a16="http://schemas.microsoft.com/office/drawing/2014/main" id="{EF9573AB-7E7B-5B4D-9362-649AB74058F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F5063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"/>
              <a:ea typeface="+mn-ea"/>
              <a:cs typeface="+mn-c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9CC2024-0181-9C43-84C1-E748C6D9A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hteck 3"/>
          <p:cNvSpPr/>
          <p:nvPr userDrawn="1"/>
        </p:nvSpPr>
        <p:spPr>
          <a:xfrm>
            <a:off x="411163" y="2977239"/>
            <a:ext cx="11066462" cy="1189442"/>
          </a:xfrm>
          <a:prstGeom prst="rect">
            <a:avLst/>
          </a:prstGeom>
          <a:noFill/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6800" b="1" i="0" noProof="0" dirty="0">
                <a:solidFill>
                  <a:schemeClr val="bg1"/>
                </a:solidFill>
                <a:latin typeface="Audi Type Extended" charset="0"/>
                <a:ea typeface="Audi Type Extended" charset="0"/>
                <a:cs typeface="Audi Type Extended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258464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_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01298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2800" b="1" i="0" baseline="0" dirty="0">
              <a:solidFill>
                <a:schemeClr val="tx1"/>
              </a:solidFill>
              <a:latin typeface="Audi Type Extended" panose="020B0505040200000003" pitchFamily="34" charset="0"/>
              <a:sym typeface="Audi Type Extended Normal" panose="020B0505040200000003" pitchFamily="34" charset="0"/>
            </a:endParaRPr>
          </a:p>
        </p:txBody>
      </p:sp>
      <p:sp>
        <p:nvSpPr>
          <p:cNvPr id="5" name="Rechteck 4"/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286245"/>
            <a:ext cx="11341099" cy="734426"/>
          </a:xfrm>
        </p:spPr>
        <p:txBody>
          <a:bodyPr anchor="t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the presentation </a:t>
            </a:r>
            <a:br>
              <a:rPr lang="en-US" noProof="0" dirty="0"/>
            </a:br>
            <a:r>
              <a:rPr lang="en-US" noProof="0" dirty="0"/>
              <a:t>(maximum two lines)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5F0B603A-F138-AF4E-8362-C1B122D08A5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9433" y="2347570"/>
            <a:ext cx="1960658" cy="680464"/>
          </a:xfrm>
          <a:custGeom>
            <a:avLst/>
            <a:gdLst>
              <a:gd name="T0" fmla="*/ 2147483647 w 3769"/>
              <a:gd name="T1" fmla="*/ 2147483647 h 1303"/>
              <a:gd name="T2" fmla="*/ 2147483647 w 3769"/>
              <a:gd name="T3" fmla="*/ 2147483647 h 1303"/>
              <a:gd name="T4" fmla="*/ 2147483647 w 3769"/>
              <a:gd name="T5" fmla="*/ 2147483647 h 1303"/>
              <a:gd name="T6" fmla="*/ 2147483647 w 3769"/>
              <a:gd name="T7" fmla="*/ 2147483647 h 1303"/>
              <a:gd name="T8" fmla="*/ 2147483647 w 3769"/>
              <a:gd name="T9" fmla="*/ 2147483647 h 1303"/>
              <a:gd name="T10" fmla="*/ 2147483647 w 3769"/>
              <a:gd name="T11" fmla="*/ 2147483647 h 1303"/>
              <a:gd name="T12" fmla="*/ 2147483647 w 3769"/>
              <a:gd name="T13" fmla="*/ 2147483647 h 1303"/>
              <a:gd name="T14" fmla="*/ 2147483647 w 3769"/>
              <a:gd name="T15" fmla="*/ 2147483647 h 1303"/>
              <a:gd name="T16" fmla="*/ 2147483647 w 3769"/>
              <a:gd name="T17" fmla="*/ 2147483647 h 1303"/>
              <a:gd name="T18" fmla="*/ 2147483647 w 3769"/>
              <a:gd name="T19" fmla="*/ 2147483647 h 1303"/>
              <a:gd name="T20" fmla="*/ 2147483647 w 3769"/>
              <a:gd name="T21" fmla="*/ 2147483647 h 1303"/>
              <a:gd name="T22" fmla="*/ 2147483647 w 3769"/>
              <a:gd name="T23" fmla="*/ 2147483647 h 1303"/>
              <a:gd name="T24" fmla="*/ 2147483647 w 3769"/>
              <a:gd name="T25" fmla="*/ 2147483647 h 1303"/>
              <a:gd name="T26" fmla="*/ 2147483647 w 3769"/>
              <a:gd name="T27" fmla="*/ 2147483647 h 1303"/>
              <a:gd name="T28" fmla="*/ 2147483647 w 3769"/>
              <a:gd name="T29" fmla="*/ 2147483647 h 1303"/>
              <a:gd name="T30" fmla="*/ 2147483647 w 3769"/>
              <a:gd name="T31" fmla="*/ 2147483647 h 1303"/>
              <a:gd name="T32" fmla="*/ 2147483647 w 3769"/>
              <a:gd name="T33" fmla="*/ 2147483647 h 1303"/>
              <a:gd name="T34" fmla="*/ 2147483647 w 3769"/>
              <a:gd name="T35" fmla="*/ 2147483647 h 1303"/>
              <a:gd name="T36" fmla="*/ 2147483647 w 3769"/>
              <a:gd name="T37" fmla="*/ 2147483647 h 1303"/>
              <a:gd name="T38" fmla="*/ 2147483647 w 3769"/>
              <a:gd name="T39" fmla="*/ 2147483647 h 1303"/>
              <a:gd name="T40" fmla="*/ 2147483647 w 3769"/>
              <a:gd name="T41" fmla="*/ 2147483647 h 1303"/>
              <a:gd name="T42" fmla="*/ 2147483647 w 3769"/>
              <a:gd name="T43" fmla="*/ 2147483647 h 1303"/>
              <a:gd name="T44" fmla="*/ 2147483647 w 3769"/>
              <a:gd name="T45" fmla="*/ 2147483647 h 1303"/>
              <a:gd name="T46" fmla="*/ 2147483647 w 3769"/>
              <a:gd name="T47" fmla="*/ 2147483647 h 1303"/>
              <a:gd name="T48" fmla="*/ 2147483647 w 3769"/>
              <a:gd name="T49" fmla="*/ 2147483647 h 1303"/>
              <a:gd name="T50" fmla="*/ 2147483647 w 3769"/>
              <a:gd name="T51" fmla="*/ 2147483647 h 1303"/>
              <a:gd name="T52" fmla="*/ 2147483647 w 3769"/>
              <a:gd name="T53" fmla="*/ 2147483647 h 1303"/>
              <a:gd name="T54" fmla="*/ 2147483647 w 3769"/>
              <a:gd name="T55" fmla="*/ 2147483647 h 1303"/>
              <a:gd name="T56" fmla="*/ 2147483647 w 3769"/>
              <a:gd name="T57" fmla="*/ 2147483647 h 1303"/>
              <a:gd name="T58" fmla="*/ 2147483647 w 3769"/>
              <a:gd name="T59" fmla="*/ 2147483647 h 1303"/>
              <a:gd name="T60" fmla="*/ 2147483647 w 3769"/>
              <a:gd name="T61" fmla="*/ 0 h 1303"/>
              <a:gd name="T62" fmla="*/ 2147483647 w 3769"/>
              <a:gd name="T63" fmla="*/ 2147483647 h 1303"/>
              <a:gd name="T64" fmla="*/ 2147483647 w 3769"/>
              <a:gd name="T65" fmla="*/ 2147483647 h 1303"/>
              <a:gd name="T66" fmla="*/ 2147483647 w 3769"/>
              <a:gd name="T67" fmla="*/ 2147483647 h 1303"/>
              <a:gd name="T68" fmla="*/ 0 w 3769"/>
              <a:gd name="T69" fmla="*/ 2147483647 h 1303"/>
              <a:gd name="T70" fmla="*/ 2147483647 w 3769"/>
              <a:gd name="T71" fmla="*/ 2147483647 h 1303"/>
              <a:gd name="T72" fmla="*/ 2147483647 w 3769"/>
              <a:gd name="T73" fmla="*/ 2147483647 h 1303"/>
              <a:gd name="T74" fmla="*/ 2147483647 w 3769"/>
              <a:gd name="T75" fmla="*/ 2147483647 h 1303"/>
              <a:gd name="T76" fmla="*/ 2147483647 w 3769"/>
              <a:gd name="T77" fmla="*/ 2147483647 h 130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3769" h="1303">
                <a:moveTo>
                  <a:pt x="3117" y="1156"/>
                </a:moveTo>
                <a:lnTo>
                  <a:pt x="3117" y="1156"/>
                </a:lnTo>
                <a:cubicBezTo>
                  <a:pt x="3002" y="1156"/>
                  <a:pt x="2895" y="1117"/>
                  <a:pt x="2810" y="1052"/>
                </a:cubicBezTo>
                <a:cubicBezTo>
                  <a:pt x="2896" y="941"/>
                  <a:pt x="2948" y="802"/>
                  <a:pt x="2948" y="651"/>
                </a:cubicBezTo>
                <a:cubicBezTo>
                  <a:pt x="2948" y="500"/>
                  <a:pt x="2896" y="361"/>
                  <a:pt x="2810" y="251"/>
                </a:cubicBezTo>
                <a:cubicBezTo>
                  <a:pt x="2895" y="186"/>
                  <a:pt x="3002" y="147"/>
                  <a:pt x="3117" y="147"/>
                </a:cubicBezTo>
                <a:cubicBezTo>
                  <a:pt x="3396" y="147"/>
                  <a:pt x="3622" y="373"/>
                  <a:pt x="3622" y="651"/>
                </a:cubicBezTo>
                <a:cubicBezTo>
                  <a:pt x="3622" y="930"/>
                  <a:pt x="3396" y="1156"/>
                  <a:pt x="3117" y="1156"/>
                </a:cubicBezTo>
                <a:close/>
                <a:moveTo>
                  <a:pt x="1989" y="1052"/>
                </a:moveTo>
                <a:lnTo>
                  <a:pt x="1989" y="1052"/>
                </a:lnTo>
                <a:cubicBezTo>
                  <a:pt x="2075" y="941"/>
                  <a:pt x="2126" y="802"/>
                  <a:pt x="2126" y="651"/>
                </a:cubicBezTo>
                <a:cubicBezTo>
                  <a:pt x="2126" y="500"/>
                  <a:pt x="2075" y="361"/>
                  <a:pt x="1989" y="251"/>
                </a:cubicBezTo>
                <a:cubicBezTo>
                  <a:pt x="2074" y="186"/>
                  <a:pt x="2180" y="147"/>
                  <a:pt x="2296" y="147"/>
                </a:cubicBezTo>
                <a:cubicBezTo>
                  <a:pt x="2411" y="147"/>
                  <a:pt x="2518" y="186"/>
                  <a:pt x="2603" y="251"/>
                </a:cubicBezTo>
                <a:cubicBezTo>
                  <a:pt x="2517" y="362"/>
                  <a:pt x="2465" y="500"/>
                  <a:pt x="2465" y="651"/>
                </a:cubicBezTo>
                <a:cubicBezTo>
                  <a:pt x="2465" y="802"/>
                  <a:pt x="2517" y="941"/>
                  <a:pt x="2603" y="1052"/>
                </a:cubicBezTo>
                <a:cubicBezTo>
                  <a:pt x="2518" y="1117"/>
                  <a:pt x="2411" y="1156"/>
                  <a:pt x="2296" y="1156"/>
                </a:cubicBezTo>
                <a:cubicBezTo>
                  <a:pt x="2180" y="1156"/>
                  <a:pt x="2074" y="1117"/>
                  <a:pt x="1989" y="1052"/>
                </a:cubicBezTo>
                <a:close/>
                <a:moveTo>
                  <a:pt x="1167" y="1052"/>
                </a:moveTo>
                <a:lnTo>
                  <a:pt x="1167" y="1052"/>
                </a:lnTo>
                <a:cubicBezTo>
                  <a:pt x="1253" y="941"/>
                  <a:pt x="1305" y="802"/>
                  <a:pt x="1305" y="651"/>
                </a:cubicBezTo>
                <a:cubicBezTo>
                  <a:pt x="1305" y="500"/>
                  <a:pt x="1253" y="361"/>
                  <a:pt x="1167" y="251"/>
                </a:cubicBezTo>
                <a:cubicBezTo>
                  <a:pt x="1252" y="186"/>
                  <a:pt x="1359" y="147"/>
                  <a:pt x="1474" y="147"/>
                </a:cubicBezTo>
                <a:cubicBezTo>
                  <a:pt x="1590" y="147"/>
                  <a:pt x="1696" y="186"/>
                  <a:pt x="1781" y="251"/>
                </a:cubicBezTo>
                <a:cubicBezTo>
                  <a:pt x="1695" y="361"/>
                  <a:pt x="1644" y="500"/>
                  <a:pt x="1644" y="651"/>
                </a:cubicBezTo>
                <a:cubicBezTo>
                  <a:pt x="1644" y="802"/>
                  <a:pt x="1695" y="941"/>
                  <a:pt x="1781" y="1052"/>
                </a:cubicBezTo>
                <a:cubicBezTo>
                  <a:pt x="1696" y="1117"/>
                  <a:pt x="1590" y="1156"/>
                  <a:pt x="1474" y="1156"/>
                </a:cubicBezTo>
                <a:cubicBezTo>
                  <a:pt x="1359" y="1156"/>
                  <a:pt x="1252" y="1117"/>
                  <a:pt x="1167" y="1052"/>
                </a:cubicBezTo>
                <a:close/>
                <a:moveTo>
                  <a:pt x="148" y="651"/>
                </a:moveTo>
                <a:lnTo>
                  <a:pt x="148" y="651"/>
                </a:lnTo>
                <a:cubicBezTo>
                  <a:pt x="148" y="373"/>
                  <a:pt x="374" y="147"/>
                  <a:pt x="653" y="147"/>
                </a:cubicBezTo>
                <a:cubicBezTo>
                  <a:pt x="768" y="147"/>
                  <a:pt x="875" y="186"/>
                  <a:pt x="960" y="251"/>
                </a:cubicBezTo>
                <a:cubicBezTo>
                  <a:pt x="874" y="361"/>
                  <a:pt x="822" y="500"/>
                  <a:pt x="822" y="651"/>
                </a:cubicBezTo>
                <a:cubicBezTo>
                  <a:pt x="822" y="802"/>
                  <a:pt x="874" y="941"/>
                  <a:pt x="960" y="1052"/>
                </a:cubicBezTo>
                <a:cubicBezTo>
                  <a:pt x="875" y="1117"/>
                  <a:pt x="768" y="1156"/>
                  <a:pt x="653" y="1156"/>
                </a:cubicBezTo>
                <a:cubicBezTo>
                  <a:pt x="374" y="1156"/>
                  <a:pt x="148" y="930"/>
                  <a:pt x="148" y="651"/>
                </a:cubicBezTo>
                <a:close/>
                <a:moveTo>
                  <a:pt x="1063" y="944"/>
                </a:moveTo>
                <a:lnTo>
                  <a:pt x="1063" y="944"/>
                </a:lnTo>
                <a:cubicBezTo>
                  <a:pt x="1004" y="862"/>
                  <a:pt x="969" y="761"/>
                  <a:pt x="969" y="651"/>
                </a:cubicBezTo>
                <a:cubicBezTo>
                  <a:pt x="969" y="542"/>
                  <a:pt x="1004" y="441"/>
                  <a:pt x="1063" y="358"/>
                </a:cubicBezTo>
                <a:cubicBezTo>
                  <a:pt x="1122" y="441"/>
                  <a:pt x="1157" y="542"/>
                  <a:pt x="1157" y="651"/>
                </a:cubicBezTo>
                <a:cubicBezTo>
                  <a:pt x="1157" y="761"/>
                  <a:pt x="1122" y="862"/>
                  <a:pt x="1063" y="944"/>
                </a:cubicBezTo>
                <a:close/>
                <a:moveTo>
                  <a:pt x="1885" y="944"/>
                </a:moveTo>
                <a:lnTo>
                  <a:pt x="1885" y="944"/>
                </a:lnTo>
                <a:cubicBezTo>
                  <a:pt x="1826" y="862"/>
                  <a:pt x="1791" y="761"/>
                  <a:pt x="1791" y="651"/>
                </a:cubicBezTo>
                <a:cubicBezTo>
                  <a:pt x="1791" y="542"/>
                  <a:pt x="1826" y="441"/>
                  <a:pt x="1885" y="358"/>
                </a:cubicBezTo>
                <a:cubicBezTo>
                  <a:pt x="1944" y="441"/>
                  <a:pt x="1979" y="542"/>
                  <a:pt x="1979" y="651"/>
                </a:cubicBezTo>
                <a:cubicBezTo>
                  <a:pt x="1979" y="761"/>
                  <a:pt x="1944" y="862"/>
                  <a:pt x="1885" y="944"/>
                </a:cubicBezTo>
                <a:close/>
                <a:moveTo>
                  <a:pt x="2707" y="944"/>
                </a:moveTo>
                <a:lnTo>
                  <a:pt x="2707" y="944"/>
                </a:lnTo>
                <a:cubicBezTo>
                  <a:pt x="2648" y="862"/>
                  <a:pt x="2613" y="761"/>
                  <a:pt x="2613" y="651"/>
                </a:cubicBezTo>
                <a:cubicBezTo>
                  <a:pt x="2613" y="542"/>
                  <a:pt x="2648" y="441"/>
                  <a:pt x="2707" y="358"/>
                </a:cubicBezTo>
                <a:cubicBezTo>
                  <a:pt x="2766" y="441"/>
                  <a:pt x="2800" y="542"/>
                  <a:pt x="2800" y="651"/>
                </a:cubicBezTo>
                <a:cubicBezTo>
                  <a:pt x="2800" y="761"/>
                  <a:pt x="2766" y="862"/>
                  <a:pt x="2707" y="944"/>
                </a:cubicBezTo>
                <a:close/>
                <a:moveTo>
                  <a:pt x="3117" y="0"/>
                </a:moveTo>
                <a:lnTo>
                  <a:pt x="3117" y="0"/>
                </a:lnTo>
                <a:cubicBezTo>
                  <a:pt x="2962" y="0"/>
                  <a:pt x="2819" y="54"/>
                  <a:pt x="2707" y="145"/>
                </a:cubicBezTo>
                <a:cubicBezTo>
                  <a:pt x="2594" y="54"/>
                  <a:pt x="2452" y="0"/>
                  <a:pt x="2296" y="0"/>
                </a:cubicBezTo>
                <a:cubicBezTo>
                  <a:pt x="2140" y="0"/>
                  <a:pt x="1997" y="54"/>
                  <a:pt x="1885" y="145"/>
                </a:cubicBezTo>
                <a:cubicBezTo>
                  <a:pt x="1773" y="54"/>
                  <a:pt x="1630" y="0"/>
                  <a:pt x="1474" y="0"/>
                </a:cubicBezTo>
                <a:cubicBezTo>
                  <a:pt x="1318" y="0"/>
                  <a:pt x="1175" y="54"/>
                  <a:pt x="1063" y="145"/>
                </a:cubicBezTo>
                <a:cubicBezTo>
                  <a:pt x="951" y="54"/>
                  <a:pt x="808" y="0"/>
                  <a:pt x="653" y="0"/>
                </a:cubicBezTo>
                <a:cubicBezTo>
                  <a:pt x="292" y="0"/>
                  <a:pt x="0" y="291"/>
                  <a:pt x="0" y="651"/>
                </a:cubicBezTo>
                <a:cubicBezTo>
                  <a:pt x="0" y="1011"/>
                  <a:pt x="292" y="1303"/>
                  <a:pt x="653" y="1303"/>
                </a:cubicBezTo>
                <a:cubicBezTo>
                  <a:pt x="808" y="1303"/>
                  <a:pt x="951" y="1249"/>
                  <a:pt x="1063" y="1158"/>
                </a:cubicBezTo>
                <a:cubicBezTo>
                  <a:pt x="1175" y="1249"/>
                  <a:pt x="1318" y="1303"/>
                  <a:pt x="1474" y="1303"/>
                </a:cubicBezTo>
                <a:cubicBezTo>
                  <a:pt x="1630" y="1303"/>
                  <a:pt x="1773" y="1249"/>
                  <a:pt x="1885" y="1158"/>
                </a:cubicBezTo>
                <a:cubicBezTo>
                  <a:pt x="1997" y="1249"/>
                  <a:pt x="2140" y="1303"/>
                  <a:pt x="2296" y="1303"/>
                </a:cubicBezTo>
                <a:cubicBezTo>
                  <a:pt x="2452" y="1303"/>
                  <a:pt x="2594" y="1249"/>
                  <a:pt x="2707" y="1158"/>
                </a:cubicBezTo>
                <a:cubicBezTo>
                  <a:pt x="2819" y="1249"/>
                  <a:pt x="2962" y="1303"/>
                  <a:pt x="3117" y="1303"/>
                </a:cubicBezTo>
                <a:cubicBezTo>
                  <a:pt x="3478" y="1303"/>
                  <a:pt x="3769" y="1011"/>
                  <a:pt x="3769" y="651"/>
                </a:cubicBezTo>
                <a:cubicBezTo>
                  <a:pt x="3769" y="291"/>
                  <a:pt x="3478" y="0"/>
                  <a:pt x="31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0"/>
          </a:p>
        </p:txBody>
      </p:sp>
      <p:sp>
        <p:nvSpPr>
          <p:cNvPr id="11" name="Untertitel 2"/>
          <p:cNvSpPr txBox="1">
            <a:spLocks/>
          </p:cNvSpPr>
          <p:nvPr userDrawn="1"/>
        </p:nvSpPr>
        <p:spPr bwMode="gray">
          <a:xfrm>
            <a:off x="1400656" y="4468479"/>
            <a:ext cx="10635767" cy="2772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 | Audi </a:t>
            </a:r>
            <a:r>
              <a:rPr lang="de-DE" dirty="0" err="1">
                <a:solidFill>
                  <a:schemeClr val="bg1"/>
                </a:solidFill>
              </a:rPr>
              <a:t>Sales</a:t>
            </a:r>
            <a:r>
              <a:rPr lang="de-DE" dirty="0">
                <a:solidFill>
                  <a:schemeClr val="bg1"/>
                </a:solidFill>
              </a:rPr>
              <a:t> Division | Department | Date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16"/>
          <a:stretch/>
        </p:blipFill>
        <p:spPr>
          <a:xfrm>
            <a:off x="691272" y="4442544"/>
            <a:ext cx="693027" cy="2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63299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content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3"/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0" y="1089025"/>
            <a:ext cx="8128000" cy="5768975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Drag image to placeholder or click Add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6" name="Rechteck 5"/>
          <p:cNvSpPr/>
          <p:nvPr userDrawn="1"/>
        </p:nvSpPr>
        <p:spPr>
          <a:xfrm>
            <a:off x="8128000" y="1089026"/>
            <a:ext cx="4064000" cy="5768974"/>
          </a:xfrm>
          <a:prstGeom prst="rect">
            <a:avLst/>
          </a:prstGeom>
          <a:solidFill>
            <a:schemeClr val="accent5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8328248" y="1260764"/>
            <a:ext cx="3708177" cy="544483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SzPct val="12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text master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1957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8735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12717"/>
            <a:ext cx="5221288" cy="241091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474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Title of the presentation </a:t>
            </a:r>
            <a:br>
              <a:rPr lang="en-US" noProof="0"/>
            </a:br>
            <a:r>
              <a:rPr lang="en-US" noProof="0"/>
              <a:t>in maximum four lines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AFBE2B16-C7C1-3E44-B78B-1408A6CFCD3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096000" y="0"/>
            <a:ext cx="6096000" cy="6858000"/>
          </a:xfrm>
          <a:custGeom>
            <a:avLst/>
            <a:gdLst>
              <a:gd name="connsiteX0" fmla="*/ 609011 w 6096000"/>
              <a:gd name="connsiteY0" fmla="*/ 4044239 h 6858000"/>
              <a:gd name="connsiteX1" fmla="*/ 1583858 w 6096000"/>
              <a:gd name="connsiteY1" fmla="*/ 5019086 h 6858000"/>
              <a:gd name="connsiteX2" fmla="*/ 609011 w 6096000"/>
              <a:gd name="connsiteY2" fmla="*/ 5993933 h 6858000"/>
              <a:gd name="connsiteX3" fmla="*/ 63965 w 6096000"/>
              <a:gd name="connsiteY3" fmla="*/ 5827445 h 6858000"/>
              <a:gd name="connsiteX4" fmla="*/ 20969 w 6096000"/>
              <a:gd name="connsiteY4" fmla="*/ 5791970 h 6858000"/>
              <a:gd name="connsiteX5" fmla="*/ 67695 w 6096000"/>
              <a:gd name="connsiteY5" fmla="*/ 5729485 h 6858000"/>
              <a:gd name="connsiteX6" fmla="*/ 284691 w 6096000"/>
              <a:gd name="connsiteY6" fmla="*/ 5019086 h 6858000"/>
              <a:gd name="connsiteX7" fmla="*/ 67695 w 6096000"/>
              <a:gd name="connsiteY7" fmla="*/ 4308688 h 6858000"/>
              <a:gd name="connsiteX8" fmla="*/ 20969 w 6096000"/>
              <a:gd name="connsiteY8" fmla="*/ 4246203 h 6858000"/>
              <a:gd name="connsiteX9" fmla="*/ 63965 w 6096000"/>
              <a:gd name="connsiteY9" fmla="*/ 4210728 h 6858000"/>
              <a:gd name="connsiteX10" fmla="*/ 609011 w 6096000"/>
              <a:gd name="connsiteY10" fmla="*/ 4044239 h 6858000"/>
              <a:gd name="connsiteX11" fmla="*/ 0 w 6096000"/>
              <a:gd name="connsiteY11" fmla="*/ 0 h 6858000"/>
              <a:gd name="connsiteX12" fmla="*/ 6096000 w 6096000"/>
              <a:gd name="connsiteY12" fmla="*/ 0 h 6858000"/>
              <a:gd name="connsiteX13" fmla="*/ 6096000 w 6096000"/>
              <a:gd name="connsiteY13" fmla="*/ 6858000 h 6858000"/>
              <a:gd name="connsiteX14" fmla="*/ 0 w 6096000"/>
              <a:gd name="connsiteY14" fmla="*/ 6858000 h 6858000"/>
              <a:gd name="connsiteX15" fmla="*/ 0 w 6096000"/>
              <a:gd name="connsiteY15" fmla="*/ 6130954 h 6858000"/>
              <a:gd name="connsiteX16" fmla="*/ 58159 w 6096000"/>
              <a:gd name="connsiteY16" fmla="*/ 6164382 h 6858000"/>
              <a:gd name="connsiteX17" fmla="*/ 609011 w 6096000"/>
              <a:gd name="connsiteY17" fmla="*/ 6289675 h 6858000"/>
              <a:gd name="connsiteX18" fmla="*/ 1879600 w 6096000"/>
              <a:gd name="connsiteY18" fmla="*/ 5019086 h 6858000"/>
              <a:gd name="connsiteX19" fmla="*/ 609011 w 6096000"/>
              <a:gd name="connsiteY19" fmla="*/ 3748497 h 6858000"/>
              <a:gd name="connsiteX20" fmla="*/ 58159 w 6096000"/>
              <a:gd name="connsiteY20" fmla="*/ 3873791 h 6858000"/>
              <a:gd name="connsiteX21" fmla="*/ 0 w 6096000"/>
              <a:gd name="connsiteY21" fmla="*/ 39072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6858000">
                <a:moveTo>
                  <a:pt x="609011" y="4044239"/>
                </a:moveTo>
                <a:cubicBezTo>
                  <a:pt x="1147404" y="4044239"/>
                  <a:pt x="1583858" y="4480693"/>
                  <a:pt x="1583858" y="5019086"/>
                </a:cubicBezTo>
                <a:cubicBezTo>
                  <a:pt x="1583858" y="5557479"/>
                  <a:pt x="1147404" y="5993933"/>
                  <a:pt x="609011" y="5993933"/>
                </a:cubicBezTo>
                <a:cubicBezTo>
                  <a:pt x="407114" y="5993933"/>
                  <a:pt x="219552" y="5932557"/>
                  <a:pt x="63965" y="5827445"/>
                </a:cubicBezTo>
                <a:lnTo>
                  <a:pt x="20969" y="5791970"/>
                </a:lnTo>
                <a:lnTo>
                  <a:pt x="67695" y="5729485"/>
                </a:lnTo>
                <a:cubicBezTo>
                  <a:pt x="204695" y="5526697"/>
                  <a:pt x="284691" y="5282234"/>
                  <a:pt x="284691" y="5019086"/>
                </a:cubicBezTo>
                <a:cubicBezTo>
                  <a:pt x="284691" y="4755939"/>
                  <a:pt x="204695" y="4511475"/>
                  <a:pt x="67695" y="4308688"/>
                </a:cubicBezTo>
                <a:lnTo>
                  <a:pt x="20969" y="4246203"/>
                </a:lnTo>
                <a:lnTo>
                  <a:pt x="63965" y="4210728"/>
                </a:lnTo>
                <a:cubicBezTo>
                  <a:pt x="219552" y="4105616"/>
                  <a:pt x="407114" y="4044239"/>
                  <a:pt x="609011" y="404423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130954"/>
                </a:lnTo>
                <a:lnTo>
                  <a:pt x="58159" y="6164382"/>
                </a:lnTo>
                <a:cubicBezTo>
                  <a:pt x="224800" y="6244678"/>
                  <a:pt x="411651" y="6289675"/>
                  <a:pt x="609011" y="6289675"/>
                </a:cubicBezTo>
                <a:cubicBezTo>
                  <a:pt x="1310738" y="6289675"/>
                  <a:pt x="1879600" y="5720813"/>
                  <a:pt x="1879600" y="5019086"/>
                </a:cubicBezTo>
                <a:cubicBezTo>
                  <a:pt x="1879600" y="4317359"/>
                  <a:pt x="1310738" y="3748497"/>
                  <a:pt x="609011" y="3748497"/>
                </a:cubicBezTo>
                <a:cubicBezTo>
                  <a:pt x="411651" y="3748497"/>
                  <a:pt x="224800" y="3793495"/>
                  <a:pt x="58159" y="3873791"/>
                </a:cubicBezTo>
                <a:lnTo>
                  <a:pt x="0" y="3907219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Drag image to placeholder or click Add icon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2B6AAC4E-F3C5-C745-BF1F-6C63F41FC8FE}"/>
              </a:ext>
            </a:extLst>
          </p:cNvPr>
          <p:cNvSpPr/>
          <p:nvPr userDrawn="1"/>
        </p:nvSpPr>
        <p:spPr>
          <a:xfrm>
            <a:off x="649697" y="3748497"/>
            <a:ext cx="7325903" cy="2541178"/>
          </a:xfrm>
          <a:custGeom>
            <a:avLst/>
            <a:gdLst>
              <a:gd name="connsiteX0" fmla="*/ 5257860 w 7325903"/>
              <a:gd name="connsiteY0" fmla="*/ 712327 h 2541178"/>
              <a:gd name="connsiteX1" fmla="*/ 5246956 w 7325903"/>
              <a:gd name="connsiteY1" fmla="*/ 725543 h 2541178"/>
              <a:gd name="connsiteX2" fmla="*/ 5080467 w 7325903"/>
              <a:gd name="connsiteY2" fmla="*/ 1270589 h 2541178"/>
              <a:gd name="connsiteX3" fmla="*/ 5246956 w 7325903"/>
              <a:gd name="connsiteY3" fmla="*/ 1815635 h 2541178"/>
              <a:gd name="connsiteX4" fmla="*/ 5257860 w 7325903"/>
              <a:gd name="connsiteY4" fmla="*/ 1828851 h 2541178"/>
              <a:gd name="connsiteX5" fmla="*/ 5268764 w 7325903"/>
              <a:gd name="connsiteY5" fmla="*/ 1815635 h 2541178"/>
              <a:gd name="connsiteX6" fmla="*/ 5435252 w 7325903"/>
              <a:gd name="connsiteY6" fmla="*/ 1270589 h 2541178"/>
              <a:gd name="connsiteX7" fmla="*/ 5268764 w 7325903"/>
              <a:gd name="connsiteY7" fmla="*/ 725543 h 2541178"/>
              <a:gd name="connsiteX8" fmla="*/ 3662951 w 7325903"/>
              <a:gd name="connsiteY8" fmla="*/ 712327 h 2541178"/>
              <a:gd name="connsiteX9" fmla="*/ 3652047 w 7325903"/>
              <a:gd name="connsiteY9" fmla="*/ 725543 h 2541178"/>
              <a:gd name="connsiteX10" fmla="*/ 3485558 w 7325903"/>
              <a:gd name="connsiteY10" fmla="*/ 1270589 h 2541178"/>
              <a:gd name="connsiteX11" fmla="*/ 3652047 w 7325903"/>
              <a:gd name="connsiteY11" fmla="*/ 1815635 h 2541178"/>
              <a:gd name="connsiteX12" fmla="*/ 3662951 w 7325903"/>
              <a:gd name="connsiteY12" fmla="*/ 1828852 h 2541178"/>
              <a:gd name="connsiteX13" fmla="*/ 3673856 w 7325903"/>
              <a:gd name="connsiteY13" fmla="*/ 1815635 h 2541178"/>
              <a:gd name="connsiteX14" fmla="*/ 3840344 w 7325903"/>
              <a:gd name="connsiteY14" fmla="*/ 1270589 h 2541178"/>
              <a:gd name="connsiteX15" fmla="*/ 3673856 w 7325903"/>
              <a:gd name="connsiteY15" fmla="*/ 725543 h 2541178"/>
              <a:gd name="connsiteX16" fmla="*/ 2068043 w 7325903"/>
              <a:gd name="connsiteY16" fmla="*/ 712327 h 2541178"/>
              <a:gd name="connsiteX17" fmla="*/ 2057139 w 7325903"/>
              <a:gd name="connsiteY17" fmla="*/ 725543 h 2541178"/>
              <a:gd name="connsiteX18" fmla="*/ 1890650 w 7325903"/>
              <a:gd name="connsiteY18" fmla="*/ 1270589 h 2541178"/>
              <a:gd name="connsiteX19" fmla="*/ 2057139 w 7325903"/>
              <a:gd name="connsiteY19" fmla="*/ 1815635 h 2541178"/>
              <a:gd name="connsiteX20" fmla="*/ 2068043 w 7325903"/>
              <a:gd name="connsiteY20" fmla="*/ 1828852 h 2541178"/>
              <a:gd name="connsiteX21" fmla="*/ 2078948 w 7325903"/>
              <a:gd name="connsiteY21" fmla="*/ 1815635 h 2541178"/>
              <a:gd name="connsiteX22" fmla="*/ 2245436 w 7325903"/>
              <a:gd name="connsiteY22" fmla="*/ 1270589 h 2541178"/>
              <a:gd name="connsiteX23" fmla="*/ 2078948 w 7325903"/>
              <a:gd name="connsiteY23" fmla="*/ 725543 h 2541178"/>
              <a:gd name="connsiteX24" fmla="*/ 6055314 w 7325903"/>
              <a:gd name="connsiteY24" fmla="*/ 295742 h 2541178"/>
              <a:gd name="connsiteX25" fmla="*/ 5510268 w 7325903"/>
              <a:gd name="connsiteY25" fmla="*/ 462231 h 2541178"/>
              <a:gd name="connsiteX26" fmla="*/ 5467272 w 7325903"/>
              <a:gd name="connsiteY26" fmla="*/ 497706 h 2541178"/>
              <a:gd name="connsiteX27" fmla="*/ 5513998 w 7325903"/>
              <a:gd name="connsiteY27" fmla="*/ 560191 h 2541178"/>
              <a:gd name="connsiteX28" fmla="*/ 5730994 w 7325903"/>
              <a:gd name="connsiteY28" fmla="*/ 1270589 h 2541178"/>
              <a:gd name="connsiteX29" fmla="*/ 5513998 w 7325903"/>
              <a:gd name="connsiteY29" fmla="*/ 1980988 h 2541178"/>
              <a:gd name="connsiteX30" fmla="*/ 5467272 w 7325903"/>
              <a:gd name="connsiteY30" fmla="*/ 2043473 h 2541178"/>
              <a:gd name="connsiteX31" fmla="*/ 5510268 w 7325903"/>
              <a:gd name="connsiteY31" fmla="*/ 2078948 h 2541178"/>
              <a:gd name="connsiteX32" fmla="*/ 6055314 w 7325903"/>
              <a:gd name="connsiteY32" fmla="*/ 2245436 h 2541178"/>
              <a:gd name="connsiteX33" fmla="*/ 7030161 w 7325903"/>
              <a:gd name="connsiteY33" fmla="*/ 1270589 h 2541178"/>
              <a:gd name="connsiteX34" fmla="*/ 6055314 w 7325903"/>
              <a:gd name="connsiteY34" fmla="*/ 295742 h 2541178"/>
              <a:gd name="connsiteX35" fmla="*/ 4460405 w 7325903"/>
              <a:gd name="connsiteY35" fmla="*/ 295742 h 2541178"/>
              <a:gd name="connsiteX36" fmla="*/ 3915359 w 7325903"/>
              <a:gd name="connsiteY36" fmla="*/ 462231 h 2541178"/>
              <a:gd name="connsiteX37" fmla="*/ 3872364 w 7325903"/>
              <a:gd name="connsiteY37" fmla="*/ 497705 h 2541178"/>
              <a:gd name="connsiteX38" fmla="*/ 3919090 w 7325903"/>
              <a:gd name="connsiteY38" fmla="*/ 560191 h 2541178"/>
              <a:gd name="connsiteX39" fmla="*/ 4136086 w 7325903"/>
              <a:gd name="connsiteY39" fmla="*/ 1270589 h 2541178"/>
              <a:gd name="connsiteX40" fmla="*/ 3919090 w 7325903"/>
              <a:gd name="connsiteY40" fmla="*/ 1980988 h 2541178"/>
              <a:gd name="connsiteX41" fmla="*/ 3872364 w 7325903"/>
              <a:gd name="connsiteY41" fmla="*/ 2043473 h 2541178"/>
              <a:gd name="connsiteX42" fmla="*/ 3915359 w 7325903"/>
              <a:gd name="connsiteY42" fmla="*/ 2078948 h 2541178"/>
              <a:gd name="connsiteX43" fmla="*/ 4460405 w 7325903"/>
              <a:gd name="connsiteY43" fmla="*/ 2245436 h 2541178"/>
              <a:gd name="connsiteX44" fmla="*/ 5005451 w 7325903"/>
              <a:gd name="connsiteY44" fmla="*/ 2078948 h 2541178"/>
              <a:gd name="connsiteX45" fmla="*/ 5048447 w 7325903"/>
              <a:gd name="connsiteY45" fmla="*/ 2043473 h 2541178"/>
              <a:gd name="connsiteX46" fmla="*/ 5001722 w 7325903"/>
              <a:gd name="connsiteY46" fmla="*/ 1980988 h 2541178"/>
              <a:gd name="connsiteX47" fmla="*/ 4784725 w 7325903"/>
              <a:gd name="connsiteY47" fmla="*/ 1270589 h 2541178"/>
              <a:gd name="connsiteX48" fmla="*/ 5001722 w 7325903"/>
              <a:gd name="connsiteY48" fmla="*/ 560191 h 2541178"/>
              <a:gd name="connsiteX49" fmla="*/ 5048447 w 7325903"/>
              <a:gd name="connsiteY49" fmla="*/ 497706 h 2541178"/>
              <a:gd name="connsiteX50" fmla="*/ 5005451 w 7325903"/>
              <a:gd name="connsiteY50" fmla="*/ 462231 h 2541178"/>
              <a:gd name="connsiteX51" fmla="*/ 4460405 w 7325903"/>
              <a:gd name="connsiteY51" fmla="*/ 295742 h 2541178"/>
              <a:gd name="connsiteX52" fmla="*/ 2865497 w 7325903"/>
              <a:gd name="connsiteY52" fmla="*/ 295742 h 2541178"/>
              <a:gd name="connsiteX53" fmla="*/ 2320451 w 7325903"/>
              <a:gd name="connsiteY53" fmla="*/ 462231 h 2541178"/>
              <a:gd name="connsiteX54" fmla="*/ 2277456 w 7325903"/>
              <a:gd name="connsiteY54" fmla="*/ 497705 h 2541178"/>
              <a:gd name="connsiteX55" fmla="*/ 2324182 w 7325903"/>
              <a:gd name="connsiteY55" fmla="*/ 560191 h 2541178"/>
              <a:gd name="connsiteX56" fmla="*/ 2541178 w 7325903"/>
              <a:gd name="connsiteY56" fmla="*/ 1270589 h 2541178"/>
              <a:gd name="connsiteX57" fmla="*/ 2324182 w 7325903"/>
              <a:gd name="connsiteY57" fmla="*/ 1980988 h 2541178"/>
              <a:gd name="connsiteX58" fmla="*/ 2277456 w 7325903"/>
              <a:gd name="connsiteY58" fmla="*/ 2043473 h 2541178"/>
              <a:gd name="connsiteX59" fmla="*/ 2320451 w 7325903"/>
              <a:gd name="connsiteY59" fmla="*/ 2078948 h 2541178"/>
              <a:gd name="connsiteX60" fmla="*/ 2865497 w 7325903"/>
              <a:gd name="connsiteY60" fmla="*/ 2245436 h 2541178"/>
              <a:gd name="connsiteX61" fmla="*/ 3410544 w 7325903"/>
              <a:gd name="connsiteY61" fmla="*/ 2078948 h 2541178"/>
              <a:gd name="connsiteX62" fmla="*/ 3453539 w 7325903"/>
              <a:gd name="connsiteY62" fmla="*/ 2043473 h 2541178"/>
              <a:gd name="connsiteX63" fmla="*/ 3406813 w 7325903"/>
              <a:gd name="connsiteY63" fmla="*/ 1980988 h 2541178"/>
              <a:gd name="connsiteX64" fmla="*/ 3189816 w 7325903"/>
              <a:gd name="connsiteY64" fmla="*/ 1270589 h 2541178"/>
              <a:gd name="connsiteX65" fmla="*/ 3406813 w 7325903"/>
              <a:gd name="connsiteY65" fmla="*/ 560191 h 2541178"/>
              <a:gd name="connsiteX66" fmla="*/ 3453539 w 7325903"/>
              <a:gd name="connsiteY66" fmla="*/ 497705 h 2541178"/>
              <a:gd name="connsiteX67" fmla="*/ 3410544 w 7325903"/>
              <a:gd name="connsiteY67" fmla="*/ 462231 h 2541178"/>
              <a:gd name="connsiteX68" fmla="*/ 2865497 w 7325903"/>
              <a:gd name="connsiteY68" fmla="*/ 295742 h 2541178"/>
              <a:gd name="connsiteX69" fmla="*/ 1270589 w 7325903"/>
              <a:gd name="connsiteY69" fmla="*/ 295742 h 2541178"/>
              <a:gd name="connsiteX70" fmla="*/ 295742 w 7325903"/>
              <a:gd name="connsiteY70" fmla="*/ 1270589 h 2541178"/>
              <a:gd name="connsiteX71" fmla="*/ 1270589 w 7325903"/>
              <a:gd name="connsiteY71" fmla="*/ 2245436 h 2541178"/>
              <a:gd name="connsiteX72" fmla="*/ 1815635 w 7325903"/>
              <a:gd name="connsiteY72" fmla="*/ 2078948 h 2541178"/>
              <a:gd name="connsiteX73" fmla="*/ 1858631 w 7325903"/>
              <a:gd name="connsiteY73" fmla="*/ 2043473 h 2541178"/>
              <a:gd name="connsiteX74" fmla="*/ 1811905 w 7325903"/>
              <a:gd name="connsiteY74" fmla="*/ 1980988 h 2541178"/>
              <a:gd name="connsiteX75" fmla="*/ 1594908 w 7325903"/>
              <a:gd name="connsiteY75" fmla="*/ 1270589 h 2541178"/>
              <a:gd name="connsiteX76" fmla="*/ 1811905 w 7325903"/>
              <a:gd name="connsiteY76" fmla="*/ 560191 h 2541178"/>
              <a:gd name="connsiteX77" fmla="*/ 1858631 w 7325903"/>
              <a:gd name="connsiteY77" fmla="*/ 497705 h 2541178"/>
              <a:gd name="connsiteX78" fmla="*/ 1815635 w 7325903"/>
              <a:gd name="connsiteY78" fmla="*/ 462231 h 2541178"/>
              <a:gd name="connsiteX79" fmla="*/ 1270589 w 7325903"/>
              <a:gd name="connsiteY79" fmla="*/ 295742 h 2541178"/>
              <a:gd name="connsiteX80" fmla="*/ 1270589 w 7325903"/>
              <a:gd name="connsiteY80" fmla="*/ 0 h 2541178"/>
              <a:gd name="connsiteX81" fmla="*/ 1980988 w 7325903"/>
              <a:gd name="connsiteY81" fmla="*/ 216997 h 2541178"/>
              <a:gd name="connsiteX82" fmla="*/ 2068043 w 7325903"/>
              <a:gd name="connsiteY82" fmla="*/ 282096 h 2541178"/>
              <a:gd name="connsiteX83" fmla="*/ 2155099 w 7325903"/>
              <a:gd name="connsiteY83" fmla="*/ 216997 h 2541178"/>
              <a:gd name="connsiteX84" fmla="*/ 2865497 w 7325903"/>
              <a:gd name="connsiteY84" fmla="*/ 0 h 2541178"/>
              <a:gd name="connsiteX85" fmla="*/ 3575896 w 7325903"/>
              <a:gd name="connsiteY85" fmla="*/ 216997 h 2541178"/>
              <a:gd name="connsiteX86" fmla="*/ 3662951 w 7325903"/>
              <a:gd name="connsiteY86" fmla="*/ 282096 h 2541178"/>
              <a:gd name="connsiteX87" fmla="*/ 3750007 w 7325903"/>
              <a:gd name="connsiteY87" fmla="*/ 216997 h 2541178"/>
              <a:gd name="connsiteX88" fmla="*/ 4460405 w 7325903"/>
              <a:gd name="connsiteY88" fmla="*/ 0 h 2541178"/>
              <a:gd name="connsiteX89" fmla="*/ 5170804 w 7325903"/>
              <a:gd name="connsiteY89" fmla="*/ 216997 h 2541178"/>
              <a:gd name="connsiteX90" fmla="*/ 5257860 w 7325903"/>
              <a:gd name="connsiteY90" fmla="*/ 282096 h 2541178"/>
              <a:gd name="connsiteX91" fmla="*/ 5344916 w 7325903"/>
              <a:gd name="connsiteY91" fmla="*/ 216997 h 2541178"/>
              <a:gd name="connsiteX92" fmla="*/ 6055314 w 7325903"/>
              <a:gd name="connsiteY92" fmla="*/ 0 h 2541178"/>
              <a:gd name="connsiteX93" fmla="*/ 7325903 w 7325903"/>
              <a:gd name="connsiteY93" fmla="*/ 1270589 h 2541178"/>
              <a:gd name="connsiteX94" fmla="*/ 6055314 w 7325903"/>
              <a:gd name="connsiteY94" fmla="*/ 2541178 h 2541178"/>
              <a:gd name="connsiteX95" fmla="*/ 5344916 w 7325903"/>
              <a:gd name="connsiteY95" fmla="*/ 2324182 h 2541178"/>
              <a:gd name="connsiteX96" fmla="*/ 5257860 w 7325903"/>
              <a:gd name="connsiteY96" fmla="*/ 2259082 h 2541178"/>
              <a:gd name="connsiteX97" fmla="*/ 5170804 w 7325903"/>
              <a:gd name="connsiteY97" fmla="*/ 2324182 h 2541178"/>
              <a:gd name="connsiteX98" fmla="*/ 4460405 w 7325903"/>
              <a:gd name="connsiteY98" fmla="*/ 2541178 h 2541178"/>
              <a:gd name="connsiteX99" fmla="*/ 3750007 w 7325903"/>
              <a:gd name="connsiteY99" fmla="*/ 2324182 h 2541178"/>
              <a:gd name="connsiteX100" fmla="*/ 3662951 w 7325903"/>
              <a:gd name="connsiteY100" fmla="*/ 2259083 h 2541178"/>
              <a:gd name="connsiteX101" fmla="*/ 3575896 w 7325903"/>
              <a:gd name="connsiteY101" fmla="*/ 2324182 h 2541178"/>
              <a:gd name="connsiteX102" fmla="*/ 2865497 w 7325903"/>
              <a:gd name="connsiteY102" fmla="*/ 2541178 h 2541178"/>
              <a:gd name="connsiteX103" fmla="*/ 2155099 w 7325903"/>
              <a:gd name="connsiteY103" fmla="*/ 2324182 h 2541178"/>
              <a:gd name="connsiteX104" fmla="*/ 2068043 w 7325903"/>
              <a:gd name="connsiteY104" fmla="*/ 2259083 h 2541178"/>
              <a:gd name="connsiteX105" fmla="*/ 1980988 w 7325903"/>
              <a:gd name="connsiteY105" fmla="*/ 2324182 h 2541178"/>
              <a:gd name="connsiteX106" fmla="*/ 1270589 w 7325903"/>
              <a:gd name="connsiteY106" fmla="*/ 2541178 h 2541178"/>
              <a:gd name="connsiteX107" fmla="*/ 0 w 7325903"/>
              <a:gd name="connsiteY107" fmla="*/ 1270589 h 2541178"/>
              <a:gd name="connsiteX108" fmla="*/ 1270589 w 7325903"/>
              <a:gd name="connsiteY108" fmla="*/ 0 h 254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7325903" h="2541178">
                <a:moveTo>
                  <a:pt x="5257860" y="712327"/>
                </a:moveTo>
                <a:lnTo>
                  <a:pt x="5246956" y="725543"/>
                </a:lnTo>
                <a:cubicBezTo>
                  <a:pt x="5141844" y="881130"/>
                  <a:pt x="5080467" y="1068692"/>
                  <a:pt x="5080467" y="1270589"/>
                </a:cubicBezTo>
                <a:cubicBezTo>
                  <a:pt x="5080467" y="1472487"/>
                  <a:pt x="5141844" y="1660049"/>
                  <a:pt x="5246956" y="1815635"/>
                </a:cubicBezTo>
                <a:lnTo>
                  <a:pt x="5257860" y="1828851"/>
                </a:lnTo>
                <a:lnTo>
                  <a:pt x="5268764" y="1815635"/>
                </a:lnTo>
                <a:cubicBezTo>
                  <a:pt x="5373876" y="1660049"/>
                  <a:pt x="5435252" y="1472487"/>
                  <a:pt x="5435252" y="1270589"/>
                </a:cubicBezTo>
                <a:cubicBezTo>
                  <a:pt x="5435252" y="1068692"/>
                  <a:pt x="5373876" y="881130"/>
                  <a:pt x="5268764" y="725543"/>
                </a:cubicBezTo>
                <a:close/>
                <a:moveTo>
                  <a:pt x="3662951" y="712327"/>
                </a:moveTo>
                <a:lnTo>
                  <a:pt x="3652047" y="725543"/>
                </a:lnTo>
                <a:cubicBezTo>
                  <a:pt x="3546935" y="881130"/>
                  <a:pt x="3485558" y="1068692"/>
                  <a:pt x="3485558" y="1270589"/>
                </a:cubicBezTo>
                <a:cubicBezTo>
                  <a:pt x="3485558" y="1472487"/>
                  <a:pt x="3546935" y="1660049"/>
                  <a:pt x="3652047" y="1815635"/>
                </a:cubicBezTo>
                <a:lnTo>
                  <a:pt x="3662951" y="1828852"/>
                </a:lnTo>
                <a:lnTo>
                  <a:pt x="3673856" y="1815635"/>
                </a:lnTo>
                <a:cubicBezTo>
                  <a:pt x="3778968" y="1660049"/>
                  <a:pt x="3840344" y="1472487"/>
                  <a:pt x="3840344" y="1270589"/>
                </a:cubicBezTo>
                <a:cubicBezTo>
                  <a:pt x="3840344" y="1068692"/>
                  <a:pt x="3778968" y="881130"/>
                  <a:pt x="3673856" y="725543"/>
                </a:cubicBezTo>
                <a:close/>
                <a:moveTo>
                  <a:pt x="2068043" y="712327"/>
                </a:moveTo>
                <a:lnTo>
                  <a:pt x="2057139" y="725543"/>
                </a:lnTo>
                <a:cubicBezTo>
                  <a:pt x="1952027" y="881130"/>
                  <a:pt x="1890650" y="1068692"/>
                  <a:pt x="1890650" y="1270589"/>
                </a:cubicBezTo>
                <a:cubicBezTo>
                  <a:pt x="1890650" y="1472487"/>
                  <a:pt x="1952027" y="1660049"/>
                  <a:pt x="2057139" y="1815635"/>
                </a:cubicBezTo>
                <a:lnTo>
                  <a:pt x="2068043" y="1828852"/>
                </a:lnTo>
                <a:lnTo>
                  <a:pt x="2078948" y="1815635"/>
                </a:lnTo>
                <a:cubicBezTo>
                  <a:pt x="2184060" y="1660049"/>
                  <a:pt x="2245436" y="1472487"/>
                  <a:pt x="2245436" y="1270589"/>
                </a:cubicBezTo>
                <a:cubicBezTo>
                  <a:pt x="2245436" y="1068692"/>
                  <a:pt x="2184060" y="881130"/>
                  <a:pt x="2078948" y="725543"/>
                </a:cubicBezTo>
                <a:close/>
                <a:moveTo>
                  <a:pt x="6055314" y="295742"/>
                </a:moveTo>
                <a:cubicBezTo>
                  <a:pt x="5853417" y="295742"/>
                  <a:pt x="5665855" y="357119"/>
                  <a:pt x="5510268" y="462231"/>
                </a:cubicBezTo>
                <a:lnTo>
                  <a:pt x="5467272" y="497706"/>
                </a:lnTo>
                <a:lnTo>
                  <a:pt x="5513998" y="560191"/>
                </a:lnTo>
                <a:cubicBezTo>
                  <a:pt x="5650998" y="762978"/>
                  <a:pt x="5730994" y="1007442"/>
                  <a:pt x="5730994" y="1270589"/>
                </a:cubicBezTo>
                <a:cubicBezTo>
                  <a:pt x="5730994" y="1533737"/>
                  <a:pt x="5650998" y="1778200"/>
                  <a:pt x="5513998" y="1980988"/>
                </a:cubicBezTo>
                <a:lnTo>
                  <a:pt x="5467272" y="2043473"/>
                </a:lnTo>
                <a:lnTo>
                  <a:pt x="5510268" y="2078948"/>
                </a:lnTo>
                <a:cubicBezTo>
                  <a:pt x="5665855" y="2184060"/>
                  <a:pt x="5853417" y="2245436"/>
                  <a:pt x="6055314" y="2245436"/>
                </a:cubicBezTo>
                <a:cubicBezTo>
                  <a:pt x="6593707" y="2245436"/>
                  <a:pt x="7030161" y="1808982"/>
                  <a:pt x="7030161" y="1270589"/>
                </a:cubicBezTo>
                <a:cubicBezTo>
                  <a:pt x="7030161" y="732196"/>
                  <a:pt x="6593707" y="295742"/>
                  <a:pt x="6055314" y="295742"/>
                </a:cubicBezTo>
                <a:close/>
                <a:moveTo>
                  <a:pt x="4460405" y="295742"/>
                </a:moveTo>
                <a:cubicBezTo>
                  <a:pt x="4258508" y="295742"/>
                  <a:pt x="4070946" y="357119"/>
                  <a:pt x="3915359" y="462231"/>
                </a:cubicBezTo>
                <a:lnTo>
                  <a:pt x="3872364" y="497705"/>
                </a:lnTo>
                <a:lnTo>
                  <a:pt x="3919090" y="560191"/>
                </a:lnTo>
                <a:cubicBezTo>
                  <a:pt x="4056090" y="762978"/>
                  <a:pt x="4136086" y="1007442"/>
                  <a:pt x="4136086" y="1270589"/>
                </a:cubicBezTo>
                <a:cubicBezTo>
                  <a:pt x="4136086" y="1533737"/>
                  <a:pt x="4056090" y="1778200"/>
                  <a:pt x="3919090" y="1980988"/>
                </a:cubicBezTo>
                <a:lnTo>
                  <a:pt x="3872364" y="2043473"/>
                </a:lnTo>
                <a:lnTo>
                  <a:pt x="3915359" y="2078948"/>
                </a:lnTo>
                <a:cubicBezTo>
                  <a:pt x="4070946" y="2184060"/>
                  <a:pt x="4258508" y="2245436"/>
                  <a:pt x="4460405" y="2245436"/>
                </a:cubicBezTo>
                <a:cubicBezTo>
                  <a:pt x="4662303" y="2245436"/>
                  <a:pt x="4849865" y="2184060"/>
                  <a:pt x="5005451" y="2078948"/>
                </a:cubicBezTo>
                <a:lnTo>
                  <a:pt x="5048447" y="2043473"/>
                </a:lnTo>
                <a:lnTo>
                  <a:pt x="5001722" y="1980988"/>
                </a:lnTo>
                <a:cubicBezTo>
                  <a:pt x="4864721" y="1778200"/>
                  <a:pt x="4784725" y="1533737"/>
                  <a:pt x="4784725" y="1270589"/>
                </a:cubicBezTo>
                <a:cubicBezTo>
                  <a:pt x="4784725" y="1007442"/>
                  <a:pt x="4864721" y="762978"/>
                  <a:pt x="5001722" y="560191"/>
                </a:cubicBezTo>
                <a:lnTo>
                  <a:pt x="5048447" y="497706"/>
                </a:lnTo>
                <a:lnTo>
                  <a:pt x="5005451" y="462231"/>
                </a:lnTo>
                <a:cubicBezTo>
                  <a:pt x="4849865" y="357119"/>
                  <a:pt x="4662303" y="295742"/>
                  <a:pt x="4460405" y="295742"/>
                </a:cubicBezTo>
                <a:close/>
                <a:moveTo>
                  <a:pt x="2865497" y="295742"/>
                </a:moveTo>
                <a:cubicBezTo>
                  <a:pt x="2663600" y="295742"/>
                  <a:pt x="2476038" y="357119"/>
                  <a:pt x="2320451" y="462231"/>
                </a:cubicBezTo>
                <a:lnTo>
                  <a:pt x="2277456" y="497705"/>
                </a:lnTo>
                <a:lnTo>
                  <a:pt x="2324182" y="560191"/>
                </a:lnTo>
                <a:cubicBezTo>
                  <a:pt x="2461182" y="762978"/>
                  <a:pt x="2541178" y="1007442"/>
                  <a:pt x="2541178" y="1270589"/>
                </a:cubicBezTo>
                <a:cubicBezTo>
                  <a:pt x="2541178" y="1533737"/>
                  <a:pt x="2461182" y="1778200"/>
                  <a:pt x="2324182" y="1980988"/>
                </a:cubicBezTo>
                <a:lnTo>
                  <a:pt x="2277456" y="2043473"/>
                </a:lnTo>
                <a:lnTo>
                  <a:pt x="2320451" y="2078948"/>
                </a:lnTo>
                <a:cubicBezTo>
                  <a:pt x="2476038" y="2184060"/>
                  <a:pt x="2663600" y="2245436"/>
                  <a:pt x="2865497" y="2245436"/>
                </a:cubicBezTo>
                <a:cubicBezTo>
                  <a:pt x="3067395" y="2245436"/>
                  <a:pt x="3254957" y="2184060"/>
                  <a:pt x="3410544" y="2078948"/>
                </a:cubicBezTo>
                <a:lnTo>
                  <a:pt x="3453539" y="2043473"/>
                </a:lnTo>
                <a:lnTo>
                  <a:pt x="3406813" y="1980988"/>
                </a:lnTo>
                <a:cubicBezTo>
                  <a:pt x="3269813" y="1778200"/>
                  <a:pt x="3189816" y="1533737"/>
                  <a:pt x="3189816" y="1270589"/>
                </a:cubicBezTo>
                <a:cubicBezTo>
                  <a:pt x="3189816" y="1007442"/>
                  <a:pt x="3269813" y="762978"/>
                  <a:pt x="3406813" y="560191"/>
                </a:cubicBezTo>
                <a:lnTo>
                  <a:pt x="3453539" y="497705"/>
                </a:lnTo>
                <a:lnTo>
                  <a:pt x="3410544" y="462231"/>
                </a:lnTo>
                <a:cubicBezTo>
                  <a:pt x="3254957" y="357119"/>
                  <a:pt x="3067395" y="295742"/>
                  <a:pt x="2865497" y="295742"/>
                </a:cubicBezTo>
                <a:close/>
                <a:moveTo>
                  <a:pt x="1270589" y="295742"/>
                </a:moveTo>
                <a:cubicBezTo>
                  <a:pt x="732196" y="295742"/>
                  <a:pt x="295742" y="732196"/>
                  <a:pt x="295742" y="1270589"/>
                </a:cubicBezTo>
                <a:cubicBezTo>
                  <a:pt x="295742" y="1808982"/>
                  <a:pt x="732196" y="2245436"/>
                  <a:pt x="1270589" y="2245436"/>
                </a:cubicBezTo>
                <a:cubicBezTo>
                  <a:pt x="1472487" y="2245436"/>
                  <a:pt x="1660049" y="2184060"/>
                  <a:pt x="1815635" y="2078948"/>
                </a:cubicBezTo>
                <a:lnTo>
                  <a:pt x="1858631" y="2043473"/>
                </a:lnTo>
                <a:lnTo>
                  <a:pt x="1811905" y="1980988"/>
                </a:lnTo>
                <a:cubicBezTo>
                  <a:pt x="1674904" y="1778200"/>
                  <a:pt x="1594908" y="1533737"/>
                  <a:pt x="1594908" y="1270589"/>
                </a:cubicBezTo>
                <a:cubicBezTo>
                  <a:pt x="1594908" y="1007442"/>
                  <a:pt x="1674904" y="762978"/>
                  <a:pt x="1811905" y="560191"/>
                </a:cubicBezTo>
                <a:lnTo>
                  <a:pt x="1858631" y="497705"/>
                </a:lnTo>
                <a:lnTo>
                  <a:pt x="1815635" y="462231"/>
                </a:lnTo>
                <a:cubicBezTo>
                  <a:pt x="1660049" y="357119"/>
                  <a:pt x="1472487" y="295742"/>
                  <a:pt x="1270589" y="295742"/>
                </a:cubicBezTo>
                <a:close/>
                <a:moveTo>
                  <a:pt x="1270589" y="0"/>
                </a:moveTo>
                <a:cubicBezTo>
                  <a:pt x="1533737" y="0"/>
                  <a:pt x="1778200" y="79996"/>
                  <a:pt x="1980988" y="216997"/>
                </a:cubicBezTo>
                <a:lnTo>
                  <a:pt x="2068043" y="282096"/>
                </a:lnTo>
                <a:lnTo>
                  <a:pt x="2155099" y="216997"/>
                </a:lnTo>
                <a:cubicBezTo>
                  <a:pt x="2357886" y="79996"/>
                  <a:pt x="2602350" y="0"/>
                  <a:pt x="2865497" y="0"/>
                </a:cubicBezTo>
                <a:cubicBezTo>
                  <a:pt x="3128645" y="0"/>
                  <a:pt x="3373109" y="79996"/>
                  <a:pt x="3575896" y="216997"/>
                </a:cubicBezTo>
                <a:lnTo>
                  <a:pt x="3662951" y="282096"/>
                </a:lnTo>
                <a:lnTo>
                  <a:pt x="3750007" y="216997"/>
                </a:lnTo>
                <a:cubicBezTo>
                  <a:pt x="3952794" y="79996"/>
                  <a:pt x="4197258" y="0"/>
                  <a:pt x="4460405" y="0"/>
                </a:cubicBezTo>
                <a:cubicBezTo>
                  <a:pt x="4723553" y="0"/>
                  <a:pt x="4968016" y="79996"/>
                  <a:pt x="5170804" y="216997"/>
                </a:cubicBezTo>
                <a:lnTo>
                  <a:pt x="5257860" y="282096"/>
                </a:lnTo>
                <a:lnTo>
                  <a:pt x="5344916" y="216997"/>
                </a:lnTo>
                <a:cubicBezTo>
                  <a:pt x="5547703" y="79996"/>
                  <a:pt x="5792167" y="0"/>
                  <a:pt x="6055314" y="0"/>
                </a:cubicBezTo>
                <a:cubicBezTo>
                  <a:pt x="6757041" y="0"/>
                  <a:pt x="7325903" y="568862"/>
                  <a:pt x="7325903" y="1270589"/>
                </a:cubicBezTo>
                <a:cubicBezTo>
                  <a:pt x="7325903" y="1972316"/>
                  <a:pt x="6757041" y="2541178"/>
                  <a:pt x="6055314" y="2541178"/>
                </a:cubicBezTo>
                <a:cubicBezTo>
                  <a:pt x="5792167" y="2541178"/>
                  <a:pt x="5547703" y="2461182"/>
                  <a:pt x="5344916" y="2324182"/>
                </a:cubicBezTo>
                <a:lnTo>
                  <a:pt x="5257860" y="2259082"/>
                </a:lnTo>
                <a:lnTo>
                  <a:pt x="5170804" y="2324182"/>
                </a:lnTo>
                <a:cubicBezTo>
                  <a:pt x="4968016" y="2461182"/>
                  <a:pt x="4723553" y="2541178"/>
                  <a:pt x="4460405" y="2541178"/>
                </a:cubicBezTo>
                <a:cubicBezTo>
                  <a:pt x="4197258" y="2541178"/>
                  <a:pt x="3952794" y="2461182"/>
                  <a:pt x="3750007" y="2324182"/>
                </a:cubicBezTo>
                <a:lnTo>
                  <a:pt x="3662951" y="2259083"/>
                </a:lnTo>
                <a:lnTo>
                  <a:pt x="3575896" y="2324182"/>
                </a:lnTo>
                <a:cubicBezTo>
                  <a:pt x="3373109" y="2461182"/>
                  <a:pt x="3128645" y="2541178"/>
                  <a:pt x="2865497" y="2541178"/>
                </a:cubicBezTo>
                <a:cubicBezTo>
                  <a:pt x="2602350" y="2541178"/>
                  <a:pt x="2357886" y="2461182"/>
                  <a:pt x="2155099" y="2324182"/>
                </a:cubicBezTo>
                <a:lnTo>
                  <a:pt x="2068043" y="2259083"/>
                </a:lnTo>
                <a:lnTo>
                  <a:pt x="1980988" y="2324182"/>
                </a:lnTo>
                <a:cubicBezTo>
                  <a:pt x="1778200" y="2461182"/>
                  <a:pt x="1533737" y="2541178"/>
                  <a:pt x="1270589" y="2541178"/>
                </a:cubicBezTo>
                <a:cubicBezTo>
                  <a:pt x="568862" y="2541178"/>
                  <a:pt x="0" y="1972316"/>
                  <a:pt x="0" y="1270589"/>
                </a:cubicBezTo>
                <a:cubicBezTo>
                  <a:pt x="0" y="568862"/>
                  <a:pt x="568862" y="0"/>
                  <a:pt x="1270589" y="0"/>
                </a:cubicBezTo>
                <a:close/>
              </a:path>
            </a:pathLst>
          </a:cu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Untertitel 2"/>
          <p:cNvSpPr txBox="1">
            <a:spLocks/>
          </p:cNvSpPr>
          <p:nvPr userDrawn="1"/>
        </p:nvSpPr>
        <p:spPr bwMode="gray">
          <a:xfrm>
            <a:off x="1391512" y="2987151"/>
            <a:ext cx="4515957" cy="258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 | Audi </a:t>
            </a:r>
            <a:r>
              <a:rPr lang="de-DE" dirty="0" err="1">
                <a:solidFill>
                  <a:schemeClr val="bg1"/>
                </a:solidFill>
              </a:rPr>
              <a:t>Sales</a:t>
            </a:r>
            <a:r>
              <a:rPr lang="de-DE" dirty="0">
                <a:solidFill>
                  <a:schemeClr val="bg1"/>
                </a:solidFill>
              </a:rPr>
              <a:t> Division |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16"/>
          <a:stretch/>
        </p:blipFill>
        <p:spPr>
          <a:xfrm>
            <a:off x="725917" y="2973388"/>
            <a:ext cx="693027" cy="2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7368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Title of the chapter title </a:t>
            </a:r>
            <a:br>
              <a:rPr lang="en-US" noProof="0" dirty="0"/>
            </a:br>
            <a:r>
              <a:rPr lang="en-US" noProof="0" dirty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Normal" panose="020B0503040200000003" pitchFamily="34" charset="0"/>
                <a:ea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US" noProof="0" dirty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421133272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_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hteck 3"/>
          <p:cNvSpPr/>
          <p:nvPr userDrawn="1"/>
        </p:nvSpPr>
        <p:spPr>
          <a:xfrm>
            <a:off x="563563" y="3129639"/>
            <a:ext cx="11066462" cy="1189442"/>
          </a:xfrm>
          <a:prstGeom prst="rect">
            <a:avLst/>
          </a:prstGeom>
          <a:noFill/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6800" b="1" i="0" noProof="0" dirty="0">
                <a:solidFill>
                  <a:schemeClr val="bg1"/>
                </a:solidFill>
                <a:latin typeface="Audi Type Extended" charset="0"/>
                <a:ea typeface="Audi Type Extended" charset="0"/>
                <a:cs typeface="Audi Type Extended" charset="0"/>
              </a:rPr>
              <a:t>Thank you!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68AE4BB-4F3B-194A-8C92-84701D73B9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6390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858000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lvl="0" algn="ctr"/>
            <a:r>
              <a:rPr lang="en-GB" noProof="0" dirty="0"/>
              <a:t>Drag image to placeholder or click Add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noProof="0"/>
              <a:t>Action-Title (Main Message of Chart,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</p:spTree>
    <p:extLst>
      <p:ext uri="{BB962C8B-B14F-4D97-AF65-F5344CB8AC3E}">
        <p14:creationId xmlns:p14="http://schemas.microsoft.com/office/powerpoint/2010/main" val="25999722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1 (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6950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2800" b="1" i="0" baseline="0" dirty="0">
              <a:solidFill>
                <a:schemeClr val="tx1"/>
              </a:solidFill>
              <a:latin typeface="Audi Type Extended" panose="020B0505040200000003" pitchFamily="34" charset="0"/>
              <a:sym typeface="Audi Type Extended Normal" panose="020B0505040200000003" pitchFamily="34" charset="0"/>
            </a:endParaRPr>
          </a:p>
        </p:txBody>
      </p:sp>
      <p:sp>
        <p:nvSpPr>
          <p:cNvPr id="5" name="Rechteck 4"/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286245"/>
            <a:ext cx="11341099" cy="734426"/>
          </a:xfrm>
        </p:spPr>
        <p:txBody>
          <a:bodyPr anchor="t" anchorCtr="0"/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presentation</a:t>
            </a:r>
            <a:br>
              <a:rPr lang="en-GB" noProof="0"/>
            </a:br>
            <a:r>
              <a:rPr lang="en-GB" noProof="0"/>
              <a:t>(maximum two lines)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5F0B603A-F138-AF4E-8362-C1B122D08A5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9433" y="2347570"/>
            <a:ext cx="1960658" cy="680464"/>
          </a:xfrm>
          <a:custGeom>
            <a:avLst/>
            <a:gdLst>
              <a:gd name="T0" fmla="*/ 2147483647 w 3769"/>
              <a:gd name="T1" fmla="*/ 2147483647 h 1303"/>
              <a:gd name="T2" fmla="*/ 2147483647 w 3769"/>
              <a:gd name="T3" fmla="*/ 2147483647 h 1303"/>
              <a:gd name="T4" fmla="*/ 2147483647 w 3769"/>
              <a:gd name="T5" fmla="*/ 2147483647 h 1303"/>
              <a:gd name="T6" fmla="*/ 2147483647 w 3769"/>
              <a:gd name="T7" fmla="*/ 2147483647 h 1303"/>
              <a:gd name="T8" fmla="*/ 2147483647 w 3769"/>
              <a:gd name="T9" fmla="*/ 2147483647 h 1303"/>
              <a:gd name="T10" fmla="*/ 2147483647 w 3769"/>
              <a:gd name="T11" fmla="*/ 2147483647 h 1303"/>
              <a:gd name="T12" fmla="*/ 2147483647 w 3769"/>
              <a:gd name="T13" fmla="*/ 2147483647 h 1303"/>
              <a:gd name="T14" fmla="*/ 2147483647 w 3769"/>
              <a:gd name="T15" fmla="*/ 2147483647 h 1303"/>
              <a:gd name="T16" fmla="*/ 2147483647 w 3769"/>
              <a:gd name="T17" fmla="*/ 2147483647 h 1303"/>
              <a:gd name="T18" fmla="*/ 2147483647 w 3769"/>
              <a:gd name="T19" fmla="*/ 2147483647 h 1303"/>
              <a:gd name="T20" fmla="*/ 2147483647 w 3769"/>
              <a:gd name="T21" fmla="*/ 2147483647 h 1303"/>
              <a:gd name="T22" fmla="*/ 2147483647 w 3769"/>
              <a:gd name="T23" fmla="*/ 2147483647 h 1303"/>
              <a:gd name="T24" fmla="*/ 2147483647 w 3769"/>
              <a:gd name="T25" fmla="*/ 2147483647 h 1303"/>
              <a:gd name="T26" fmla="*/ 2147483647 w 3769"/>
              <a:gd name="T27" fmla="*/ 2147483647 h 1303"/>
              <a:gd name="T28" fmla="*/ 2147483647 w 3769"/>
              <a:gd name="T29" fmla="*/ 2147483647 h 1303"/>
              <a:gd name="T30" fmla="*/ 2147483647 w 3769"/>
              <a:gd name="T31" fmla="*/ 2147483647 h 1303"/>
              <a:gd name="T32" fmla="*/ 2147483647 w 3769"/>
              <a:gd name="T33" fmla="*/ 2147483647 h 1303"/>
              <a:gd name="T34" fmla="*/ 2147483647 w 3769"/>
              <a:gd name="T35" fmla="*/ 2147483647 h 1303"/>
              <a:gd name="T36" fmla="*/ 2147483647 w 3769"/>
              <a:gd name="T37" fmla="*/ 2147483647 h 1303"/>
              <a:gd name="T38" fmla="*/ 2147483647 w 3769"/>
              <a:gd name="T39" fmla="*/ 2147483647 h 1303"/>
              <a:gd name="T40" fmla="*/ 2147483647 w 3769"/>
              <a:gd name="T41" fmla="*/ 2147483647 h 1303"/>
              <a:gd name="T42" fmla="*/ 2147483647 w 3769"/>
              <a:gd name="T43" fmla="*/ 2147483647 h 1303"/>
              <a:gd name="T44" fmla="*/ 2147483647 w 3769"/>
              <a:gd name="T45" fmla="*/ 2147483647 h 1303"/>
              <a:gd name="T46" fmla="*/ 2147483647 w 3769"/>
              <a:gd name="T47" fmla="*/ 2147483647 h 1303"/>
              <a:gd name="T48" fmla="*/ 2147483647 w 3769"/>
              <a:gd name="T49" fmla="*/ 2147483647 h 1303"/>
              <a:gd name="T50" fmla="*/ 2147483647 w 3769"/>
              <a:gd name="T51" fmla="*/ 2147483647 h 1303"/>
              <a:gd name="T52" fmla="*/ 2147483647 w 3769"/>
              <a:gd name="T53" fmla="*/ 2147483647 h 1303"/>
              <a:gd name="T54" fmla="*/ 2147483647 w 3769"/>
              <a:gd name="T55" fmla="*/ 2147483647 h 1303"/>
              <a:gd name="T56" fmla="*/ 2147483647 w 3769"/>
              <a:gd name="T57" fmla="*/ 2147483647 h 1303"/>
              <a:gd name="T58" fmla="*/ 2147483647 w 3769"/>
              <a:gd name="T59" fmla="*/ 2147483647 h 1303"/>
              <a:gd name="T60" fmla="*/ 2147483647 w 3769"/>
              <a:gd name="T61" fmla="*/ 0 h 1303"/>
              <a:gd name="T62" fmla="*/ 2147483647 w 3769"/>
              <a:gd name="T63" fmla="*/ 2147483647 h 1303"/>
              <a:gd name="T64" fmla="*/ 2147483647 w 3769"/>
              <a:gd name="T65" fmla="*/ 2147483647 h 1303"/>
              <a:gd name="T66" fmla="*/ 2147483647 w 3769"/>
              <a:gd name="T67" fmla="*/ 2147483647 h 1303"/>
              <a:gd name="T68" fmla="*/ 0 w 3769"/>
              <a:gd name="T69" fmla="*/ 2147483647 h 1303"/>
              <a:gd name="T70" fmla="*/ 2147483647 w 3769"/>
              <a:gd name="T71" fmla="*/ 2147483647 h 1303"/>
              <a:gd name="T72" fmla="*/ 2147483647 w 3769"/>
              <a:gd name="T73" fmla="*/ 2147483647 h 1303"/>
              <a:gd name="T74" fmla="*/ 2147483647 w 3769"/>
              <a:gd name="T75" fmla="*/ 2147483647 h 1303"/>
              <a:gd name="T76" fmla="*/ 2147483647 w 3769"/>
              <a:gd name="T77" fmla="*/ 2147483647 h 1303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3769" h="1303">
                <a:moveTo>
                  <a:pt x="3117" y="1156"/>
                </a:moveTo>
                <a:lnTo>
                  <a:pt x="3117" y="1156"/>
                </a:lnTo>
                <a:cubicBezTo>
                  <a:pt x="3002" y="1156"/>
                  <a:pt x="2895" y="1117"/>
                  <a:pt x="2810" y="1052"/>
                </a:cubicBezTo>
                <a:cubicBezTo>
                  <a:pt x="2896" y="941"/>
                  <a:pt x="2948" y="802"/>
                  <a:pt x="2948" y="651"/>
                </a:cubicBezTo>
                <a:cubicBezTo>
                  <a:pt x="2948" y="500"/>
                  <a:pt x="2896" y="361"/>
                  <a:pt x="2810" y="251"/>
                </a:cubicBezTo>
                <a:cubicBezTo>
                  <a:pt x="2895" y="186"/>
                  <a:pt x="3002" y="147"/>
                  <a:pt x="3117" y="147"/>
                </a:cubicBezTo>
                <a:cubicBezTo>
                  <a:pt x="3396" y="147"/>
                  <a:pt x="3622" y="373"/>
                  <a:pt x="3622" y="651"/>
                </a:cubicBezTo>
                <a:cubicBezTo>
                  <a:pt x="3622" y="930"/>
                  <a:pt x="3396" y="1156"/>
                  <a:pt x="3117" y="1156"/>
                </a:cubicBezTo>
                <a:close/>
                <a:moveTo>
                  <a:pt x="1989" y="1052"/>
                </a:moveTo>
                <a:lnTo>
                  <a:pt x="1989" y="1052"/>
                </a:lnTo>
                <a:cubicBezTo>
                  <a:pt x="2075" y="941"/>
                  <a:pt x="2126" y="802"/>
                  <a:pt x="2126" y="651"/>
                </a:cubicBezTo>
                <a:cubicBezTo>
                  <a:pt x="2126" y="500"/>
                  <a:pt x="2075" y="361"/>
                  <a:pt x="1989" y="251"/>
                </a:cubicBezTo>
                <a:cubicBezTo>
                  <a:pt x="2074" y="186"/>
                  <a:pt x="2180" y="147"/>
                  <a:pt x="2296" y="147"/>
                </a:cubicBezTo>
                <a:cubicBezTo>
                  <a:pt x="2411" y="147"/>
                  <a:pt x="2518" y="186"/>
                  <a:pt x="2603" y="251"/>
                </a:cubicBezTo>
                <a:cubicBezTo>
                  <a:pt x="2517" y="362"/>
                  <a:pt x="2465" y="500"/>
                  <a:pt x="2465" y="651"/>
                </a:cubicBezTo>
                <a:cubicBezTo>
                  <a:pt x="2465" y="802"/>
                  <a:pt x="2517" y="941"/>
                  <a:pt x="2603" y="1052"/>
                </a:cubicBezTo>
                <a:cubicBezTo>
                  <a:pt x="2518" y="1117"/>
                  <a:pt x="2411" y="1156"/>
                  <a:pt x="2296" y="1156"/>
                </a:cubicBezTo>
                <a:cubicBezTo>
                  <a:pt x="2180" y="1156"/>
                  <a:pt x="2074" y="1117"/>
                  <a:pt x="1989" y="1052"/>
                </a:cubicBezTo>
                <a:close/>
                <a:moveTo>
                  <a:pt x="1167" y="1052"/>
                </a:moveTo>
                <a:lnTo>
                  <a:pt x="1167" y="1052"/>
                </a:lnTo>
                <a:cubicBezTo>
                  <a:pt x="1253" y="941"/>
                  <a:pt x="1305" y="802"/>
                  <a:pt x="1305" y="651"/>
                </a:cubicBezTo>
                <a:cubicBezTo>
                  <a:pt x="1305" y="500"/>
                  <a:pt x="1253" y="361"/>
                  <a:pt x="1167" y="251"/>
                </a:cubicBezTo>
                <a:cubicBezTo>
                  <a:pt x="1252" y="186"/>
                  <a:pt x="1359" y="147"/>
                  <a:pt x="1474" y="147"/>
                </a:cubicBezTo>
                <a:cubicBezTo>
                  <a:pt x="1590" y="147"/>
                  <a:pt x="1696" y="186"/>
                  <a:pt x="1781" y="251"/>
                </a:cubicBezTo>
                <a:cubicBezTo>
                  <a:pt x="1695" y="361"/>
                  <a:pt x="1644" y="500"/>
                  <a:pt x="1644" y="651"/>
                </a:cubicBezTo>
                <a:cubicBezTo>
                  <a:pt x="1644" y="802"/>
                  <a:pt x="1695" y="941"/>
                  <a:pt x="1781" y="1052"/>
                </a:cubicBezTo>
                <a:cubicBezTo>
                  <a:pt x="1696" y="1117"/>
                  <a:pt x="1590" y="1156"/>
                  <a:pt x="1474" y="1156"/>
                </a:cubicBezTo>
                <a:cubicBezTo>
                  <a:pt x="1359" y="1156"/>
                  <a:pt x="1252" y="1117"/>
                  <a:pt x="1167" y="1052"/>
                </a:cubicBezTo>
                <a:close/>
                <a:moveTo>
                  <a:pt x="148" y="651"/>
                </a:moveTo>
                <a:lnTo>
                  <a:pt x="148" y="651"/>
                </a:lnTo>
                <a:cubicBezTo>
                  <a:pt x="148" y="373"/>
                  <a:pt x="374" y="147"/>
                  <a:pt x="653" y="147"/>
                </a:cubicBezTo>
                <a:cubicBezTo>
                  <a:pt x="768" y="147"/>
                  <a:pt x="875" y="186"/>
                  <a:pt x="960" y="251"/>
                </a:cubicBezTo>
                <a:cubicBezTo>
                  <a:pt x="874" y="361"/>
                  <a:pt x="822" y="500"/>
                  <a:pt x="822" y="651"/>
                </a:cubicBezTo>
                <a:cubicBezTo>
                  <a:pt x="822" y="802"/>
                  <a:pt x="874" y="941"/>
                  <a:pt x="960" y="1052"/>
                </a:cubicBezTo>
                <a:cubicBezTo>
                  <a:pt x="875" y="1117"/>
                  <a:pt x="768" y="1156"/>
                  <a:pt x="653" y="1156"/>
                </a:cubicBezTo>
                <a:cubicBezTo>
                  <a:pt x="374" y="1156"/>
                  <a:pt x="148" y="930"/>
                  <a:pt x="148" y="651"/>
                </a:cubicBezTo>
                <a:close/>
                <a:moveTo>
                  <a:pt x="1063" y="944"/>
                </a:moveTo>
                <a:lnTo>
                  <a:pt x="1063" y="944"/>
                </a:lnTo>
                <a:cubicBezTo>
                  <a:pt x="1004" y="862"/>
                  <a:pt x="969" y="761"/>
                  <a:pt x="969" y="651"/>
                </a:cubicBezTo>
                <a:cubicBezTo>
                  <a:pt x="969" y="542"/>
                  <a:pt x="1004" y="441"/>
                  <a:pt x="1063" y="358"/>
                </a:cubicBezTo>
                <a:cubicBezTo>
                  <a:pt x="1122" y="441"/>
                  <a:pt x="1157" y="542"/>
                  <a:pt x="1157" y="651"/>
                </a:cubicBezTo>
                <a:cubicBezTo>
                  <a:pt x="1157" y="761"/>
                  <a:pt x="1122" y="862"/>
                  <a:pt x="1063" y="944"/>
                </a:cubicBezTo>
                <a:close/>
                <a:moveTo>
                  <a:pt x="1885" y="944"/>
                </a:moveTo>
                <a:lnTo>
                  <a:pt x="1885" y="944"/>
                </a:lnTo>
                <a:cubicBezTo>
                  <a:pt x="1826" y="862"/>
                  <a:pt x="1791" y="761"/>
                  <a:pt x="1791" y="651"/>
                </a:cubicBezTo>
                <a:cubicBezTo>
                  <a:pt x="1791" y="542"/>
                  <a:pt x="1826" y="441"/>
                  <a:pt x="1885" y="358"/>
                </a:cubicBezTo>
                <a:cubicBezTo>
                  <a:pt x="1944" y="441"/>
                  <a:pt x="1979" y="542"/>
                  <a:pt x="1979" y="651"/>
                </a:cubicBezTo>
                <a:cubicBezTo>
                  <a:pt x="1979" y="761"/>
                  <a:pt x="1944" y="862"/>
                  <a:pt x="1885" y="944"/>
                </a:cubicBezTo>
                <a:close/>
                <a:moveTo>
                  <a:pt x="2707" y="944"/>
                </a:moveTo>
                <a:lnTo>
                  <a:pt x="2707" y="944"/>
                </a:lnTo>
                <a:cubicBezTo>
                  <a:pt x="2648" y="862"/>
                  <a:pt x="2613" y="761"/>
                  <a:pt x="2613" y="651"/>
                </a:cubicBezTo>
                <a:cubicBezTo>
                  <a:pt x="2613" y="542"/>
                  <a:pt x="2648" y="441"/>
                  <a:pt x="2707" y="358"/>
                </a:cubicBezTo>
                <a:cubicBezTo>
                  <a:pt x="2766" y="441"/>
                  <a:pt x="2800" y="542"/>
                  <a:pt x="2800" y="651"/>
                </a:cubicBezTo>
                <a:cubicBezTo>
                  <a:pt x="2800" y="761"/>
                  <a:pt x="2766" y="862"/>
                  <a:pt x="2707" y="944"/>
                </a:cubicBezTo>
                <a:close/>
                <a:moveTo>
                  <a:pt x="3117" y="0"/>
                </a:moveTo>
                <a:lnTo>
                  <a:pt x="3117" y="0"/>
                </a:lnTo>
                <a:cubicBezTo>
                  <a:pt x="2962" y="0"/>
                  <a:pt x="2819" y="54"/>
                  <a:pt x="2707" y="145"/>
                </a:cubicBezTo>
                <a:cubicBezTo>
                  <a:pt x="2594" y="54"/>
                  <a:pt x="2452" y="0"/>
                  <a:pt x="2296" y="0"/>
                </a:cubicBezTo>
                <a:cubicBezTo>
                  <a:pt x="2140" y="0"/>
                  <a:pt x="1997" y="54"/>
                  <a:pt x="1885" y="145"/>
                </a:cubicBezTo>
                <a:cubicBezTo>
                  <a:pt x="1773" y="54"/>
                  <a:pt x="1630" y="0"/>
                  <a:pt x="1474" y="0"/>
                </a:cubicBezTo>
                <a:cubicBezTo>
                  <a:pt x="1318" y="0"/>
                  <a:pt x="1175" y="54"/>
                  <a:pt x="1063" y="145"/>
                </a:cubicBezTo>
                <a:cubicBezTo>
                  <a:pt x="951" y="54"/>
                  <a:pt x="808" y="0"/>
                  <a:pt x="653" y="0"/>
                </a:cubicBezTo>
                <a:cubicBezTo>
                  <a:pt x="292" y="0"/>
                  <a:pt x="0" y="291"/>
                  <a:pt x="0" y="651"/>
                </a:cubicBezTo>
                <a:cubicBezTo>
                  <a:pt x="0" y="1011"/>
                  <a:pt x="292" y="1303"/>
                  <a:pt x="653" y="1303"/>
                </a:cubicBezTo>
                <a:cubicBezTo>
                  <a:pt x="808" y="1303"/>
                  <a:pt x="951" y="1249"/>
                  <a:pt x="1063" y="1158"/>
                </a:cubicBezTo>
                <a:cubicBezTo>
                  <a:pt x="1175" y="1249"/>
                  <a:pt x="1318" y="1303"/>
                  <a:pt x="1474" y="1303"/>
                </a:cubicBezTo>
                <a:cubicBezTo>
                  <a:pt x="1630" y="1303"/>
                  <a:pt x="1773" y="1249"/>
                  <a:pt x="1885" y="1158"/>
                </a:cubicBezTo>
                <a:cubicBezTo>
                  <a:pt x="1997" y="1249"/>
                  <a:pt x="2140" y="1303"/>
                  <a:pt x="2296" y="1303"/>
                </a:cubicBezTo>
                <a:cubicBezTo>
                  <a:pt x="2452" y="1303"/>
                  <a:pt x="2594" y="1249"/>
                  <a:pt x="2707" y="1158"/>
                </a:cubicBezTo>
                <a:cubicBezTo>
                  <a:pt x="2819" y="1249"/>
                  <a:pt x="2962" y="1303"/>
                  <a:pt x="3117" y="1303"/>
                </a:cubicBezTo>
                <a:cubicBezTo>
                  <a:pt x="3478" y="1303"/>
                  <a:pt x="3769" y="1011"/>
                  <a:pt x="3769" y="651"/>
                </a:cubicBezTo>
                <a:cubicBezTo>
                  <a:pt x="3769" y="291"/>
                  <a:pt x="3478" y="0"/>
                  <a:pt x="31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noProof="0"/>
          </a:p>
        </p:txBody>
      </p:sp>
      <p:sp>
        <p:nvSpPr>
          <p:cNvPr id="12" name="Untertitel 2"/>
          <p:cNvSpPr txBox="1">
            <a:spLocks/>
          </p:cNvSpPr>
          <p:nvPr userDrawn="1"/>
        </p:nvSpPr>
        <p:spPr bwMode="gray">
          <a:xfrm>
            <a:off x="1400656" y="4468479"/>
            <a:ext cx="2451677" cy="2982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 | Audi </a:t>
            </a:r>
            <a:r>
              <a:rPr lang="de-DE" dirty="0" err="1">
                <a:solidFill>
                  <a:schemeClr val="bg1"/>
                </a:solidFill>
              </a:rPr>
              <a:t>Sales</a:t>
            </a:r>
            <a:r>
              <a:rPr lang="de-DE" dirty="0">
                <a:solidFill>
                  <a:schemeClr val="bg1"/>
                </a:solidFill>
              </a:rPr>
              <a:t> Division |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16"/>
          <a:stretch/>
        </p:blipFill>
        <p:spPr>
          <a:xfrm>
            <a:off x="691272" y="4442544"/>
            <a:ext cx="693027" cy="2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1947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 (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8437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12717"/>
            <a:ext cx="5221288" cy="241091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474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presentation</a:t>
            </a:r>
          </a:p>
          <a:p>
            <a:r>
              <a:rPr lang="en-GB" noProof="0"/>
              <a:t>in maximum four lines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AFBE2B16-C7C1-3E44-B78B-1408A6CFCD3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096000" y="0"/>
            <a:ext cx="6096000" cy="6858000"/>
          </a:xfrm>
          <a:custGeom>
            <a:avLst/>
            <a:gdLst>
              <a:gd name="connsiteX0" fmla="*/ 609011 w 6096000"/>
              <a:gd name="connsiteY0" fmla="*/ 4044239 h 6858000"/>
              <a:gd name="connsiteX1" fmla="*/ 1583858 w 6096000"/>
              <a:gd name="connsiteY1" fmla="*/ 5019086 h 6858000"/>
              <a:gd name="connsiteX2" fmla="*/ 609011 w 6096000"/>
              <a:gd name="connsiteY2" fmla="*/ 5993933 h 6858000"/>
              <a:gd name="connsiteX3" fmla="*/ 63965 w 6096000"/>
              <a:gd name="connsiteY3" fmla="*/ 5827445 h 6858000"/>
              <a:gd name="connsiteX4" fmla="*/ 20969 w 6096000"/>
              <a:gd name="connsiteY4" fmla="*/ 5791970 h 6858000"/>
              <a:gd name="connsiteX5" fmla="*/ 67695 w 6096000"/>
              <a:gd name="connsiteY5" fmla="*/ 5729485 h 6858000"/>
              <a:gd name="connsiteX6" fmla="*/ 284691 w 6096000"/>
              <a:gd name="connsiteY6" fmla="*/ 5019086 h 6858000"/>
              <a:gd name="connsiteX7" fmla="*/ 67695 w 6096000"/>
              <a:gd name="connsiteY7" fmla="*/ 4308688 h 6858000"/>
              <a:gd name="connsiteX8" fmla="*/ 20969 w 6096000"/>
              <a:gd name="connsiteY8" fmla="*/ 4246203 h 6858000"/>
              <a:gd name="connsiteX9" fmla="*/ 63965 w 6096000"/>
              <a:gd name="connsiteY9" fmla="*/ 4210728 h 6858000"/>
              <a:gd name="connsiteX10" fmla="*/ 609011 w 6096000"/>
              <a:gd name="connsiteY10" fmla="*/ 4044239 h 6858000"/>
              <a:gd name="connsiteX11" fmla="*/ 0 w 6096000"/>
              <a:gd name="connsiteY11" fmla="*/ 0 h 6858000"/>
              <a:gd name="connsiteX12" fmla="*/ 6096000 w 6096000"/>
              <a:gd name="connsiteY12" fmla="*/ 0 h 6858000"/>
              <a:gd name="connsiteX13" fmla="*/ 6096000 w 6096000"/>
              <a:gd name="connsiteY13" fmla="*/ 6858000 h 6858000"/>
              <a:gd name="connsiteX14" fmla="*/ 0 w 6096000"/>
              <a:gd name="connsiteY14" fmla="*/ 6858000 h 6858000"/>
              <a:gd name="connsiteX15" fmla="*/ 0 w 6096000"/>
              <a:gd name="connsiteY15" fmla="*/ 6130954 h 6858000"/>
              <a:gd name="connsiteX16" fmla="*/ 58159 w 6096000"/>
              <a:gd name="connsiteY16" fmla="*/ 6164382 h 6858000"/>
              <a:gd name="connsiteX17" fmla="*/ 609011 w 6096000"/>
              <a:gd name="connsiteY17" fmla="*/ 6289675 h 6858000"/>
              <a:gd name="connsiteX18" fmla="*/ 1879600 w 6096000"/>
              <a:gd name="connsiteY18" fmla="*/ 5019086 h 6858000"/>
              <a:gd name="connsiteX19" fmla="*/ 609011 w 6096000"/>
              <a:gd name="connsiteY19" fmla="*/ 3748497 h 6858000"/>
              <a:gd name="connsiteX20" fmla="*/ 58159 w 6096000"/>
              <a:gd name="connsiteY20" fmla="*/ 3873791 h 6858000"/>
              <a:gd name="connsiteX21" fmla="*/ 0 w 6096000"/>
              <a:gd name="connsiteY21" fmla="*/ 39072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6858000">
                <a:moveTo>
                  <a:pt x="609011" y="4044239"/>
                </a:moveTo>
                <a:cubicBezTo>
                  <a:pt x="1147404" y="4044239"/>
                  <a:pt x="1583858" y="4480693"/>
                  <a:pt x="1583858" y="5019086"/>
                </a:cubicBezTo>
                <a:cubicBezTo>
                  <a:pt x="1583858" y="5557479"/>
                  <a:pt x="1147404" y="5993933"/>
                  <a:pt x="609011" y="5993933"/>
                </a:cubicBezTo>
                <a:cubicBezTo>
                  <a:pt x="407114" y="5993933"/>
                  <a:pt x="219552" y="5932557"/>
                  <a:pt x="63965" y="5827445"/>
                </a:cubicBezTo>
                <a:lnTo>
                  <a:pt x="20969" y="5791970"/>
                </a:lnTo>
                <a:lnTo>
                  <a:pt x="67695" y="5729485"/>
                </a:lnTo>
                <a:cubicBezTo>
                  <a:pt x="204695" y="5526697"/>
                  <a:pt x="284691" y="5282234"/>
                  <a:pt x="284691" y="5019086"/>
                </a:cubicBezTo>
                <a:cubicBezTo>
                  <a:pt x="284691" y="4755939"/>
                  <a:pt x="204695" y="4511475"/>
                  <a:pt x="67695" y="4308688"/>
                </a:cubicBezTo>
                <a:lnTo>
                  <a:pt x="20969" y="4246203"/>
                </a:lnTo>
                <a:lnTo>
                  <a:pt x="63965" y="4210728"/>
                </a:lnTo>
                <a:cubicBezTo>
                  <a:pt x="219552" y="4105616"/>
                  <a:pt x="407114" y="4044239"/>
                  <a:pt x="609011" y="404423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130954"/>
                </a:lnTo>
                <a:lnTo>
                  <a:pt x="58159" y="6164382"/>
                </a:lnTo>
                <a:cubicBezTo>
                  <a:pt x="224800" y="6244678"/>
                  <a:pt x="411651" y="6289675"/>
                  <a:pt x="609011" y="6289675"/>
                </a:cubicBezTo>
                <a:cubicBezTo>
                  <a:pt x="1310738" y="6289675"/>
                  <a:pt x="1879600" y="5720813"/>
                  <a:pt x="1879600" y="5019086"/>
                </a:cubicBezTo>
                <a:cubicBezTo>
                  <a:pt x="1879600" y="4317359"/>
                  <a:pt x="1310738" y="3748497"/>
                  <a:pt x="609011" y="3748497"/>
                </a:cubicBezTo>
                <a:cubicBezTo>
                  <a:pt x="411651" y="3748497"/>
                  <a:pt x="224800" y="3793495"/>
                  <a:pt x="58159" y="3873791"/>
                </a:cubicBezTo>
                <a:lnTo>
                  <a:pt x="0" y="3907219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Drag image to placeholder or click Add icon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2B6AAC4E-F3C5-C745-BF1F-6C63F41FC8FE}"/>
              </a:ext>
            </a:extLst>
          </p:cNvPr>
          <p:cNvSpPr/>
          <p:nvPr userDrawn="1"/>
        </p:nvSpPr>
        <p:spPr>
          <a:xfrm>
            <a:off x="649697" y="3748497"/>
            <a:ext cx="7325903" cy="2541178"/>
          </a:xfrm>
          <a:custGeom>
            <a:avLst/>
            <a:gdLst>
              <a:gd name="connsiteX0" fmla="*/ 5257860 w 7325903"/>
              <a:gd name="connsiteY0" fmla="*/ 712327 h 2541178"/>
              <a:gd name="connsiteX1" fmla="*/ 5246956 w 7325903"/>
              <a:gd name="connsiteY1" fmla="*/ 725543 h 2541178"/>
              <a:gd name="connsiteX2" fmla="*/ 5080467 w 7325903"/>
              <a:gd name="connsiteY2" fmla="*/ 1270589 h 2541178"/>
              <a:gd name="connsiteX3" fmla="*/ 5246956 w 7325903"/>
              <a:gd name="connsiteY3" fmla="*/ 1815635 h 2541178"/>
              <a:gd name="connsiteX4" fmla="*/ 5257860 w 7325903"/>
              <a:gd name="connsiteY4" fmla="*/ 1828851 h 2541178"/>
              <a:gd name="connsiteX5" fmla="*/ 5268764 w 7325903"/>
              <a:gd name="connsiteY5" fmla="*/ 1815635 h 2541178"/>
              <a:gd name="connsiteX6" fmla="*/ 5435252 w 7325903"/>
              <a:gd name="connsiteY6" fmla="*/ 1270589 h 2541178"/>
              <a:gd name="connsiteX7" fmla="*/ 5268764 w 7325903"/>
              <a:gd name="connsiteY7" fmla="*/ 725543 h 2541178"/>
              <a:gd name="connsiteX8" fmla="*/ 3662951 w 7325903"/>
              <a:gd name="connsiteY8" fmla="*/ 712327 h 2541178"/>
              <a:gd name="connsiteX9" fmla="*/ 3652047 w 7325903"/>
              <a:gd name="connsiteY9" fmla="*/ 725543 h 2541178"/>
              <a:gd name="connsiteX10" fmla="*/ 3485558 w 7325903"/>
              <a:gd name="connsiteY10" fmla="*/ 1270589 h 2541178"/>
              <a:gd name="connsiteX11" fmla="*/ 3652047 w 7325903"/>
              <a:gd name="connsiteY11" fmla="*/ 1815635 h 2541178"/>
              <a:gd name="connsiteX12" fmla="*/ 3662951 w 7325903"/>
              <a:gd name="connsiteY12" fmla="*/ 1828852 h 2541178"/>
              <a:gd name="connsiteX13" fmla="*/ 3673856 w 7325903"/>
              <a:gd name="connsiteY13" fmla="*/ 1815635 h 2541178"/>
              <a:gd name="connsiteX14" fmla="*/ 3840344 w 7325903"/>
              <a:gd name="connsiteY14" fmla="*/ 1270589 h 2541178"/>
              <a:gd name="connsiteX15" fmla="*/ 3673856 w 7325903"/>
              <a:gd name="connsiteY15" fmla="*/ 725543 h 2541178"/>
              <a:gd name="connsiteX16" fmla="*/ 2068043 w 7325903"/>
              <a:gd name="connsiteY16" fmla="*/ 712327 h 2541178"/>
              <a:gd name="connsiteX17" fmla="*/ 2057139 w 7325903"/>
              <a:gd name="connsiteY17" fmla="*/ 725543 h 2541178"/>
              <a:gd name="connsiteX18" fmla="*/ 1890650 w 7325903"/>
              <a:gd name="connsiteY18" fmla="*/ 1270589 h 2541178"/>
              <a:gd name="connsiteX19" fmla="*/ 2057139 w 7325903"/>
              <a:gd name="connsiteY19" fmla="*/ 1815635 h 2541178"/>
              <a:gd name="connsiteX20" fmla="*/ 2068043 w 7325903"/>
              <a:gd name="connsiteY20" fmla="*/ 1828852 h 2541178"/>
              <a:gd name="connsiteX21" fmla="*/ 2078948 w 7325903"/>
              <a:gd name="connsiteY21" fmla="*/ 1815635 h 2541178"/>
              <a:gd name="connsiteX22" fmla="*/ 2245436 w 7325903"/>
              <a:gd name="connsiteY22" fmla="*/ 1270589 h 2541178"/>
              <a:gd name="connsiteX23" fmla="*/ 2078948 w 7325903"/>
              <a:gd name="connsiteY23" fmla="*/ 725543 h 2541178"/>
              <a:gd name="connsiteX24" fmla="*/ 6055314 w 7325903"/>
              <a:gd name="connsiteY24" fmla="*/ 295742 h 2541178"/>
              <a:gd name="connsiteX25" fmla="*/ 5510268 w 7325903"/>
              <a:gd name="connsiteY25" fmla="*/ 462231 h 2541178"/>
              <a:gd name="connsiteX26" fmla="*/ 5467272 w 7325903"/>
              <a:gd name="connsiteY26" fmla="*/ 497706 h 2541178"/>
              <a:gd name="connsiteX27" fmla="*/ 5513998 w 7325903"/>
              <a:gd name="connsiteY27" fmla="*/ 560191 h 2541178"/>
              <a:gd name="connsiteX28" fmla="*/ 5730994 w 7325903"/>
              <a:gd name="connsiteY28" fmla="*/ 1270589 h 2541178"/>
              <a:gd name="connsiteX29" fmla="*/ 5513998 w 7325903"/>
              <a:gd name="connsiteY29" fmla="*/ 1980988 h 2541178"/>
              <a:gd name="connsiteX30" fmla="*/ 5467272 w 7325903"/>
              <a:gd name="connsiteY30" fmla="*/ 2043473 h 2541178"/>
              <a:gd name="connsiteX31" fmla="*/ 5510268 w 7325903"/>
              <a:gd name="connsiteY31" fmla="*/ 2078948 h 2541178"/>
              <a:gd name="connsiteX32" fmla="*/ 6055314 w 7325903"/>
              <a:gd name="connsiteY32" fmla="*/ 2245436 h 2541178"/>
              <a:gd name="connsiteX33" fmla="*/ 7030161 w 7325903"/>
              <a:gd name="connsiteY33" fmla="*/ 1270589 h 2541178"/>
              <a:gd name="connsiteX34" fmla="*/ 6055314 w 7325903"/>
              <a:gd name="connsiteY34" fmla="*/ 295742 h 2541178"/>
              <a:gd name="connsiteX35" fmla="*/ 4460405 w 7325903"/>
              <a:gd name="connsiteY35" fmla="*/ 295742 h 2541178"/>
              <a:gd name="connsiteX36" fmla="*/ 3915359 w 7325903"/>
              <a:gd name="connsiteY36" fmla="*/ 462231 h 2541178"/>
              <a:gd name="connsiteX37" fmla="*/ 3872364 w 7325903"/>
              <a:gd name="connsiteY37" fmla="*/ 497705 h 2541178"/>
              <a:gd name="connsiteX38" fmla="*/ 3919090 w 7325903"/>
              <a:gd name="connsiteY38" fmla="*/ 560191 h 2541178"/>
              <a:gd name="connsiteX39" fmla="*/ 4136086 w 7325903"/>
              <a:gd name="connsiteY39" fmla="*/ 1270589 h 2541178"/>
              <a:gd name="connsiteX40" fmla="*/ 3919090 w 7325903"/>
              <a:gd name="connsiteY40" fmla="*/ 1980988 h 2541178"/>
              <a:gd name="connsiteX41" fmla="*/ 3872364 w 7325903"/>
              <a:gd name="connsiteY41" fmla="*/ 2043473 h 2541178"/>
              <a:gd name="connsiteX42" fmla="*/ 3915359 w 7325903"/>
              <a:gd name="connsiteY42" fmla="*/ 2078948 h 2541178"/>
              <a:gd name="connsiteX43" fmla="*/ 4460405 w 7325903"/>
              <a:gd name="connsiteY43" fmla="*/ 2245436 h 2541178"/>
              <a:gd name="connsiteX44" fmla="*/ 5005451 w 7325903"/>
              <a:gd name="connsiteY44" fmla="*/ 2078948 h 2541178"/>
              <a:gd name="connsiteX45" fmla="*/ 5048447 w 7325903"/>
              <a:gd name="connsiteY45" fmla="*/ 2043473 h 2541178"/>
              <a:gd name="connsiteX46" fmla="*/ 5001722 w 7325903"/>
              <a:gd name="connsiteY46" fmla="*/ 1980988 h 2541178"/>
              <a:gd name="connsiteX47" fmla="*/ 4784725 w 7325903"/>
              <a:gd name="connsiteY47" fmla="*/ 1270589 h 2541178"/>
              <a:gd name="connsiteX48" fmla="*/ 5001722 w 7325903"/>
              <a:gd name="connsiteY48" fmla="*/ 560191 h 2541178"/>
              <a:gd name="connsiteX49" fmla="*/ 5048447 w 7325903"/>
              <a:gd name="connsiteY49" fmla="*/ 497706 h 2541178"/>
              <a:gd name="connsiteX50" fmla="*/ 5005451 w 7325903"/>
              <a:gd name="connsiteY50" fmla="*/ 462231 h 2541178"/>
              <a:gd name="connsiteX51" fmla="*/ 4460405 w 7325903"/>
              <a:gd name="connsiteY51" fmla="*/ 295742 h 2541178"/>
              <a:gd name="connsiteX52" fmla="*/ 2865497 w 7325903"/>
              <a:gd name="connsiteY52" fmla="*/ 295742 h 2541178"/>
              <a:gd name="connsiteX53" fmla="*/ 2320451 w 7325903"/>
              <a:gd name="connsiteY53" fmla="*/ 462231 h 2541178"/>
              <a:gd name="connsiteX54" fmla="*/ 2277456 w 7325903"/>
              <a:gd name="connsiteY54" fmla="*/ 497705 h 2541178"/>
              <a:gd name="connsiteX55" fmla="*/ 2324182 w 7325903"/>
              <a:gd name="connsiteY55" fmla="*/ 560191 h 2541178"/>
              <a:gd name="connsiteX56" fmla="*/ 2541178 w 7325903"/>
              <a:gd name="connsiteY56" fmla="*/ 1270589 h 2541178"/>
              <a:gd name="connsiteX57" fmla="*/ 2324182 w 7325903"/>
              <a:gd name="connsiteY57" fmla="*/ 1980988 h 2541178"/>
              <a:gd name="connsiteX58" fmla="*/ 2277456 w 7325903"/>
              <a:gd name="connsiteY58" fmla="*/ 2043473 h 2541178"/>
              <a:gd name="connsiteX59" fmla="*/ 2320451 w 7325903"/>
              <a:gd name="connsiteY59" fmla="*/ 2078948 h 2541178"/>
              <a:gd name="connsiteX60" fmla="*/ 2865497 w 7325903"/>
              <a:gd name="connsiteY60" fmla="*/ 2245436 h 2541178"/>
              <a:gd name="connsiteX61" fmla="*/ 3410544 w 7325903"/>
              <a:gd name="connsiteY61" fmla="*/ 2078948 h 2541178"/>
              <a:gd name="connsiteX62" fmla="*/ 3453539 w 7325903"/>
              <a:gd name="connsiteY62" fmla="*/ 2043473 h 2541178"/>
              <a:gd name="connsiteX63" fmla="*/ 3406813 w 7325903"/>
              <a:gd name="connsiteY63" fmla="*/ 1980988 h 2541178"/>
              <a:gd name="connsiteX64" fmla="*/ 3189816 w 7325903"/>
              <a:gd name="connsiteY64" fmla="*/ 1270589 h 2541178"/>
              <a:gd name="connsiteX65" fmla="*/ 3406813 w 7325903"/>
              <a:gd name="connsiteY65" fmla="*/ 560191 h 2541178"/>
              <a:gd name="connsiteX66" fmla="*/ 3453539 w 7325903"/>
              <a:gd name="connsiteY66" fmla="*/ 497705 h 2541178"/>
              <a:gd name="connsiteX67" fmla="*/ 3410544 w 7325903"/>
              <a:gd name="connsiteY67" fmla="*/ 462231 h 2541178"/>
              <a:gd name="connsiteX68" fmla="*/ 2865497 w 7325903"/>
              <a:gd name="connsiteY68" fmla="*/ 295742 h 2541178"/>
              <a:gd name="connsiteX69" fmla="*/ 1270589 w 7325903"/>
              <a:gd name="connsiteY69" fmla="*/ 295742 h 2541178"/>
              <a:gd name="connsiteX70" fmla="*/ 295742 w 7325903"/>
              <a:gd name="connsiteY70" fmla="*/ 1270589 h 2541178"/>
              <a:gd name="connsiteX71" fmla="*/ 1270589 w 7325903"/>
              <a:gd name="connsiteY71" fmla="*/ 2245436 h 2541178"/>
              <a:gd name="connsiteX72" fmla="*/ 1815635 w 7325903"/>
              <a:gd name="connsiteY72" fmla="*/ 2078948 h 2541178"/>
              <a:gd name="connsiteX73" fmla="*/ 1858631 w 7325903"/>
              <a:gd name="connsiteY73" fmla="*/ 2043473 h 2541178"/>
              <a:gd name="connsiteX74" fmla="*/ 1811905 w 7325903"/>
              <a:gd name="connsiteY74" fmla="*/ 1980988 h 2541178"/>
              <a:gd name="connsiteX75" fmla="*/ 1594908 w 7325903"/>
              <a:gd name="connsiteY75" fmla="*/ 1270589 h 2541178"/>
              <a:gd name="connsiteX76" fmla="*/ 1811905 w 7325903"/>
              <a:gd name="connsiteY76" fmla="*/ 560191 h 2541178"/>
              <a:gd name="connsiteX77" fmla="*/ 1858631 w 7325903"/>
              <a:gd name="connsiteY77" fmla="*/ 497705 h 2541178"/>
              <a:gd name="connsiteX78" fmla="*/ 1815635 w 7325903"/>
              <a:gd name="connsiteY78" fmla="*/ 462231 h 2541178"/>
              <a:gd name="connsiteX79" fmla="*/ 1270589 w 7325903"/>
              <a:gd name="connsiteY79" fmla="*/ 295742 h 2541178"/>
              <a:gd name="connsiteX80" fmla="*/ 1270589 w 7325903"/>
              <a:gd name="connsiteY80" fmla="*/ 0 h 2541178"/>
              <a:gd name="connsiteX81" fmla="*/ 1980988 w 7325903"/>
              <a:gd name="connsiteY81" fmla="*/ 216997 h 2541178"/>
              <a:gd name="connsiteX82" fmla="*/ 2068043 w 7325903"/>
              <a:gd name="connsiteY82" fmla="*/ 282096 h 2541178"/>
              <a:gd name="connsiteX83" fmla="*/ 2155099 w 7325903"/>
              <a:gd name="connsiteY83" fmla="*/ 216997 h 2541178"/>
              <a:gd name="connsiteX84" fmla="*/ 2865497 w 7325903"/>
              <a:gd name="connsiteY84" fmla="*/ 0 h 2541178"/>
              <a:gd name="connsiteX85" fmla="*/ 3575896 w 7325903"/>
              <a:gd name="connsiteY85" fmla="*/ 216997 h 2541178"/>
              <a:gd name="connsiteX86" fmla="*/ 3662951 w 7325903"/>
              <a:gd name="connsiteY86" fmla="*/ 282096 h 2541178"/>
              <a:gd name="connsiteX87" fmla="*/ 3750007 w 7325903"/>
              <a:gd name="connsiteY87" fmla="*/ 216997 h 2541178"/>
              <a:gd name="connsiteX88" fmla="*/ 4460405 w 7325903"/>
              <a:gd name="connsiteY88" fmla="*/ 0 h 2541178"/>
              <a:gd name="connsiteX89" fmla="*/ 5170804 w 7325903"/>
              <a:gd name="connsiteY89" fmla="*/ 216997 h 2541178"/>
              <a:gd name="connsiteX90" fmla="*/ 5257860 w 7325903"/>
              <a:gd name="connsiteY90" fmla="*/ 282096 h 2541178"/>
              <a:gd name="connsiteX91" fmla="*/ 5344916 w 7325903"/>
              <a:gd name="connsiteY91" fmla="*/ 216997 h 2541178"/>
              <a:gd name="connsiteX92" fmla="*/ 6055314 w 7325903"/>
              <a:gd name="connsiteY92" fmla="*/ 0 h 2541178"/>
              <a:gd name="connsiteX93" fmla="*/ 7325903 w 7325903"/>
              <a:gd name="connsiteY93" fmla="*/ 1270589 h 2541178"/>
              <a:gd name="connsiteX94" fmla="*/ 6055314 w 7325903"/>
              <a:gd name="connsiteY94" fmla="*/ 2541178 h 2541178"/>
              <a:gd name="connsiteX95" fmla="*/ 5344916 w 7325903"/>
              <a:gd name="connsiteY95" fmla="*/ 2324182 h 2541178"/>
              <a:gd name="connsiteX96" fmla="*/ 5257860 w 7325903"/>
              <a:gd name="connsiteY96" fmla="*/ 2259082 h 2541178"/>
              <a:gd name="connsiteX97" fmla="*/ 5170804 w 7325903"/>
              <a:gd name="connsiteY97" fmla="*/ 2324182 h 2541178"/>
              <a:gd name="connsiteX98" fmla="*/ 4460405 w 7325903"/>
              <a:gd name="connsiteY98" fmla="*/ 2541178 h 2541178"/>
              <a:gd name="connsiteX99" fmla="*/ 3750007 w 7325903"/>
              <a:gd name="connsiteY99" fmla="*/ 2324182 h 2541178"/>
              <a:gd name="connsiteX100" fmla="*/ 3662951 w 7325903"/>
              <a:gd name="connsiteY100" fmla="*/ 2259083 h 2541178"/>
              <a:gd name="connsiteX101" fmla="*/ 3575896 w 7325903"/>
              <a:gd name="connsiteY101" fmla="*/ 2324182 h 2541178"/>
              <a:gd name="connsiteX102" fmla="*/ 2865497 w 7325903"/>
              <a:gd name="connsiteY102" fmla="*/ 2541178 h 2541178"/>
              <a:gd name="connsiteX103" fmla="*/ 2155099 w 7325903"/>
              <a:gd name="connsiteY103" fmla="*/ 2324182 h 2541178"/>
              <a:gd name="connsiteX104" fmla="*/ 2068043 w 7325903"/>
              <a:gd name="connsiteY104" fmla="*/ 2259083 h 2541178"/>
              <a:gd name="connsiteX105" fmla="*/ 1980988 w 7325903"/>
              <a:gd name="connsiteY105" fmla="*/ 2324182 h 2541178"/>
              <a:gd name="connsiteX106" fmla="*/ 1270589 w 7325903"/>
              <a:gd name="connsiteY106" fmla="*/ 2541178 h 2541178"/>
              <a:gd name="connsiteX107" fmla="*/ 0 w 7325903"/>
              <a:gd name="connsiteY107" fmla="*/ 1270589 h 2541178"/>
              <a:gd name="connsiteX108" fmla="*/ 1270589 w 7325903"/>
              <a:gd name="connsiteY108" fmla="*/ 0 h 254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7325903" h="2541178">
                <a:moveTo>
                  <a:pt x="5257860" y="712327"/>
                </a:moveTo>
                <a:lnTo>
                  <a:pt x="5246956" y="725543"/>
                </a:lnTo>
                <a:cubicBezTo>
                  <a:pt x="5141844" y="881130"/>
                  <a:pt x="5080467" y="1068692"/>
                  <a:pt x="5080467" y="1270589"/>
                </a:cubicBezTo>
                <a:cubicBezTo>
                  <a:pt x="5080467" y="1472487"/>
                  <a:pt x="5141844" y="1660049"/>
                  <a:pt x="5246956" y="1815635"/>
                </a:cubicBezTo>
                <a:lnTo>
                  <a:pt x="5257860" y="1828851"/>
                </a:lnTo>
                <a:lnTo>
                  <a:pt x="5268764" y="1815635"/>
                </a:lnTo>
                <a:cubicBezTo>
                  <a:pt x="5373876" y="1660049"/>
                  <a:pt x="5435252" y="1472487"/>
                  <a:pt x="5435252" y="1270589"/>
                </a:cubicBezTo>
                <a:cubicBezTo>
                  <a:pt x="5435252" y="1068692"/>
                  <a:pt x="5373876" y="881130"/>
                  <a:pt x="5268764" y="725543"/>
                </a:cubicBezTo>
                <a:close/>
                <a:moveTo>
                  <a:pt x="3662951" y="712327"/>
                </a:moveTo>
                <a:lnTo>
                  <a:pt x="3652047" y="725543"/>
                </a:lnTo>
                <a:cubicBezTo>
                  <a:pt x="3546935" y="881130"/>
                  <a:pt x="3485558" y="1068692"/>
                  <a:pt x="3485558" y="1270589"/>
                </a:cubicBezTo>
                <a:cubicBezTo>
                  <a:pt x="3485558" y="1472487"/>
                  <a:pt x="3546935" y="1660049"/>
                  <a:pt x="3652047" y="1815635"/>
                </a:cubicBezTo>
                <a:lnTo>
                  <a:pt x="3662951" y="1828852"/>
                </a:lnTo>
                <a:lnTo>
                  <a:pt x="3673856" y="1815635"/>
                </a:lnTo>
                <a:cubicBezTo>
                  <a:pt x="3778968" y="1660049"/>
                  <a:pt x="3840344" y="1472487"/>
                  <a:pt x="3840344" y="1270589"/>
                </a:cubicBezTo>
                <a:cubicBezTo>
                  <a:pt x="3840344" y="1068692"/>
                  <a:pt x="3778968" y="881130"/>
                  <a:pt x="3673856" y="725543"/>
                </a:cubicBezTo>
                <a:close/>
                <a:moveTo>
                  <a:pt x="2068043" y="712327"/>
                </a:moveTo>
                <a:lnTo>
                  <a:pt x="2057139" y="725543"/>
                </a:lnTo>
                <a:cubicBezTo>
                  <a:pt x="1952027" y="881130"/>
                  <a:pt x="1890650" y="1068692"/>
                  <a:pt x="1890650" y="1270589"/>
                </a:cubicBezTo>
                <a:cubicBezTo>
                  <a:pt x="1890650" y="1472487"/>
                  <a:pt x="1952027" y="1660049"/>
                  <a:pt x="2057139" y="1815635"/>
                </a:cubicBezTo>
                <a:lnTo>
                  <a:pt x="2068043" y="1828852"/>
                </a:lnTo>
                <a:lnTo>
                  <a:pt x="2078948" y="1815635"/>
                </a:lnTo>
                <a:cubicBezTo>
                  <a:pt x="2184060" y="1660049"/>
                  <a:pt x="2245436" y="1472487"/>
                  <a:pt x="2245436" y="1270589"/>
                </a:cubicBezTo>
                <a:cubicBezTo>
                  <a:pt x="2245436" y="1068692"/>
                  <a:pt x="2184060" y="881130"/>
                  <a:pt x="2078948" y="725543"/>
                </a:cubicBezTo>
                <a:close/>
                <a:moveTo>
                  <a:pt x="6055314" y="295742"/>
                </a:moveTo>
                <a:cubicBezTo>
                  <a:pt x="5853417" y="295742"/>
                  <a:pt x="5665855" y="357119"/>
                  <a:pt x="5510268" y="462231"/>
                </a:cubicBezTo>
                <a:lnTo>
                  <a:pt x="5467272" y="497706"/>
                </a:lnTo>
                <a:lnTo>
                  <a:pt x="5513998" y="560191"/>
                </a:lnTo>
                <a:cubicBezTo>
                  <a:pt x="5650998" y="762978"/>
                  <a:pt x="5730994" y="1007442"/>
                  <a:pt x="5730994" y="1270589"/>
                </a:cubicBezTo>
                <a:cubicBezTo>
                  <a:pt x="5730994" y="1533737"/>
                  <a:pt x="5650998" y="1778200"/>
                  <a:pt x="5513998" y="1980988"/>
                </a:cubicBezTo>
                <a:lnTo>
                  <a:pt x="5467272" y="2043473"/>
                </a:lnTo>
                <a:lnTo>
                  <a:pt x="5510268" y="2078948"/>
                </a:lnTo>
                <a:cubicBezTo>
                  <a:pt x="5665855" y="2184060"/>
                  <a:pt x="5853417" y="2245436"/>
                  <a:pt x="6055314" y="2245436"/>
                </a:cubicBezTo>
                <a:cubicBezTo>
                  <a:pt x="6593707" y="2245436"/>
                  <a:pt x="7030161" y="1808982"/>
                  <a:pt x="7030161" y="1270589"/>
                </a:cubicBezTo>
                <a:cubicBezTo>
                  <a:pt x="7030161" y="732196"/>
                  <a:pt x="6593707" y="295742"/>
                  <a:pt x="6055314" y="295742"/>
                </a:cubicBezTo>
                <a:close/>
                <a:moveTo>
                  <a:pt x="4460405" y="295742"/>
                </a:moveTo>
                <a:cubicBezTo>
                  <a:pt x="4258508" y="295742"/>
                  <a:pt x="4070946" y="357119"/>
                  <a:pt x="3915359" y="462231"/>
                </a:cubicBezTo>
                <a:lnTo>
                  <a:pt x="3872364" y="497705"/>
                </a:lnTo>
                <a:lnTo>
                  <a:pt x="3919090" y="560191"/>
                </a:lnTo>
                <a:cubicBezTo>
                  <a:pt x="4056090" y="762978"/>
                  <a:pt x="4136086" y="1007442"/>
                  <a:pt x="4136086" y="1270589"/>
                </a:cubicBezTo>
                <a:cubicBezTo>
                  <a:pt x="4136086" y="1533737"/>
                  <a:pt x="4056090" y="1778200"/>
                  <a:pt x="3919090" y="1980988"/>
                </a:cubicBezTo>
                <a:lnTo>
                  <a:pt x="3872364" y="2043473"/>
                </a:lnTo>
                <a:lnTo>
                  <a:pt x="3915359" y="2078948"/>
                </a:lnTo>
                <a:cubicBezTo>
                  <a:pt x="4070946" y="2184060"/>
                  <a:pt x="4258508" y="2245436"/>
                  <a:pt x="4460405" y="2245436"/>
                </a:cubicBezTo>
                <a:cubicBezTo>
                  <a:pt x="4662303" y="2245436"/>
                  <a:pt x="4849865" y="2184060"/>
                  <a:pt x="5005451" y="2078948"/>
                </a:cubicBezTo>
                <a:lnTo>
                  <a:pt x="5048447" y="2043473"/>
                </a:lnTo>
                <a:lnTo>
                  <a:pt x="5001722" y="1980988"/>
                </a:lnTo>
                <a:cubicBezTo>
                  <a:pt x="4864721" y="1778200"/>
                  <a:pt x="4784725" y="1533737"/>
                  <a:pt x="4784725" y="1270589"/>
                </a:cubicBezTo>
                <a:cubicBezTo>
                  <a:pt x="4784725" y="1007442"/>
                  <a:pt x="4864721" y="762978"/>
                  <a:pt x="5001722" y="560191"/>
                </a:cubicBezTo>
                <a:lnTo>
                  <a:pt x="5048447" y="497706"/>
                </a:lnTo>
                <a:lnTo>
                  <a:pt x="5005451" y="462231"/>
                </a:lnTo>
                <a:cubicBezTo>
                  <a:pt x="4849865" y="357119"/>
                  <a:pt x="4662303" y="295742"/>
                  <a:pt x="4460405" y="295742"/>
                </a:cubicBezTo>
                <a:close/>
                <a:moveTo>
                  <a:pt x="2865497" y="295742"/>
                </a:moveTo>
                <a:cubicBezTo>
                  <a:pt x="2663600" y="295742"/>
                  <a:pt x="2476038" y="357119"/>
                  <a:pt x="2320451" y="462231"/>
                </a:cubicBezTo>
                <a:lnTo>
                  <a:pt x="2277456" y="497705"/>
                </a:lnTo>
                <a:lnTo>
                  <a:pt x="2324182" y="560191"/>
                </a:lnTo>
                <a:cubicBezTo>
                  <a:pt x="2461182" y="762978"/>
                  <a:pt x="2541178" y="1007442"/>
                  <a:pt x="2541178" y="1270589"/>
                </a:cubicBezTo>
                <a:cubicBezTo>
                  <a:pt x="2541178" y="1533737"/>
                  <a:pt x="2461182" y="1778200"/>
                  <a:pt x="2324182" y="1980988"/>
                </a:cubicBezTo>
                <a:lnTo>
                  <a:pt x="2277456" y="2043473"/>
                </a:lnTo>
                <a:lnTo>
                  <a:pt x="2320451" y="2078948"/>
                </a:lnTo>
                <a:cubicBezTo>
                  <a:pt x="2476038" y="2184060"/>
                  <a:pt x="2663600" y="2245436"/>
                  <a:pt x="2865497" y="2245436"/>
                </a:cubicBezTo>
                <a:cubicBezTo>
                  <a:pt x="3067395" y="2245436"/>
                  <a:pt x="3254957" y="2184060"/>
                  <a:pt x="3410544" y="2078948"/>
                </a:cubicBezTo>
                <a:lnTo>
                  <a:pt x="3453539" y="2043473"/>
                </a:lnTo>
                <a:lnTo>
                  <a:pt x="3406813" y="1980988"/>
                </a:lnTo>
                <a:cubicBezTo>
                  <a:pt x="3269813" y="1778200"/>
                  <a:pt x="3189816" y="1533737"/>
                  <a:pt x="3189816" y="1270589"/>
                </a:cubicBezTo>
                <a:cubicBezTo>
                  <a:pt x="3189816" y="1007442"/>
                  <a:pt x="3269813" y="762978"/>
                  <a:pt x="3406813" y="560191"/>
                </a:cubicBezTo>
                <a:lnTo>
                  <a:pt x="3453539" y="497705"/>
                </a:lnTo>
                <a:lnTo>
                  <a:pt x="3410544" y="462231"/>
                </a:lnTo>
                <a:cubicBezTo>
                  <a:pt x="3254957" y="357119"/>
                  <a:pt x="3067395" y="295742"/>
                  <a:pt x="2865497" y="295742"/>
                </a:cubicBezTo>
                <a:close/>
                <a:moveTo>
                  <a:pt x="1270589" y="295742"/>
                </a:moveTo>
                <a:cubicBezTo>
                  <a:pt x="732196" y="295742"/>
                  <a:pt x="295742" y="732196"/>
                  <a:pt x="295742" y="1270589"/>
                </a:cubicBezTo>
                <a:cubicBezTo>
                  <a:pt x="295742" y="1808982"/>
                  <a:pt x="732196" y="2245436"/>
                  <a:pt x="1270589" y="2245436"/>
                </a:cubicBezTo>
                <a:cubicBezTo>
                  <a:pt x="1472487" y="2245436"/>
                  <a:pt x="1660049" y="2184060"/>
                  <a:pt x="1815635" y="2078948"/>
                </a:cubicBezTo>
                <a:lnTo>
                  <a:pt x="1858631" y="2043473"/>
                </a:lnTo>
                <a:lnTo>
                  <a:pt x="1811905" y="1980988"/>
                </a:lnTo>
                <a:cubicBezTo>
                  <a:pt x="1674904" y="1778200"/>
                  <a:pt x="1594908" y="1533737"/>
                  <a:pt x="1594908" y="1270589"/>
                </a:cubicBezTo>
                <a:cubicBezTo>
                  <a:pt x="1594908" y="1007442"/>
                  <a:pt x="1674904" y="762978"/>
                  <a:pt x="1811905" y="560191"/>
                </a:cubicBezTo>
                <a:lnTo>
                  <a:pt x="1858631" y="497705"/>
                </a:lnTo>
                <a:lnTo>
                  <a:pt x="1815635" y="462231"/>
                </a:lnTo>
                <a:cubicBezTo>
                  <a:pt x="1660049" y="357119"/>
                  <a:pt x="1472487" y="295742"/>
                  <a:pt x="1270589" y="295742"/>
                </a:cubicBezTo>
                <a:close/>
                <a:moveTo>
                  <a:pt x="1270589" y="0"/>
                </a:moveTo>
                <a:cubicBezTo>
                  <a:pt x="1533737" y="0"/>
                  <a:pt x="1778200" y="79996"/>
                  <a:pt x="1980988" y="216997"/>
                </a:cubicBezTo>
                <a:lnTo>
                  <a:pt x="2068043" y="282096"/>
                </a:lnTo>
                <a:lnTo>
                  <a:pt x="2155099" y="216997"/>
                </a:lnTo>
                <a:cubicBezTo>
                  <a:pt x="2357886" y="79996"/>
                  <a:pt x="2602350" y="0"/>
                  <a:pt x="2865497" y="0"/>
                </a:cubicBezTo>
                <a:cubicBezTo>
                  <a:pt x="3128645" y="0"/>
                  <a:pt x="3373109" y="79996"/>
                  <a:pt x="3575896" y="216997"/>
                </a:cubicBezTo>
                <a:lnTo>
                  <a:pt x="3662951" y="282096"/>
                </a:lnTo>
                <a:lnTo>
                  <a:pt x="3750007" y="216997"/>
                </a:lnTo>
                <a:cubicBezTo>
                  <a:pt x="3952794" y="79996"/>
                  <a:pt x="4197258" y="0"/>
                  <a:pt x="4460405" y="0"/>
                </a:cubicBezTo>
                <a:cubicBezTo>
                  <a:pt x="4723553" y="0"/>
                  <a:pt x="4968016" y="79996"/>
                  <a:pt x="5170804" y="216997"/>
                </a:cubicBezTo>
                <a:lnTo>
                  <a:pt x="5257860" y="282096"/>
                </a:lnTo>
                <a:lnTo>
                  <a:pt x="5344916" y="216997"/>
                </a:lnTo>
                <a:cubicBezTo>
                  <a:pt x="5547703" y="79996"/>
                  <a:pt x="5792167" y="0"/>
                  <a:pt x="6055314" y="0"/>
                </a:cubicBezTo>
                <a:cubicBezTo>
                  <a:pt x="6757041" y="0"/>
                  <a:pt x="7325903" y="568862"/>
                  <a:pt x="7325903" y="1270589"/>
                </a:cubicBezTo>
                <a:cubicBezTo>
                  <a:pt x="7325903" y="1972316"/>
                  <a:pt x="6757041" y="2541178"/>
                  <a:pt x="6055314" y="2541178"/>
                </a:cubicBezTo>
                <a:cubicBezTo>
                  <a:pt x="5792167" y="2541178"/>
                  <a:pt x="5547703" y="2461182"/>
                  <a:pt x="5344916" y="2324182"/>
                </a:cubicBezTo>
                <a:lnTo>
                  <a:pt x="5257860" y="2259082"/>
                </a:lnTo>
                <a:lnTo>
                  <a:pt x="5170804" y="2324182"/>
                </a:lnTo>
                <a:cubicBezTo>
                  <a:pt x="4968016" y="2461182"/>
                  <a:pt x="4723553" y="2541178"/>
                  <a:pt x="4460405" y="2541178"/>
                </a:cubicBezTo>
                <a:cubicBezTo>
                  <a:pt x="4197258" y="2541178"/>
                  <a:pt x="3952794" y="2461182"/>
                  <a:pt x="3750007" y="2324182"/>
                </a:cubicBezTo>
                <a:lnTo>
                  <a:pt x="3662951" y="2259083"/>
                </a:lnTo>
                <a:lnTo>
                  <a:pt x="3575896" y="2324182"/>
                </a:lnTo>
                <a:cubicBezTo>
                  <a:pt x="3373109" y="2461182"/>
                  <a:pt x="3128645" y="2541178"/>
                  <a:pt x="2865497" y="2541178"/>
                </a:cubicBezTo>
                <a:cubicBezTo>
                  <a:pt x="2602350" y="2541178"/>
                  <a:pt x="2357886" y="2461182"/>
                  <a:pt x="2155099" y="2324182"/>
                </a:cubicBezTo>
                <a:lnTo>
                  <a:pt x="2068043" y="2259083"/>
                </a:lnTo>
                <a:lnTo>
                  <a:pt x="1980988" y="2324182"/>
                </a:lnTo>
                <a:cubicBezTo>
                  <a:pt x="1778200" y="2461182"/>
                  <a:pt x="1533737" y="2541178"/>
                  <a:pt x="1270589" y="2541178"/>
                </a:cubicBezTo>
                <a:cubicBezTo>
                  <a:pt x="568862" y="2541178"/>
                  <a:pt x="0" y="1972316"/>
                  <a:pt x="0" y="1270589"/>
                </a:cubicBezTo>
                <a:cubicBezTo>
                  <a:pt x="0" y="568862"/>
                  <a:pt x="568862" y="0"/>
                  <a:pt x="1270589" y="0"/>
                </a:cubicBezTo>
                <a:close/>
              </a:path>
            </a:pathLst>
          </a:cu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Untertitel 2"/>
          <p:cNvSpPr txBox="1">
            <a:spLocks/>
          </p:cNvSpPr>
          <p:nvPr userDrawn="1"/>
        </p:nvSpPr>
        <p:spPr bwMode="gray">
          <a:xfrm>
            <a:off x="1391512" y="2987151"/>
            <a:ext cx="4515957" cy="258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 | Audi </a:t>
            </a:r>
            <a:r>
              <a:rPr lang="de-DE" dirty="0" err="1">
                <a:solidFill>
                  <a:schemeClr val="bg1"/>
                </a:solidFill>
              </a:rPr>
              <a:t>Sales</a:t>
            </a:r>
            <a:r>
              <a:rPr lang="de-DE" dirty="0">
                <a:solidFill>
                  <a:schemeClr val="bg1"/>
                </a:solidFill>
              </a:rPr>
              <a:t> Division |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16"/>
          <a:stretch/>
        </p:blipFill>
        <p:spPr>
          <a:xfrm>
            <a:off x="725917" y="2973388"/>
            <a:ext cx="693027" cy="2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7559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08265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5EFEB0A2-CBE8-8743-9112-AAC648DA5758}"/>
              </a:ext>
            </a:extLst>
          </p:cNvPr>
          <p:cNvSpPr/>
          <p:nvPr userDrawn="1"/>
        </p:nvSpPr>
        <p:spPr>
          <a:xfrm>
            <a:off x="5724919" y="4039534"/>
            <a:ext cx="1959932" cy="1959932"/>
          </a:xfrm>
          <a:prstGeom prst="ellipse">
            <a:avLst/>
          </a:prstGeom>
          <a:solidFill>
            <a:schemeClr val="tx1"/>
          </a:solidFill>
          <a:ln w="1270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hteck 3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12717"/>
            <a:ext cx="5221288" cy="241091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474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presentation</a:t>
            </a:r>
          </a:p>
          <a:p>
            <a:r>
              <a:rPr lang="en-GB" noProof="0"/>
              <a:t>in maximum four lines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79B3042-012F-F94D-99B0-7C9B4AF7343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096000" y="0"/>
            <a:ext cx="6096000" cy="6858000"/>
          </a:xfrm>
          <a:custGeom>
            <a:avLst/>
            <a:gdLst>
              <a:gd name="connsiteX0" fmla="*/ 609011 w 6096000"/>
              <a:gd name="connsiteY0" fmla="*/ 4044239 h 6858000"/>
              <a:gd name="connsiteX1" fmla="*/ 1583858 w 6096000"/>
              <a:gd name="connsiteY1" fmla="*/ 5019086 h 6858000"/>
              <a:gd name="connsiteX2" fmla="*/ 609011 w 6096000"/>
              <a:gd name="connsiteY2" fmla="*/ 5993933 h 6858000"/>
              <a:gd name="connsiteX3" fmla="*/ 63965 w 6096000"/>
              <a:gd name="connsiteY3" fmla="*/ 5827445 h 6858000"/>
              <a:gd name="connsiteX4" fmla="*/ 20969 w 6096000"/>
              <a:gd name="connsiteY4" fmla="*/ 5791970 h 6858000"/>
              <a:gd name="connsiteX5" fmla="*/ 67695 w 6096000"/>
              <a:gd name="connsiteY5" fmla="*/ 5729485 h 6858000"/>
              <a:gd name="connsiteX6" fmla="*/ 284691 w 6096000"/>
              <a:gd name="connsiteY6" fmla="*/ 5019086 h 6858000"/>
              <a:gd name="connsiteX7" fmla="*/ 67695 w 6096000"/>
              <a:gd name="connsiteY7" fmla="*/ 4308688 h 6858000"/>
              <a:gd name="connsiteX8" fmla="*/ 20969 w 6096000"/>
              <a:gd name="connsiteY8" fmla="*/ 4246203 h 6858000"/>
              <a:gd name="connsiteX9" fmla="*/ 63965 w 6096000"/>
              <a:gd name="connsiteY9" fmla="*/ 4210728 h 6858000"/>
              <a:gd name="connsiteX10" fmla="*/ 609011 w 6096000"/>
              <a:gd name="connsiteY10" fmla="*/ 4044239 h 6858000"/>
              <a:gd name="connsiteX11" fmla="*/ 0 w 6096000"/>
              <a:gd name="connsiteY11" fmla="*/ 0 h 6858000"/>
              <a:gd name="connsiteX12" fmla="*/ 6096000 w 6096000"/>
              <a:gd name="connsiteY12" fmla="*/ 0 h 6858000"/>
              <a:gd name="connsiteX13" fmla="*/ 6096000 w 6096000"/>
              <a:gd name="connsiteY13" fmla="*/ 6858000 h 6858000"/>
              <a:gd name="connsiteX14" fmla="*/ 0 w 6096000"/>
              <a:gd name="connsiteY14" fmla="*/ 6858000 h 6858000"/>
              <a:gd name="connsiteX15" fmla="*/ 0 w 6096000"/>
              <a:gd name="connsiteY15" fmla="*/ 6130954 h 6858000"/>
              <a:gd name="connsiteX16" fmla="*/ 58159 w 6096000"/>
              <a:gd name="connsiteY16" fmla="*/ 6164382 h 6858000"/>
              <a:gd name="connsiteX17" fmla="*/ 609011 w 6096000"/>
              <a:gd name="connsiteY17" fmla="*/ 6289675 h 6858000"/>
              <a:gd name="connsiteX18" fmla="*/ 1879600 w 6096000"/>
              <a:gd name="connsiteY18" fmla="*/ 5019086 h 6858000"/>
              <a:gd name="connsiteX19" fmla="*/ 609011 w 6096000"/>
              <a:gd name="connsiteY19" fmla="*/ 3748497 h 6858000"/>
              <a:gd name="connsiteX20" fmla="*/ 58159 w 6096000"/>
              <a:gd name="connsiteY20" fmla="*/ 3873791 h 6858000"/>
              <a:gd name="connsiteX21" fmla="*/ 0 w 6096000"/>
              <a:gd name="connsiteY21" fmla="*/ 39072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6000" h="6858000">
                <a:moveTo>
                  <a:pt x="609011" y="4044239"/>
                </a:moveTo>
                <a:cubicBezTo>
                  <a:pt x="1147404" y="4044239"/>
                  <a:pt x="1583858" y="4480693"/>
                  <a:pt x="1583858" y="5019086"/>
                </a:cubicBezTo>
                <a:cubicBezTo>
                  <a:pt x="1583858" y="5557479"/>
                  <a:pt x="1147404" y="5993933"/>
                  <a:pt x="609011" y="5993933"/>
                </a:cubicBezTo>
                <a:cubicBezTo>
                  <a:pt x="407114" y="5993933"/>
                  <a:pt x="219552" y="5932557"/>
                  <a:pt x="63965" y="5827445"/>
                </a:cubicBezTo>
                <a:lnTo>
                  <a:pt x="20969" y="5791970"/>
                </a:lnTo>
                <a:lnTo>
                  <a:pt x="67695" y="5729485"/>
                </a:lnTo>
                <a:cubicBezTo>
                  <a:pt x="204695" y="5526697"/>
                  <a:pt x="284691" y="5282234"/>
                  <a:pt x="284691" y="5019086"/>
                </a:cubicBezTo>
                <a:cubicBezTo>
                  <a:pt x="284691" y="4755939"/>
                  <a:pt x="204695" y="4511475"/>
                  <a:pt x="67695" y="4308688"/>
                </a:cubicBezTo>
                <a:lnTo>
                  <a:pt x="20969" y="4246203"/>
                </a:lnTo>
                <a:lnTo>
                  <a:pt x="63965" y="4210728"/>
                </a:lnTo>
                <a:cubicBezTo>
                  <a:pt x="219552" y="4105616"/>
                  <a:pt x="407114" y="4044239"/>
                  <a:pt x="609011" y="4044239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130954"/>
                </a:lnTo>
                <a:lnTo>
                  <a:pt x="58159" y="6164382"/>
                </a:lnTo>
                <a:cubicBezTo>
                  <a:pt x="224800" y="6244678"/>
                  <a:pt x="411651" y="6289675"/>
                  <a:pt x="609011" y="6289675"/>
                </a:cubicBezTo>
                <a:cubicBezTo>
                  <a:pt x="1310738" y="6289675"/>
                  <a:pt x="1879600" y="5720813"/>
                  <a:pt x="1879600" y="5019086"/>
                </a:cubicBezTo>
                <a:cubicBezTo>
                  <a:pt x="1879600" y="4317359"/>
                  <a:pt x="1310738" y="3748497"/>
                  <a:pt x="609011" y="3748497"/>
                </a:cubicBezTo>
                <a:cubicBezTo>
                  <a:pt x="411651" y="3748497"/>
                  <a:pt x="224800" y="3793495"/>
                  <a:pt x="58159" y="3873791"/>
                </a:cubicBezTo>
                <a:lnTo>
                  <a:pt x="0" y="3907219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vert="horz" wrap="square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Drag image to placeholder or click Add icon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04D92BF-A563-D247-A954-30EA3D8203AD}"/>
              </a:ext>
            </a:extLst>
          </p:cNvPr>
          <p:cNvSpPr/>
          <p:nvPr userDrawn="1"/>
        </p:nvSpPr>
        <p:spPr>
          <a:xfrm>
            <a:off x="649697" y="3748497"/>
            <a:ext cx="7325903" cy="2541178"/>
          </a:xfrm>
          <a:custGeom>
            <a:avLst/>
            <a:gdLst>
              <a:gd name="connsiteX0" fmla="*/ 5257860 w 7325903"/>
              <a:gd name="connsiteY0" fmla="*/ 712327 h 2541178"/>
              <a:gd name="connsiteX1" fmla="*/ 5246956 w 7325903"/>
              <a:gd name="connsiteY1" fmla="*/ 725543 h 2541178"/>
              <a:gd name="connsiteX2" fmla="*/ 5080467 w 7325903"/>
              <a:gd name="connsiteY2" fmla="*/ 1270589 h 2541178"/>
              <a:gd name="connsiteX3" fmla="*/ 5246956 w 7325903"/>
              <a:gd name="connsiteY3" fmla="*/ 1815635 h 2541178"/>
              <a:gd name="connsiteX4" fmla="*/ 5257860 w 7325903"/>
              <a:gd name="connsiteY4" fmla="*/ 1828851 h 2541178"/>
              <a:gd name="connsiteX5" fmla="*/ 5268764 w 7325903"/>
              <a:gd name="connsiteY5" fmla="*/ 1815635 h 2541178"/>
              <a:gd name="connsiteX6" fmla="*/ 5435252 w 7325903"/>
              <a:gd name="connsiteY6" fmla="*/ 1270589 h 2541178"/>
              <a:gd name="connsiteX7" fmla="*/ 5268764 w 7325903"/>
              <a:gd name="connsiteY7" fmla="*/ 725543 h 2541178"/>
              <a:gd name="connsiteX8" fmla="*/ 3662951 w 7325903"/>
              <a:gd name="connsiteY8" fmla="*/ 712327 h 2541178"/>
              <a:gd name="connsiteX9" fmla="*/ 3652047 w 7325903"/>
              <a:gd name="connsiteY9" fmla="*/ 725543 h 2541178"/>
              <a:gd name="connsiteX10" fmla="*/ 3485558 w 7325903"/>
              <a:gd name="connsiteY10" fmla="*/ 1270589 h 2541178"/>
              <a:gd name="connsiteX11" fmla="*/ 3652047 w 7325903"/>
              <a:gd name="connsiteY11" fmla="*/ 1815635 h 2541178"/>
              <a:gd name="connsiteX12" fmla="*/ 3662951 w 7325903"/>
              <a:gd name="connsiteY12" fmla="*/ 1828852 h 2541178"/>
              <a:gd name="connsiteX13" fmla="*/ 3673856 w 7325903"/>
              <a:gd name="connsiteY13" fmla="*/ 1815635 h 2541178"/>
              <a:gd name="connsiteX14" fmla="*/ 3840344 w 7325903"/>
              <a:gd name="connsiteY14" fmla="*/ 1270589 h 2541178"/>
              <a:gd name="connsiteX15" fmla="*/ 3673856 w 7325903"/>
              <a:gd name="connsiteY15" fmla="*/ 725543 h 2541178"/>
              <a:gd name="connsiteX16" fmla="*/ 2068043 w 7325903"/>
              <a:gd name="connsiteY16" fmla="*/ 712327 h 2541178"/>
              <a:gd name="connsiteX17" fmla="*/ 2057139 w 7325903"/>
              <a:gd name="connsiteY17" fmla="*/ 725543 h 2541178"/>
              <a:gd name="connsiteX18" fmla="*/ 1890650 w 7325903"/>
              <a:gd name="connsiteY18" fmla="*/ 1270589 h 2541178"/>
              <a:gd name="connsiteX19" fmla="*/ 2057139 w 7325903"/>
              <a:gd name="connsiteY19" fmla="*/ 1815635 h 2541178"/>
              <a:gd name="connsiteX20" fmla="*/ 2068043 w 7325903"/>
              <a:gd name="connsiteY20" fmla="*/ 1828852 h 2541178"/>
              <a:gd name="connsiteX21" fmla="*/ 2078948 w 7325903"/>
              <a:gd name="connsiteY21" fmla="*/ 1815635 h 2541178"/>
              <a:gd name="connsiteX22" fmla="*/ 2245436 w 7325903"/>
              <a:gd name="connsiteY22" fmla="*/ 1270589 h 2541178"/>
              <a:gd name="connsiteX23" fmla="*/ 2078948 w 7325903"/>
              <a:gd name="connsiteY23" fmla="*/ 725543 h 2541178"/>
              <a:gd name="connsiteX24" fmla="*/ 6055314 w 7325903"/>
              <a:gd name="connsiteY24" fmla="*/ 295742 h 2541178"/>
              <a:gd name="connsiteX25" fmla="*/ 5510268 w 7325903"/>
              <a:gd name="connsiteY25" fmla="*/ 462231 h 2541178"/>
              <a:gd name="connsiteX26" fmla="*/ 5467272 w 7325903"/>
              <a:gd name="connsiteY26" fmla="*/ 497706 h 2541178"/>
              <a:gd name="connsiteX27" fmla="*/ 5513998 w 7325903"/>
              <a:gd name="connsiteY27" fmla="*/ 560191 h 2541178"/>
              <a:gd name="connsiteX28" fmla="*/ 5730994 w 7325903"/>
              <a:gd name="connsiteY28" fmla="*/ 1270589 h 2541178"/>
              <a:gd name="connsiteX29" fmla="*/ 5513998 w 7325903"/>
              <a:gd name="connsiteY29" fmla="*/ 1980988 h 2541178"/>
              <a:gd name="connsiteX30" fmla="*/ 5467272 w 7325903"/>
              <a:gd name="connsiteY30" fmla="*/ 2043473 h 2541178"/>
              <a:gd name="connsiteX31" fmla="*/ 5510268 w 7325903"/>
              <a:gd name="connsiteY31" fmla="*/ 2078948 h 2541178"/>
              <a:gd name="connsiteX32" fmla="*/ 6055314 w 7325903"/>
              <a:gd name="connsiteY32" fmla="*/ 2245436 h 2541178"/>
              <a:gd name="connsiteX33" fmla="*/ 7030161 w 7325903"/>
              <a:gd name="connsiteY33" fmla="*/ 1270589 h 2541178"/>
              <a:gd name="connsiteX34" fmla="*/ 6055314 w 7325903"/>
              <a:gd name="connsiteY34" fmla="*/ 295742 h 2541178"/>
              <a:gd name="connsiteX35" fmla="*/ 4460405 w 7325903"/>
              <a:gd name="connsiteY35" fmla="*/ 295742 h 2541178"/>
              <a:gd name="connsiteX36" fmla="*/ 3915359 w 7325903"/>
              <a:gd name="connsiteY36" fmla="*/ 462231 h 2541178"/>
              <a:gd name="connsiteX37" fmla="*/ 3872364 w 7325903"/>
              <a:gd name="connsiteY37" fmla="*/ 497705 h 2541178"/>
              <a:gd name="connsiteX38" fmla="*/ 3919090 w 7325903"/>
              <a:gd name="connsiteY38" fmla="*/ 560191 h 2541178"/>
              <a:gd name="connsiteX39" fmla="*/ 4136086 w 7325903"/>
              <a:gd name="connsiteY39" fmla="*/ 1270589 h 2541178"/>
              <a:gd name="connsiteX40" fmla="*/ 3919090 w 7325903"/>
              <a:gd name="connsiteY40" fmla="*/ 1980988 h 2541178"/>
              <a:gd name="connsiteX41" fmla="*/ 3872364 w 7325903"/>
              <a:gd name="connsiteY41" fmla="*/ 2043473 h 2541178"/>
              <a:gd name="connsiteX42" fmla="*/ 3915359 w 7325903"/>
              <a:gd name="connsiteY42" fmla="*/ 2078948 h 2541178"/>
              <a:gd name="connsiteX43" fmla="*/ 4460405 w 7325903"/>
              <a:gd name="connsiteY43" fmla="*/ 2245436 h 2541178"/>
              <a:gd name="connsiteX44" fmla="*/ 5005451 w 7325903"/>
              <a:gd name="connsiteY44" fmla="*/ 2078948 h 2541178"/>
              <a:gd name="connsiteX45" fmla="*/ 5048447 w 7325903"/>
              <a:gd name="connsiteY45" fmla="*/ 2043473 h 2541178"/>
              <a:gd name="connsiteX46" fmla="*/ 5001722 w 7325903"/>
              <a:gd name="connsiteY46" fmla="*/ 1980988 h 2541178"/>
              <a:gd name="connsiteX47" fmla="*/ 4784725 w 7325903"/>
              <a:gd name="connsiteY47" fmla="*/ 1270589 h 2541178"/>
              <a:gd name="connsiteX48" fmla="*/ 5001722 w 7325903"/>
              <a:gd name="connsiteY48" fmla="*/ 560191 h 2541178"/>
              <a:gd name="connsiteX49" fmla="*/ 5048447 w 7325903"/>
              <a:gd name="connsiteY49" fmla="*/ 497706 h 2541178"/>
              <a:gd name="connsiteX50" fmla="*/ 5005451 w 7325903"/>
              <a:gd name="connsiteY50" fmla="*/ 462231 h 2541178"/>
              <a:gd name="connsiteX51" fmla="*/ 4460405 w 7325903"/>
              <a:gd name="connsiteY51" fmla="*/ 295742 h 2541178"/>
              <a:gd name="connsiteX52" fmla="*/ 2865497 w 7325903"/>
              <a:gd name="connsiteY52" fmla="*/ 295742 h 2541178"/>
              <a:gd name="connsiteX53" fmla="*/ 2320451 w 7325903"/>
              <a:gd name="connsiteY53" fmla="*/ 462231 h 2541178"/>
              <a:gd name="connsiteX54" fmla="*/ 2277456 w 7325903"/>
              <a:gd name="connsiteY54" fmla="*/ 497705 h 2541178"/>
              <a:gd name="connsiteX55" fmla="*/ 2324182 w 7325903"/>
              <a:gd name="connsiteY55" fmla="*/ 560191 h 2541178"/>
              <a:gd name="connsiteX56" fmla="*/ 2541178 w 7325903"/>
              <a:gd name="connsiteY56" fmla="*/ 1270589 h 2541178"/>
              <a:gd name="connsiteX57" fmla="*/ 2324182 w 7325903"/>
              <a:gd name="connsiteY57" fmla="*/ 1980988 h 2541178"/>
              <a:gd name="connsiteX58" fmla="*/ 2277456 w 7325903"/>
              <a:gd name="connsiteY58" fmla="*/ 2043473 h 2541178"/>
              <a:gd name="connsiteX59" fmla="*/ 2320451 w 7325903"/>
              <a:gd name="connsiteY59" fmla="*/ 2078948 h 2541178"/>
              <a:gd name="connsiteX60" fmla="*/ 2865497 w 7325903"/>
              <a:gd name="connsiteY60" fmla="*/ 2245436 h 2541178"/>
              <a:gd name="connsiteX61" fmla="*/ 3410544 w 7325903"/>
              <a:gd name="connsiteY61" fmla="*/ 2078948 h 2541178"/>
              <a:gd name="connsiteX62" fmla="*/ 3453539 w 7325903"/>
              <a:gd name="connsiteY62" fmla="*/ 2043473 h 2541178"/>
              <a:gd name="connsiteX63" fmla="*/ 3406813 w 7325903"/>
              <a:gd name="connsiteY63" fmla="*/ 1980988 h 2541178"/>
              <a:gd name="connsiteX64" fmla="*/ 3189816 w 7325903"/>
              <a:gd name="connsiteY64" fmla="*/ 1270589 h 2541178"/>
              <a:gd name="connsiteX65" fmla="*/ 3406813 w 7325903"/>
              <a:gd name="connsiteY65" fmla="*/ 560191 h 2541178"/>
              <a:gd name="connsiteX66" fmla="*/ 3453539 w 7325903"/>
              <a:gd name="connsiteY66" fmla="*/ 497705 h 2541178"/>
              <a:gd name="connsiteX67" fmla="*/ 3410544 w 7325903"/>
              <a:gd name="connsiteY67" fmla="*/ 462231 h 2541178"/>
              <a:gd name="connsiteX68" fmla="*/ 2865497 w 7325903"/>
              <a:gd name="connsiteY68" fmla="*/ 295742 h 2541178"/>
              <a:gd name="connsiteX69" fmla="*/ 1270589 w 7325903"/>
              <a:gd name="connsiteY69" fmla="*/ 295742 h 2541178"/>
              <a:gd name="connsiteX70" fmla="*/ 295742 w 7325903"/>
              <a:gd name="connsiteY70" fmla="*/ 1270589 h 2541178"/>
              <a:gd name="connsiteX71" fmla="*/ 1270589 w 7325903"/>
              <a:gd name="connsiteY71" fmla="*/ 2245436 h 2541178"/>
              <a:gd name="connsiteX72" fmla="*/ 1815635 w 7325903"/>
              <a:gd name="connsiteY72" fmla="*/ 2078948 h 2541178"/>
              <a:gd name="connsiteX73" fmla="*/ 1858631 w 7325903"/>
              <a:gd name="connsiteY73" fmla="*/ 2043473 h 2541178"/>
              <a:gd name="connsiteX74" fmla="*/ 1811905 w 7325903"/>
              <a:gd name="connsiteY74" fmla="*/ 1980988 h 2541178"/>
              <a:gd name="connsiteX75" fmla="*/ 1594908 w 7325903"/>
              <a:gd name="connsiteY75" fmla="*/ 1270589 h 2541178"/>
              <a:gd name="connsiteX76" fmla="*/ 1811905 w 7325903"/>
              <a:gd name="connsiteY76" fmla="*/ 560191 h 2541178"/>
              <a:gd name="connsiteX77" fmla="*/ 1858631 w 7325903"/>
              <a:gd name="connsiteY77" fmla="*/ 497705 h 2541178"/>
              <a:gd name="connsiteX78" fmla="*/ 1815635 w 7325903"/>
              <a:gd name="connsiteY78" fmla="*/ 462231 h 2541178"/>
              <a:gd name="connsiteX79" fmla="*/ 1270589 w 7325903"/>
              <a:gd name="connsiteY79" fmla="*/ 295742 h 2541178"/>
              <a:gd name="connsiteX80" fmla="*/ 1270589 w 7325903"/>
              <a:gd name="connsiteY80" fmla="*/ 0 h 2541178"/>
              <a:gd name="connsiteX81" fmla="*/ 1980988 w 7325903"/>
              <a:gd name="connsiteY81" fmla="*/ 216997 h 2541178"/>
              <a:gd name="connsiteX82" fmla="*/ 2068043 w 7325903"/>
              <a:gd name="connsiteY82" fmla="*/ 282096 h 2541178"/>
              <a:gd name="connsiteX83" fmla="*/ 2155099 w 7325903"/>
              <a:gd name="connsiteY83" fmla="*/ 216997 h 2541178"/>
              <a:gd name="connsiteX84" fmla="*/ 2865497 w 7325903"/>
              <a:gd name="connsiteY84" fmla="*/ 0 h 2541178"/>
              <a:gd name="connsiteX85" fmla="*/ 3575896 w 7325903"/>
              <a:gd name="connsiteY85" fmla="*/ 216997 h 2541178"/>
              <a:gd name="connsiteX86" fmla="*/ 3662951 w 7325903"/>
              <a:gd name="connsiteY86" fmla="*/ 282096 h 2541178"/>
              <a:gd name="connsiteX87" fmla="*/ 3750007 w 7325903"/>
              <a:gd name="connsiteY87" fmla="*/ 216997 h 2541178"/>
              <a:gd name="connsiteX88" fmla="*/ 4460405 w 7325903"/>
              <a:gd name="connsiteY88" fmla="*/ 0 h 2541178"/>
              <a:gd name="connsiteX89" fmla="*/ 5170804 w 7325903"/>
              <a:gd name="connsiteY89" fmla="*/ 216997 h 2541178"/>
              <a:gd name="connsiteX90" fmla="*/ 5257860 w 7325903"/>
              <a:gd name="connsiteY90" fmla="*/ 282096 h 2541178"/>
              <a:gd name="connsiteX91" fmla="*/ 5344916 w 7325903"/>
              <a:gd name="connsiteY91" fmla="*/ 216997 h 2541178"/>
              <a:gd name="connsiteX92" fmla="*/ 6055314 w 7325903"/>
              <a:gd name="connsiteY92" fmla="*/ 0 h 2541178"/>
              <a:gd name="connsiteX93" fmla="*/ 7325903 w 7325903"/>
              <a:gd name="connsiteY93" fmla="*/ 1270589 h 2541178"/>
              <a:gd name="connsiteX94" fmla="*/ 6055314 w 7325903"/>
              <a:gd name="connsiteY94" fmla="*/ 2541178 h 2541178"/>
              <a:gd name="connsiteX95" fmla="*/ 5344916 w 7325903"/>
              <a:gd name="connsiteY95" fmla="*/ 2324182 h 2541178"/>
              <a:gd name="connsiteX96" fmla="*/ 5257860 w 7325903"/>
              <a:gd name="connsiteY96" fmla="*/ 2259082 h 2541178"/>
              <a:gd name="connsiteX97" fmla="*/ 5170804 w 7325903"/>
              <a:gd name="connsiteY97" fmla="*/ 2324182 h 2541178"/>
              <a:gd name="connsiteX98" fmla="*/ 4460405 w 7325903"/>
              <a:gd name="connsiteY98" fmla="*/ 2541178 h 2541178"/>
              <a:gd name="connsiteX99" fmla="*/ 3750007 w 7325903"/>
              <a:gd name="connsiteY99" fmla="*/ 2324182 h 2541178"/>
              <a:gd name="connsiteX100" fmla="*/ 3662951 w 7325903"/>
              <a:gd name="connsiteY100" fmla="*/ 2259083 h 2541178"/>
              <a:gd name="connsiteX101" fmla="*/ 3575896 w 7325903"/>
              <a:gd name="connsiteY101" fmla="*/ 2324182 h 2541178"/>
              <a:gd name="connsiteX102" fmla="*/ 2865497 w 7325903"/>
              <a:gd name="connsiteY102" fmla="*/ 2541178 h 2541178"/>
              <a:gd name="connsiteX103" fmla="*/ 2155099 w 7325903"/>
              <a:gd name="connsiteY103" fmla="*/ 2324182 h 2541178"/>
              <a:gd name="connsiteX104" fmla="*/ 2068043 w 7325903"/>
              <a:gd name="connsiteY104" fmla="*/ 2259083 h 2541178"/>
              <a:gd name="connsiteX105" fmla="*/ 1980988 w 7325903"/>
              <a:gd name="connsiteY105" fmla="*/ 2324182 h 2541178"/>
              <a:gd name="connsiteX106" fmla="*/ 1270589 w 7325903"/>
              <a:gd name="connsiteY106" fmla="*/ 2541178 h 2541178"/>
              <a:gd name="connsiteX107" fmla="*/ 0 w 7325903"/>
              <a:gd name="connsiteY107" fmla="*/ 1270589 h 2541178"/>
              <a:gd name="connsiteX108" fmla="*/ 1270589 w 7325903"/>
              <a:gd name="connsiteY108" fmla="*/ 0 h 2541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7325903" h="2541178">
                <a:moveTo>
                  <a:pt x="5257860" y="712327"/>
                </a:moveTo>
                <a:lnTo>
                  <a:pt x="5246956" y="725543"/>
                </a:lnTo>
                <a:cubicBezTo>
                  <a:pt x="5141844" y="881130"/>
                  <a:pt x="5080467" y="1068692"/>
                  <a:pt x="5080467" y="1270589"/>
                </a:cubicBezTo>
                <a:cubicBezTo>
                  <a:pt x="5080467" y="1472487"/>
                  <a:pt x="5141844" y="1660049"/>
                  <a:pt x="5246956" y="1815635"/>
                </a:cubicBezTo>
                <a:lnTo>
                  <a:pt x="5257860" y="1828851"/>
                </a:lnTo>
                <a:lnTo>
                  <a:pt x="5268764" y="1815635"/>
                </a:lnTo>
                <a:cubicBezTo>
                  <a:pt x="5373876" y="1660049"/>
                  <a:pt x="5435252" y="1472487"/>
                  <a:pt x="5435252" y="1270589"/>
                </a:cubicBezTo>
                <a:cubicBezTo>
                  <a:pt x="5435252" y="1068692"/>
                  <a:pt x="5373876" y="881130"/>
                  <a:pt x="5268764" y="725543"/>
                </a:cubicBezTo>
                <a:close/>
                <a:moveTo>
                  <a:pt x="3662951" y="712327"/>
                </a:moveTo>
                <a:lnTo>
                  <a:pt x="3652047" y="725543"/>
                </a:lnTo>
                <a:cubicBezTo>
                  <a:pt x="3546935" y="881130"/>
                  <a:pt x="3485558" y="1068692"/>
                  <a:pt x="3485558" y="1270589"/>
                </a:cubicBezTo>
                <a:cubicBezTo>
                  <a:pt x="3485558" y="1472487"/>
                  <a:pt x="3546935" y="1660049"/>
                  <a:pt x="3652047" y="1815635"/>
                </a:cubicBezTo>
                <a:lnTo>
                  <a:pt x="3662951" y="1828852"/>
                </a:lnTo>
                <a:lnTo>
                  <a:pt x="3673856" y="1815635"/>
                </a:lnTo>
                <a:cubicBezTo>
                  <a:pt x="3778968" y="1660049"/>
                  <a:pt x="3840344" y="1472487"/>
                  <a:pt x="3840344" y="1270589"/>
                </a:cubicBezTo>
                <a:cubicBezTo>
                  <a:pt x="3840344" y="1068692"/>
                  <a:pt x="3778968" y="881130"/>
                  <a:pt x="3673856" y="725543"/>
                </a:cubicBezTo>
                <a:close/>
                <a:moveTo>
                  <a:pt x="2068043" y="712327"/>
                </a:moveTo>
                <a:lnTo>
                  <a:pt x="2057139" y="725543"/>
                </a:lnTo>
                <a:cubicBezTo>
                  <a:pt x="1952027" y="881130"/>
                  <a:pt x="1890650" y="1068692"/>
                  <a:pt x="1890650" y="1270589"/>
                </a:cubicBezTo>
                <a:cubicBezTo>
                  <a:pt x="1890650" y="1472487"/>
                  <a:pt x="1952027" y="1660049"/>
                  <a:pt x="2057139" y="1815635"/>
                </a:cubicBezTo>
                <a:lnTo>
                  <a:pt x="2068043" y="1828852"/>
                </a:lnTo>
                <a:lnTo>
                  <a:pt x="2078948" y="1815635"/>
                </a:lnTo>
                <a:cubicBezTo>
                  <a:pt x="2184060" y="1660049"/>
                  <a:pt x="2245436" y="1472487"/>
                  <a:pt x="2245436" y="1270589"/>
                </a:cubicBezTo>
                <a:cubicBezTo>
                  <a:pt x="2245436" y="1068692"/>
                  <a:pt x="2184060" y="881130"/>
                  <a:pt x="2078948" y="725543"/>
                </a:cubicBezTo>
                <a:close/>
                <a:moveTo>
                  <a:pt x="6055314" y="295742"/>
                </a:moveTo>
                <a:cubicBezTo>
                  <a:pt x="5853417" y="295742"/>
                  <a:pt x="5665855" y="357119"/>
                  <a:pt x="5510268" y="462231"/>
                </a:cubicBezTo>
                <a:lnTo>
                  <a:pt x="5467272" y="497706"/>
                </a:lnTo>
                <a:lnTo>
                  <a:pt x="5513998" y="560191"/>
                </a:lnTo>
                <a:cubicBezTo>
                  <a:pt x="5650998" y="762978"/>
                  <a:pt x="5730994" y="1007442"/>
                  <a:pt x="5730994" y="1270589"/>
                </a:cubicBezTo>
                <a:cubicBezTo>
                  <a:pt x="5730994" y="1533737"/>
                  <a:pt x="5650998" y="1778200"/>
                  <a:pt x="5513998" y="1980988"/>
                </a:cubicBezTo>
                <a:lnTo>
                  <a:pt x="5467272" y="2043473"/>
                </a:lnTo>
                <a:lnTo>
                  <a:pt x="5510268" y="2078948"/>
                </a:lnTo>
                <a:cubicBezTo>
                  <a:pt x="5665855" y="2184060"/>
                  <a:pt x="5853417" y="2245436"/>
                  <a:pt x="6055314" y="2245436"/>
                </a:cubicBezTo>
                <a:cubicBezTo>
                  <a:pt x="6593707" y="2245436"/>
                  <a:pt x="7030161" y="1808982"/>
                  <a:pt x="7030161" y="1270589"/>
                </a:cubicBezTo>
                <a:cubicBezTo>
                  <a:pt x="7030161" y="732196"/>
                  <a:pt x="6593707" y="295742"/>
                  <a:pt x="6055314" y="295742"/>
                </a:cubicBezTo>
                <a:close/>
                <a:moveTo>
                  <a:pt x="4460405" y="295742"/>
                </a:moveTo>
                <a:cubicBezTo>
                  <a:pt x="4258508" y="295742"/>
                  <a:pt x="4070946" y="357119"/>
                  <a:pt x="3915359" y="462231"/>
                </a:cubicBezTo>
                <a:lnTo>
                  <a:pt x="3872364" y="497705"/>
                </a:lnTo>
                <a:lnTo>
                  <a:pt x="3919090" y="560191"/>
                </a:lnTo>
                <a:cubicBezTo>
                  <a:pt x="4056090" y="762978"/>
                  <a:pt x="4136086" y="1007442"/>
                  <a:pt x="4136086" y="1270589"/>
                </a:cubicBezTo>
                <a:cubicBezTo>
                  <a:pt x="4136086" y="1533737"/>
                  <a:pt x="4056090" y="1778200"/>
                  <a:pt x="3919090" y="1980988"/>
                </a:cubicBezTo>
                <a:lnTo>
                  <a:pt x="3872364" y="2043473"/>
                </a:lnTo>
                <a:lnTo>
                  <a:pt x="3915359" y="2078948"/>
                </a:lnTo>
                <a:cubicBezTo>
                  <a:pt x="4070946" y="2184060"/>
                  <a:pt x="4258508" y="2245436"/>
                  <a:pt x="4460405" y="2245436"/>
                </a:cubicBezTo>
                <a:cubicBezTo>
                  <a:pt x="4662303" y="2245436"/>
                  <a:pt x="4849865" y="2184060"/>
                  <a:pt x="5005451" y="2078948"/>
                </a:cubicBezTo>
                <a:lnTo>
                  <a:pt x="5048447" y="2043473"/>
                </a:lnTo>
                <a:lnTo>
                  <a:pt x="5001722" y="1980988"/>
                </a:lnTo>
                <a:cubicBezTo>
                  <a:pt x="4864721" y="1778200"/>
                  <a:pt x="4784725" y="1533737"/>
                  <a:pt x="4784725" y="1270589"/>
                </a:cubicBezTo>
                <a:cubicBezTo>
                  <a:pt x="4784725" y="1007442"/>
                  <a:pt x="4864721" y="762978"/>
                  <a:pt x="5001722" y="560191"/>
                </a:cubicBezTo>
                <a:lnTo>
                  <a:pt x="5048447" y="497706"/>
                </a:lnTo>
                <a:lnTo>
                  <a:pt x="5005451" y="462231"/>
                </a:lnTo>
                <a:cubicBezTo>
                  <a:pt x="4849865" y="357119"/>
                  <a:pt x="4662303" y="295742"/>
                  <a:pt x="4460405" y="295742"/>
                </a:cubicBezTo>
                <a:close/>
                <a:moveTo>
                  <a:pt x="2865497" y="295742"/>
                </a:moveTo>
                <a:cubicBezTo>
                  <a:pt x="2663600" y="295742"/>
                  <a:pt x="2476038" y="357119"/>
                  <a:pt x="2320451" y="462231"/>
                </a:cubicBezTo>
                <a:lnTo>
                  <a:pt x="2277456" y="497705"/>
                </a:lnTo>
                <a:lnTo>
                  <a:pt x="2324182" y="560191"/>
                </a:lnTo>
                <a:cubicBezTo>
                  <a:pt x="2461182" y="762978"/>
                  <a:pt x="2541178" y="1007442"/>
                  <a:pt x="2541178" y="1270589"/>
                </a:cubicBezTo>
                <a:cubicBezTo>
                  <a:pt x="2541178" y="1533737"/>
                  <a:pt x="2461182" y="1778200"/>
                  <a:pt x="2324182" y="1980988"/>
                </a:cubicBezTo>
                <a:lnTo>
                  <a:pt x="2277456" y="2043473"/>
                </a:lnTo>
                <a:lnTo>
                  <a:pt x="2320451" y="2078948"/>
                </a:lnTo>
                <a:cubicBezTo>
                  <a:pt x="2476038" y="2184060"/>
                  <a:pt x="2663600" y="2245436"/>
                  <a:pt x="2865497" y="2245436"/>
                </a:cubicBezTo>
                <a:cubicBezTo>
                  <a:pt x="3067395" y="2245436"/>
                  <a:pt x="3254957" y="2184060"/>
                  <a:pt x="3410544" y="2078948"/>
                </a:cubicBezTo>
                <a:lnTo>
                  <a:pt x="3453539" y="2043473"/>
                </a:lnTo>
                <a:lnTo>
                  <a:pt x="3406813" y="1980988"/>
                </a:lnTo>
                <a:cubicBezTo>
                  <a:pt x="3269813" y="1778200"/>
                  <a:pt x="3189816" y="1533737"/>
                  <a:pt x="3189816" y="1270589"/>
                </a:cubicBezTo>
                <a:cubicBezTo>
                  <a:pt x="3189816" y="1007442"/>
                  <a:pt x="3269813" y="762978"/>
                  <a:pt x="3406813" y="560191"/>
                </a:cubicBezTo>
                <a:lnTo>
                  <a:pt x="3453539" y="497705"/>
                </a:lnTo>
                <a:lnTo>
                  <a:pt x="3410544" y="462231"/>
                </a:lnTo>
                <a:cubicBezTo>
                  <a:pt x="3254957" y="357119"/>
                  <a:pt x="3067395" y="295742"/>
                  <a:pt x="2865497" y="295742"/>
                </a:cubicBezTo>
                <a:close/>
                <a:moveTo>
                  <a:pt x="1270589" y="295742"/>
                </a:moveTo>
                <a:cubicBezTo>
                  <a:pt x="732196" y="295742"/>
                  <a:pt x="295742" y="732196"/>
                  <a:pt x="295742" y="1270589"/>
                </a:cubicBezTo>
                <a:cubicBezTo>
                  <a:pt x="295742" y="1808982"/>
                  <a:pt x="732196" y="2245436"/>
                  <a:pt x="1270589" y="2245436"/>
                </a:cubicBezTo>
                <a:cubicBezTo>
                  <a:pt x="1472487" y="2245436"/>
                  <a:pt x="1660049" y="2184060"/>
                  <a:pt x="1815635" y="2078948"/>
                </a:cubicBezTo>
                <a:lnTo>
                  <a:pt x="1858631" y="2043473"/>
                </a:lnTo>
                <a:lnTo>
                  <a:pt x="1811905" y="1980988"/>
                </a:lnTo>
                <a:cubicBezTo>
                  <a:pt x="1674904" y="1778200"/>
                  <a:pt x="1594908" y="1533737"/>
                  <a:pt x="1594908" y="1270589"/>
                </a:cubicBezTo>
                <a:cubicBezTo>
                  <a:pt x="1594908" y="1007442"/>
                  <a:pt x="1674904" y="762978"/>
                  <a:pt x="1811905" y="560191"/>
                </a:cubicBezTo>
                <a:lnTo>
                  <a:pt x="1858631" y="497705"/>
                </a:lnTo>
                <a:lnTo>
                  <a:pt x="1815635" y="462231"/>
                </a:lnTo>
                <a:cubicBezTo>
                  <a:pt x="1660049" y="357119"/>
                  <a:pt x="1472487" y="295742"/>
                  <a:pt x="1270589" y="295742"/>
                </a:cubicBezTo>
                <a:close/>
                <a:moveTo>
                  <a:pt x="1270589" y="0"/>
                </a:moveTo>
                <a:cubicBezTo>
                  <a:pt x="1533737" y="0"/>
                  <a:pt x="1778200" y="79996"/>
                  <a:pt x="1980988" y="216997"/>
                </a:cubicBezTo>
                <a:lnTo>
                  <a:pt x="2068043" y="282096"/>
                </a:lnTo>
                <a:lnTo>
                  <a:pt x="2155099" y="216997"/>
                </a:lnTo>
                <a:cubicBezTo>
                  <a:pt x="2357886" y="79996"/>
                  <a:pt x="2602350" y="0"/>
                  <a:pt x="2865497" y="0"/>
                </a:cubicBezTo>
                <a:cubicBezTo>
                  <a:pt x="3128645" y="0"/>
                  <a:pt x="3373109" y="79996"/>
                  <a:pt x="3575896" y="216997"/>
                </a:cubicBezTo>
                <a:lnTo>
                  <a:pt x="3662951" y="282096"/>
                </a:lnTo>
                <a:lnTo>
                  <a:pt x="3750007" y="216997"/>
                </a:lnTo>
                <a:cubicBezTo>
                  <a:pt x="3952794" y="79996"/>
                  <a:pt x="4197258" y="0"/>
                  <a:pt x="4460405" y="0"/>
                </a:cubicBezTo>
                <a:cubicBezTo>
                  <a:pt x="4723553" y="0"/>
                  <a:pt x="4968016" y="79996"/>
                  <a:pt x="5170804" y="216997"/>
                </a:cubicBezTo>
                <a:lnTo>
                  <a:pt x="5257860" y="282096"/>
                </a:lnTo>
                <a:lnTo>
                  <a:pt x="5344916" y="216997"/>
                </a:lnTo>
                <a:cubicBezTo>
                  <a:pt x="5547703" y="79996"/>
                  <a:pt x="5792167" y="0"/>
                  <a:pt x="6055314" y="0"/>
                </a:cubicBezTo>
                <a:cubicBezTo>
                  <a:pt x="6757041" y="0"/>
                  <a:pt x="7325903" y="568862"/>
                  <a:pt x="7325903" y="1270589"/>
                </a:cubicBezTo>
                <a:cubicBezTo>
                  <a:pt x="7325903" y="1972316"/>
                  <a:pt x="6757041" y="2541178"/>
                  <a:pt x="6055314" y="2541178"/>
                </a:cubicBezTo>
                <a:cubicBezTo>
                  <a:pt x="5792167" y="2541178"/>
                  <a:pt x="5547703" y="2461182"/>
                  <a:pt x="5344916" y="2324182"/>
                </a:cubicBezTo>
                <a:lnTo>
                  <a:pt x="5257860" y="2259082"/>
                </a:lnTo>
                <a:lnTo>
                  <a:pt x="5170804" y="2324182"/>
                </a:lnTo>
                <a:cubicBezTo>
                  <a:pt x="4968016" y="2461182"/>
                  <a:pt x="4723553" y="2541178"/>
                  <a:pt x="4460405" y="2541178"/>
                </a:cubicBezTo>
                <a:cubicBezTo>
                  <a:pt x="4197258" y="2541178"/>
                  <a:pt x="3952794" y="2461182"/>
                  <a:pt x="3750007" y="2324182"/>
                </a:cubicBezTo>
                <a:lnTo>
                  <a:pt x="3662951" y="2259083"/>
                </a:lnTo>
                <a:lnTo>
                  <a:pt x="3575896" y="2324182"/>
                </a:lnTo>
                <a:cubicBezTo>
                  <a:pt x="3373109" y="2461182"/>
                  <a:pt x="3128645" y="2541178"/>
                  <a:pt x="2865497" y="2541178"/>
                </a:cubicBezTo>
                <a:cubicBezTo>
                  <a:pt x="2602350" y="2541178"/>
                  <a:pt x="2357886" y="2461182"/>
                  <a:pt x="2155099" y="2324182"/>
                </a:cubicBezTo>
                <a:lnTo>
                  <a:pt x="2068043" y="2259083"/>
                </a:lnTo>
                <a:lnTo>
                  <a:pt x="1980988" y="2324182"/>
                </a:lnTo>
                <a:cubicBezTo>
                  <a:pt x="1778200" y="2461182"/>
                  <a:pt x="1533737" y="2541178"/>
                  <a:pt x="1270589" y="2541178"/>
                </a:cubicBezTo>
                <a:cubicBezTo>
                  <a:pt x="568862" y="2541178"/>
                  <a:pt x="0" y="1972316"/>
                  <a:pt x="0" y="1270589"/>
                </a:cubicBezTo>
                <a:cubicBezTo>
                  <a:pt x="0" y="568862"/>
                  <a:pt x="568862" y="0"/>
                  <a:pt x="1270589" y="0"/>
                </a:cubicBezTo>
                <a:close/>
              </a:path>
            </a:pathLst>
          </a:cu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Untertitel 2"/>
          <p:cNvSpPr txBox="1">
            <a:spLocks/>
          </p:cNvSpPr>
          <p:nvPr userDrawn="1"/>
        </p:nvSpPr>
        <p:spPr bwMode="gray">
          <a:xfrm>
            <a:off x="1400656" y="2987151"/>
            <a:ext cx="2468611" cy="2491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| Audi </a:t>
            </a:r>
            <a:r>
              <a:rPr lang="de-DE" dirty="0" err="1"/>
              <a:t>Sales</a:t>
            </a:r>
            <a:r>
              <a:rPr lang="de-DE" dirty="0"/>
              <a:t> Division |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29" y="3034777"/>
            <a:ext cx="676671" cy="1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0999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1 (1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Edit Master Title Format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A7CFDEC-8980-6043-A592-C01CD41CE2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1076325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sp>
        <p:nvSpPr>
          <p:cNvPr id="48" name="Textplatzhalter 21">
            <a:extLst>
              <a:ext uri="{FF2B5EF4-FFF2-40B4-BE49-F238E27FC236}">
                <a16:creationId xmlns:a16="http://schemas.microsoft.com/office/drawing/2014/main" id="{C4D9BC1A-3066-2546-8B16-33A1BD436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1053" y="1235487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1</a:t>
            </a:r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C77C10C2-A3E5-B64A-BAA3-7E64CCEB9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1053" y="1521673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1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34" name="Textplatzhalter 19">
            <a:extLst>
              <a:ext uri="{FF2B5EF4-FFF2-40B4-BE49-F238E27FC236}">
                <a16:creationId xmlns:a16="http://schemas.microsoft.com/office/drawing/2014/main" id="{196E225E-1A45-6740-BD6D-86EE610A89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4" y="212144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02</a:t>
            </a:r>
          </a:p>
        </p:txBody>
      </p:sp>
      <p:sp>
        <p:nvSpPr>
          <p:cNvPr id="50" name="Textplatzhalter 21">
            <a:extLst>
              <a:ext uri="{FF2B5EF4-FFF2-40B4-BE49-F238E27FC236}">
                <a16:creationId xmlns:a16="http://schemas.microsoft.com/office/drawing/2014/main" id="{F45F6ACA-0CB2-0041-ABDC-0ACE07CF73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61053" y="2280605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2</a:t>
            </a:r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2F540847-7EF2-E644-97F9-67F7C36131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61053" y="2566791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2</a:t>
            </a:r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C582A761-5190-FA48-9223-7777578FB0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4" y="3166561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03</a:t>
            </a:r>
          </a:p>
        </p:txBody>
      </p:sp>
      <p:sp>
        <p:nvSpPr>
          <p:cNvPr id="52" name="Textplatzhalter 21">
            <a:extLst>
              <a:ext uri="{FF2B5EF4-FFF2-40B4-BE49-F238E27FC236}">
                <a16:creationId xmlns:a16="http://schemas.microsoft.com/office/drawing/2014/main" id="{C9BA0CC5-C97B-CB40-B55D-47F3DF5FB7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61053" y="3325723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3</a:t>
            </a:r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4A1F2CD7-D4D5-1549-8B6F-6A1942269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61053" y="3611909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3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553D211E-7BF8-B84F-B468-6041A480F8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324" y="4219054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04</a:t>
            </a:r>
          </a:p>
        </p:txBody>
      </p:sp>
      <p:sp>
        <p:nvSpPr>
          <p:cNvPr id="54" name="Textplatzhalter 21">
            <a:extLst>
              <a:ext uri="{FF2B5EF4-FFF2-40B4-BE49-F238E27FC236}">
                <a16:creationId xmlns:a16="http://schemas.microsoft.com/office/drawing/2014/main" id="{7401EBD5-B928-4643-86C8-EA585E7F2C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61053" y="4378216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4</a:t>
            </a:r>
          </a:p>
        </p:txBody>
      </p:sp>
      <p:sp>
        <p:nvSpPr>
          <p:cNvPr id="55" name="Textplatzhalter 24">
            <a:extLst>
              <a:ext uri="{FF2B5EF4-FFF2-40B4-BE49-F238E27FC236}">
                <a16:creationId xmlns:a16="http://schemas.microsoft.com/office/drawing/2014/main" id="{A2EE3732-297D-024C-BFD0-CD792FE446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61053" y="4664402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4</a:t>
            </a:r>
          </a:p>
        </p:txBody>
      </p:sp>
      <p:sp>
        <p:nvSpPr>
          <p:cNvPr id="43" name="Textplatzhalter 19">
            <a:extLst>
              <a:ext uri="{FF2B5EF4-FFF2-40B4-BE49-F238E27FC236}">
                <a16:creationId xmlns:a16="http://schemas.microsoft.com/office/drawing/2014/main" id="{960410E4-AF54-F940-B6EB-ACE6E98A75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4" y="528630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05</a:t>
            </a:r>
          </a:p>
        </p:txBody>
      </p:sp>
      <p:sp>
        <p:nvSpPr>
          <p:cNvPr id="56" name="Textplatzhalter 21">
            <a:extLst>
              <a:ext uri="{FF2B5EF4-FFF2-40B4-BE49-F238E27FC236}">
                <a16:creationId xmlns:a16="http://schemas.microsoft.com/office/drawing/2014/main" id="{EF098C7E-3CF8-1A45-85B2-89ED6AB6B3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61053" y="5445465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5</a:t>
            </a:r>
          </a:p>
        </p:txBody>
      </p:sp>
      <p:sp>
        <p:nvSpPr>
          <p:cNvPr id="57" name="Textplatzhalter 24">
            <a:extLst>
              <a:ext uri="{FF2B5EF4-FFF2-40B4-BE49-F238E27FC236}">
                <a16:creationId xmlns:a16="http://schemas.microsoft.com/office/drawing/2014/main" id="{EA7AA22B-B607-4947-8B39-84A10E7C9F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61053" y="5731651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5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3691A95E-E905-1E49-80FF-FB034009D37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35755" y="1076325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06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447AD062-AEC7-214E-B0B4-FFDB493331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01485" y="1235487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6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B91B477-95EF-5A47-AF84-DD76BC77FF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01485" y="1521673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6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7227FD6B-918D-3A46-BA22-04D4212ED5C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5755" y="212144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07</a:t>
            </a:r>
          </a:p>
        </p:txBody>
      </p:sp>
      <p:sp>
        <p:nvSpPr>
          <p:cNvPr id="26" name="Textplatzhalter 21">
            <a:extLst>
              <a:ext uri="{FF2B5EF4-FFF2-40B4-BE49-F238E27FC236}">
                <a16:creationId xmlns:a16="http://schemas.microsoft.com/office/drawing/2014/main" id="{4D8BEFD3-CB0B-F347-A6B0-39D3ABD3DA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01485" y="2280605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7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843D8193-D959-7F4C-9E3F-E398B9A08C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01485" y="2566791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7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B3033D03-C34D-AE44-B8F2-7D358A6EC76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35755" y="3166561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08</a:t>
            </a:r>
          </a:p>
        </p:txBody>
      </p:sp>
      <p:sp>
        <p:nvSpPr>
          <p:cNvPr id="29" name="Textplatzhalter 21">
            <a:extLst>
              <a:ext uri="{FF2B5EF4-FFF2-40B4-BE49-F238E27FC236}">
                <a16:creationId xmlns:a16="http://schemas.microsoft.com/office/drawing/2014/main" id="{B408A5D5-18AC-4F4C-AA03-22BAB865BEC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01485" y="3325723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8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ED2B75C3-FD53-B147-86E1-1A00ACF8AF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01485" y="3611909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8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79B0FF41-46D0-3F4F-B52D-D13E9F3C7A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35755" y="4219054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09</a:t>
            </a:r>
          </a:p>
        </p:txBody>
      </p:sp>
      <p:sp>
        <p:nvSpPr>
          <p:cNvPr id="32" name="Textplatzhalter 21">
            <a:extLst>
              <a:ext uri="{FF2B5EF4-FFF2-40B4-BE49-F238E27FC236}">
                <a16:creationId xmlns:a16="http://schemas.microsoft.com/office/drawing/2014/main" id="{B6182259-C8B2-AE44-8712-892A2FDBDDB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01485" y="4378216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9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08917E0C-5135-4745-89FB-6F591A324A7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01485" y="4664402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9</a:t>
            </a:r>
          </a:p>
        </p:txBody>
      </p:sp>
      <p:sp>
        <p:nvSpPr>
          <p:cNvPr id="35" name="Textplatzhalter 19">
            <a:extLst>
              <a:ext uri="{FF2B5EF4-FFF2-40B4-BE49-F238E27FC236}">
                <a16:creationId xmlns:a16="http://schemas.microsoft.com/office/drawing/2014/main" id="{8BBA3ABF-741A-ED42-9B65-7AF756E55C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635755" y="5286303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10</a:t>
            </a:r>
          </a:p>
        </p:txBody>
      </p:sp>
      <p:sp>
        <p:nvSpPr>
          <p:cNvPr id="36" name="Textplatzhalter 21">
            <a:extLst>
              <a:ext uri="{FF2B5EF4-FFF2-40B4-BE49-F238E27FC236}">
                <a16:creationId xmlns:a16="http://schemas.microsoft.com/office/drawing/2014/main" id="{38C0706A-CF2C-114A-89D1-EE099FF07A1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901485" y="5445465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3D803161-041E-054D-A7BB-E3706E78C4A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01485" y="5731651"/>
            <a:ext cx="3910158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10</a:t>
            </a:r>
          </a:p>
        </p:txBody>
      </p:sp>
    </p:spTree>
    <p:extLst>
      <p:ext uri="{BB962C8B-B14F-4D97-AF65-F5344CB8AC3E}">
        <p14:creationId xmlns:p14="http://schemas.microsoft.com/office/powerpoint/2010/main" val="8820164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2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2399" y="-240327"/>
            <a:ext cx="11341101" cy="537804"/>
          </a:xfrm>
        </p:spPr>
        <p:txBody>
          <a:bodyPr/>
          <a:lstStyle>
            <a:lvl1pPr>
              <a:defRPr sz="10000" b="1"/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A7CFDEC-8980-6043-A592-C01CD41CE2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52395" y="1526479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sp>
        <p:nvSpPr>
          <p:cNvPr id="48" name="Textplatzhalter 21">
            <a:extLst>
              <a:ext uri="{FF2B5EF4-FFF2-40B4-BE49-F238E27FC236}">
                <a16:creationId xmlns:a16="http://schemas.microsoft.com/office/drawing/2014/main" id="{C4D9BC1A-3066-2546-8B16-33A1BD436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18125" y="1685641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1</a:t>
            </a:r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C77C10C2-A3E5-B64A-BAA3-7E64CCEB9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18125" y="1971827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1</a:t>
            </a:r>
          </a:p>
        </p:txBody>
      </p:sp>
      <p:sp>
        <p:nvSpPr>
          <p:cNvPr id="34" name="Textplatzhalter 19">
            <a:extLst>
              <a:ext uri="{FF2B5EF4-FFF2-40B4-BE49-F238E27FC236}">
                <a16:creationId xmlns:a16="http://schemas.microsoft.com/office/drawing/2014/main" id="{196E225E-1A45-6740-BD6D-86EE610A89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2395" y="2571597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02</a:t>
            </a:r>
          </a:p>
        </p:txBody>
      </p:sp>
      <p:sp>
        <p:nvSpPr>
          <p:cNvPr id="50" name="Textplatzhalter 21">
            <a:extLst>
              <a:ext uri="{FF2B5EF4-FFF2-40B4-BE49-F238E27FC236}">
                <a16:creationId xmlns:a16="http://schemas.microsoft.com/office/drawing/2014/main" id="{F45F6ACA-0CB2-0041-ABDC-0ACE07CF73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18125" y="2730759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2</a:t>
            </a:r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2F540847-7EF2-E644-97F9-67F7C36131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18125" y="3016945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2</a:t>
            </a:r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C582A761-5190-FA48-9223-7777578FB0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2395" y="361671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03</a:t>
            </a:r>
          </a:p>
        </p:txBody>
      </p:sp>
      <p:sp>
        <p:nvSpPr>
          <p:cNvPr id="52" name="Textplatzhalter 21">
            <a:extLst>
              <a:ext uri="{FF2B5EF4-FFF2-40B4-BE49-F238E27FC236}">
                <a16:creationId xmlns:a16="http://schemas.microsoft.com/office/drawing/2014/main" id="{C9BA0CC5-C97B-CB40-B55D-47F3DF5FB7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18125" y="3775877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3</a:t>
            </a:r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4A1F2CD7-D4D5-1549-8B6F-6A1942269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18125" y="4062063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3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553D211E-7BF8-B84F-B468-6041A480F8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52395" y="4669208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04</a:t>
            </a:r>
          </a:p>
        </p:txBody>
      </p:sp>
      <p:sp>
        <p:nvSpPr>
          <p:cNvPr id="54" name="Textplatzhalter 21">
            <a:extLst>
              <a:ext uri="{FF2B5EF4-FFF2-40B4-BE49-F238E27FC236}">
                <a16:creationId xmlns:a16="http://schemas.microsoft.com/office/drawing/2014/main" id="{7401EBD5-B928-4643-86C8-EA585E7F2C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18125" y="4828370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4</a:t>
            </a:r>
          </a:p>
        </p:txBody>
      </p:sp>
      <p:sp>
        <p:nvSpPr>
          <p:cNvPr id="55" name="Textplatzhalter 24">
            <a:extLst>
              <a:ext uri="{FF2B5EF4-FFF2-40B4-BE49-F238E27FC236}">
                <a16:creationId xmlns:a16="http://schemas.microsoft.com/office/drawing/2014/main" id="{A2EE3732-297D-024C-BFD0-CD792FE446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18125" y="5114556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4</a:t>
            </a:r>
          </a:p>
        </p:txBody>
      </p:sp>
      <p:sp>
        <p:nvSpPr>
          <p:cNvPr id="43" name="Textplatzhalter 19">
            <a:extLst>
              <a:ext uri="{FF2B5EF4-FFF2-40B4-BE49-F238E27FC236}">
                <a16:creationId xmlns:a16="http://schemas.microsoft.com/office/drawing/2014/main" id="{960410E4-AF54-F940-B6EB-ACE6E98A75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2395" y="5736457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05</a:t>
            </a:r>
          </a:p>
        </p:txBody>
      </p:sp>
      <p:sp>
        <p:nvSpPr>
          <p:cNvPr id="56" name="Textplatzhalter 21">
            <a:extLst>
              <a:ext uri="{FF2B5EF4-FFF2-40B4-BE49-F238E27FC236}">
                <a16:creationId xmlns:a16="http://schemas.microsoft.com/office/drawing/2014/main" id="{EF098C7E-3CF8-1A45-85B2-89ED6AB6B3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18125" y="5895619"/>
            <a:ext cx="6069011" cy="248022"/>
          </a:xfrm>
        </p:spPr>
        <p:txBody>
          <a:bodyPr lIns="72000" anchor="b"/>
          <a:lstStyle>
            <a:lvl1pPr>
              <a:defRPr sz="18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5</a:t>
            </a:r>
          </a:p>
        </p:txBody>
      </p:sp>
      <p:sp>
        <p:nvSpPr>
          <p:cNvPr id="57" name="Textplatzhalter 24">
            <a:extLst>
              <a:ext uri="{FF2B5EF4-FFF2-40B4-BE49-F238E27FC236}">
                <a16:creationId xmlns:a16="http://schemas.microsoft.com/office/drawing/2014/main" id="{EA7AA22B-B607-4947-8B39-84A10E7C9F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018125" y="6181805"/>
            <a:ext cx="6069012" cy="361645"/>
          </a:xfrm>
        </p:spPr>
        <p:txBody>
          <a:bodyPr lIns="72000"/>
          <a:lstStyle>
            <a:lvl1pPr>
              <a:defRPr sz="12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5</a:t>
            </a:r>
          </a:p>
        </p:txBody>
      </p:sp>
    </p:spTree>
    <p:extLst>
      <p:ext uri="{BB962C8B-B14F-4D97-AF65-F5344CB8AC3E}">
        <p14:creationId xmlns:p14="http://schemas.microsoft.com/office/powerpoint/2010/main" val="13684750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2 (1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78850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2399" y="-240327"/>
            <a:ext cx="11341101" cy="537804"/>
          </a:xfrm>
        </p:spPr>
        <p:txBody>
          <a:bodyPr/>
          <a:lstStyle>
            <a:lvl1pPr>
              <a:defRPr sz="10000" b="1"/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A7CFDEC-8980-6043-A592-C01CD41CE2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1526479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01</a:t>
            </a:r>
          </a:p>
        </p:txBody>
      </p:sp>
      <p:sp>
        <p:nvSpPr>
          <p:cNvPr id="48" name="Textplatzhalter 21">
            <a:extLst>
              <a:ext uri="{FF2B5EF4-FFF2-40B4-BE49-F238E27FC236}">
                <a16:creationId xmlns:a16="http://schemas.microsoft.com/office/drawing/2014/main" id="{C4D9BC1A-3066-2546-8B16-33A1BD436F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1054" y="1685641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1</a:t>
            </a:r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C77C10C2-A3E5-B64A-BAA3-7E64CCEB9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1054" y="1971827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1</a:t>
            </a:r>
          </a:p>
        </p:txBody>
      </p:sp>
      <p:sp>
        <p:nvSpPr>
          <p:cNvPr id="34" name="Textplatzhalter 19">
            <a:extLst>
              <a:ext uri="{FF2B5EF4-FFF2-40B4-BE49-F238E27FC236}">
                <a16:creationId xmlns:a16="http://schemas.microsoft.com/office/drawing/2014/main" id="{196E225E-1A45-6740-BD6D-86EE610A89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4" y="2571597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02</a:t>
            </a:r>
          </a:p>
        </p:txBody>
      </p:sp>
      <p:sp>
        <p:nvSpPr>
          <p:cNvPr id="50" name="Textplatzhalter 21">
            <a:extLst>
              <a:ext uri="{FF2B5EF4-FFF2-40B4-BE49-F238E27FC236}">
                <a16:creationId xmlns:a16="http://schemas.microsoft.com/office/drawing/2014/main" id="{F45F6ACA-0CB2-0041-ABDC-0ACE07CF73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61054" y="2730759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2</a:t>
            </a:r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2F540847-7EF2-E644-97F9-67F7C36131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61054" y="3016945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2</a:t>
            </a:r>
          </a:p>
        </p:txBody>
      </p:sp>
      <p:sp>
        <p:nvSpPr>
          <p:cNvPr id="37" name="Textplatzhalter 19">
            <a:extLst>
              <a:ext uri="{FF2B5EF4-FFF2-40B4-BE49-F238E27FC236}">
                <a16:creationId xmlns:a16="http://schemas.microsoft.com/office/drawing/2014/main" id="{C582A761-5190-FA48-9223-7777578FB0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4" y="361671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03</a:t>
            </a:r>
          </a:p>
        </p:txBody>
      </p:sp>
      <p:sp>
        <p:nvSpPr>
          <p:cNvPr id="52" name="Textplatzhalter 21">
            <a:extLst>
              <a:ext uri="{FF2B5EF4-FFF2-40B4-BE49-F238E27FC236}">
                <a16:creationId xmlns:a16="http://schemas.microsoft.com/office/drawing/2014/main" id="{C9BA0CC5-C97B-CB40-B55D-47F3DF5FB7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61054" y="3775877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3</a:t>
            </a:r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4A1F2CD7-D4D5-1549-8B6F-6A1942269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61054" y="4062063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3</a:t>
            </a:r>
          </a:p>
        </p:txBody>
      </p:sp>
      <p:sp>
        <p:nvSpPr>
          <p:cNvPr id="40" name="Textplatzhalter 19">
            <a:extLst>
              <a:ext uri="{FF2B5EF4-FFF2-40B4-BE49-F238E27FC236}">
                <a16:creationId xmlns:a16="http://schemas.microsoft.com/office/drawing/2014/main" id="{553D211E-7BF8-B84F-B468-6041A480F8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324" y="4669208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04</a:t>
            </a:r>
          </a:p>
        </p:txBody>
      </p:sp>
      <p:sp>
        <p:nvSpPr>
          <p:cNvPr id="54" name="Textplatzhalter 21">
            <a:extLst>
              <a:ext uri="{FF2B5EF4-FFF2-40B4-BE49-F238E27FC236}">
                <a16:creationId xmlns:a16="http://schemas.microsoft.com/office/drawing/2014/main" id="{7401EBD5-B928-4643-86C8-EA585E7F2C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61054" y="4828370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4</a:t>
            </a:r>
          </a:p>
        </p:txBody>
      </p:sp>
      <p:sp>
        <p:nvSpPr>
          <p:cNvPr id="55" name="Textplatzhalter 24">
            <a:extLst>
              <a:ext uri="{FF2B5EF4-FFF2-40B4-BE49-F238E27FC236}">
                <a16:creationId xmlns:a16="http://schemas.microsoft.com/office/drawing/2014/main" id="{A2EE3732-297D-024C-BFD0-CD792FE446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61054" y="5114556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4</a:t>
            </a:r>
          </a:p>
        </p:txBody>
      </p:sp>
      <p:sp>
        <p:nvSpPr>
          <p:cNvPr id="43" name="Textplatzhalter 19">
            <a:extLst>
              <a:ext uri="{FF2B5EF4-FFF2-40B4-BE49-F238E27FC236}">
                <a16:creationId xmlns:a16="http://schemas.microsoft.com/office/drawing/2014/main" id="{960410E4-AF54-F940-B6EB-ACE6E98A75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4" y="5736457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05</a:t>
            </a:r>
          </a:p>
        </p:txBody>
      </p:sp>
      <p:sp>
        <p:nvSpPr>
          <p:cNvPr id="56" name="Textplatzhalter 21">
            <a:extLst>
              <a:ext uri="{FF2B5EF4-FFF2-40B4-BE49-F238E27FC236}">
                <a16:creationId xmlns:a16="http://schemas.microsoft.com/office/drawing/2014/main" id="{EF098C7E-3CF8-1A45-85B2-89ED6AB6B3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61054" y="5895619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5</a:t>
            </a:r>
          </a:p>
        </p:txBody>
      </p:sp>
      <p:sp>
        <p:nvSpPr>
          <p:cNvPr id="57" name="Textplatzhalter 24">
            <a:extLst>
              <a:ext uri="{FF2B5EF4-FFF2-40B4-BE49-F238E27FC236}">
                <a16:creationId xmlns:a16="http://schemas.microsoft.com/office/drawing/2014/main" id="{EA7AA22B-B607-4947-8B39-84A10E7C9F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61054" y="6181805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5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CC79565-5214-BC41-986B-7E6DC33EA9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35753" y="1526479"/>
            <a:ext cx="1265730" cy="806993"/>
          </a:xfrm>
          <a:ln w="9525">
            <a:noFill/>
          </a:ln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06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8223DDF-4030-224A-825D-C30006AD59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01483" y="1685641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6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52FC2BEC-C9FF-9A4B-AFE6-36AE1CB60C9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01483" y="1971827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6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BC907E64-E88F-BE4D-ABB2-BACED03CDF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5753" y="2571597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07</a:t>
            </a:r>
          </a:p>
        </p:txBody>
      </p:sp>
      <p:sp>
        <p:nvSpPr>
          <p:cNvPr id="25" name="Textplatzhalter 21">
            <a:extLst>
              <a:ext uri="{FF2B5EF4-FFF2-40B4-BE49-F238E27FC236}">
                <a16:creationId xmlns:a16="http://schemas.microsoft.com/office/drawing/2014/main" id="{A041F206-B225-6C44-860E-C9B94943D6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01483" y="2730759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7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73B590F-2AB0-1543-AC1F-35FE4F5DA64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01483" y="3016945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7</a:t>
            </a:r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4782AFB5-32B4-5146-8D10-4D9961E3530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35753" y="3616715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08</a:t>
            </a:r>
          </a:p>
        </p:txBody>
      </p:sp>
      <p:sp>
        <p:nvSpPr>
          <p:cNvPr id="28" name="Textplatzhalter 21">
            <a:extLst>
              <a:ext uri="{FF2B5EF4-FFF2-40B4-BE49-F238E27FC236}">
                <a16:creationId xmlns:a16="http://schemas.microsoft.com/office/drawing/2014/main" id="{E988723C-E3DD-F84C-BD32-7ACA3FE48F2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01483" y="3775877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8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7D5BF34F-B16E-FC4E-9C67-C00D7537483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01483" y="4062063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8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9EA7A803-9462-2547-BFD2-86C2A035BB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35753" y="4669208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09</a:t>
            </a:r>
          </a:p>
        </p:txBody>
      </p:sp>
      <p:sp>
        <p:nvSpPr>
          <p:cNvPr id="31" name="Textplatzhalter 21">
            <a:extLst>
              <a:ext uri="{FF2B5EF4-FFF2-40B4-BE49-F238E27FC236}">
                <a16:creationId xmlns:a16="http://schemas.microsoft.com/office/drawing/2014/main" id="{0DB9AE22-C32A-D44C-90E9-36B6E24BA31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01483" y="4828370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9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CBA2F5E5-7F4A-2A48-A556-65B0A380E9E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01483" y="5114556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9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73CBD0CA-C514-CB44-8E89-7AE45454509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635753" y="5736457"/>
            <a:ext cx="1265730" cy="806993"/>
          </a:xfrm>
        </p:spPr>
        <p:txBody>
          <a:bodyPr anchor="ctr"/>
          <a:lstStyle>
            <a:lvl1pPr>
              <a:defRPr sz="5000" b="0" i="0">
                <a:latin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10</a:t>
            </a:r>
          </a:p>
        </p:txBody>
      </p:sp>
      <p:sp>
        <p:nvSpPr>
          <p:cNvPr id="35" name="Textplatzhalter 21">
            <a:extLst>
              <a:ext uri="{FF2B5EF4-FFF2-40B4-BE49-F238E27FC236}">
                <a16:creationId xmlns:a16="http://schemas.microsoft.com/office/drawing/2014/main" id="{85835953-4BA7-2941-BE42-09FEAB8561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901483" y="5895619"/>
            <a:ext cx="3910157" cy="248022"/>
          </a:xfrm>
        </p:spPr>
        <p:txBody>
          <a:bodyPr lIns="72000" anchor="b"/>
          <a:lstStyle>
            <a:lvl1pPr>
              <a:defRPr sz="1400" b="1" i="0"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Title Chapter 10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2046EC98-D888-4F45-B7EB-A6C66E7A80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01483" y="6181805"/>
            <a:ext cx="3910158" cy="361645"/>
          </a:xfrm>
        </p:spPr>
        <p:txBody>
          <a:bodyPr lIns="72000"/>
          <a:lstStyle>
            <a:lvl1pPr>
              <a:defRPr sz="1000" b="0" i="0">
                <a:latin typeface="Audi Type Normal" panose="020B0503040200000003" pitchFamily="34" charset="0"/>
                <a:cs typeface="Audi Type Normal" panose="020B0503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chapter 10</a:t>
            </a:r>
          </a:p>
        </p:txBody>
      </p:sp>
    </p:spTree>
    <p:extLst>
      <p:ext uri="{BB962C8B-B14F-4D97-AF65-F5344CB8AC3E}">
        <p14:creationId xmlns:p14="http://schemas.microsoft.com/office/powerpoint/2010/main" val="28461014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pter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tx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 dirty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12057873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pter 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 dirty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186475412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 1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3F6BA2A1-5029-CF45-947E-D5EC8679C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5845" y="3297957"/>
            <a:ext cx="9232900" cy="852805"/>
          </a:xfrm>
        </p:spPr>
        <p:txBody>
          <a:bodyPr anchor="ctr"/>
          <a:lstStyle>
            <a:lvl1pPr algn="r">
              <a:defRPr sz="6800" b="1" i="0">
                <a:solidFill>
                  <a:schemeClr val="bg1"/>
                </a:solidFill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0869898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 2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5358CD8-FA7D-2144-9AC0-79FA59B00A7A}"/>
              </a:ext>
            </a:extLst>
          </p:cNvPr>
          <p:cNvSpPr/>
          <p:nvPr userDrawn="1"/>
        </p:nvSpPr>
        <p:spPr>
          <a:xfrm>
            <a:off x="2385646" y="3140329"/>
            <a:ext cx="9232900" cy="1046723"/>
          </a:xfrm>
          <a:prstGeom prst="rect">
            <a:avLst/>
          </a:prstGeom>
          <a:noFill/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6800" b="1" i="0" noProof="0">
                <a:solidFill>
                  <a:schemeClr val="bg1"/>
                </a:solidFill>
                <a:latin typeface="Audi Type Extended" panose="020B0503040200000003" pitchFamily="34" charset="0"/>
                <a:cs typeface="Audi Type Extended" panose="020B0503040200000003" pitchFamily="34" charset="0"/>
              </a:rPr>
              <a:t>Thank you!</a:t>
            </a: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FF5DE7C-2FC8-324D-A4C9-988337B00EBF}"/>
              </a:ext>
            </a:extLst>
          </p:cNvPr>
          <p:cNvSpPr/>
          <p:nvPr userDrawn="1"/>
        </p:nvSpPr>
        <p:spPr>
          <a:xfrm>
            <a:off x="1" y="1"/>
            <a:ext cx="12192001" cy="6857999"/>
          </a:xfrm>
          <a:custGeom>
            <a:avLst/>
            <a:gdLst>
              <a:gd name="connsiteX0" fmla="*/ 11850404 w 12192001"/>
              <a:gd name="connsiteY0" fmla="*/ 6162681 h 6857999"/>
              <a:gd name="connsiteX1" fmla="*/ 12192001 w 12192001"/>
              <a:gd name="connsiteY1" fmla="*/ 6162681 h 6857999"/>
              <a:gd name="connsiteX2" fmla="*/ 12192001 w 12192001"/>
              <a:gd name="connsiteY2" fmla="*/ 6708788 h 6857999"/>
              <a:gd name="connsiteX3" fmla="*/ 11850404 w 12192001"/>
              <a:gd name="connsiteY3" fmla="*/ 6708788 h 6857999"/>
              <a:gd name="connsiteX4" fmla="*/ 7108907 w 12192001"/>
              <a:gd name="connsiteY4" fmla="*/ 5210088 h 6857999"/>
              <a:gd name="connsiteX5" fmla="*/ 6839831 w 12192001"/>
              <a:gd name="connsiteY5" fmla="*/ 5249411 h 6857999"/>
              <a:gd name="connsiteX6" fmla="*/ 6631727 w 12192001"/>
              <a:gd name="connsiteY6" fmla="*/ 5362521 h 6857999"/>
              <a:gd name="connsiteX7" fmla="*/ 6497852 w 12192001"/>
              <a:gd name="connsiteY7" fmla="*/ 5541463 h 6857999"/>
              <a:gd name="connsiteX8" fmla="*/ 6450576 w 12192001"/>
              <a:gd name="connsiteY8" fmla="*/ 5778286 h 6857999"/>
              <a:gd name="connsiteX9" fmla="*/ 6497852 w 12192001"/>
              <a:gd name="connsiteY9" fmla="*/ 6015993 h 6857999"/>
              <a:gd name="connsiteX10" fmla="*/ 6631727 w 12192001"/>
              <a:gd name="connsiteY10" fmla="*/ 6196261 h 6857999"/>
              <a:gd name="connsiteX11" fmla="*/ 6839831 w 12192001"/>
              <a:gd name="connsiteY11" fmla="*/ 6310254 h 6857999"/>
              <a:gd name="connsiteX12" fmla="*/ 7108907 w 12192001"/>
              <a:gd name="connsiteY12" fmla="*/ 6350019 h 6857999"/>
              <a:gd name="connsiteX13" fmla="*/ 7378868 w 12192001"/>
              <a:gd name="connsiteY13" fmla="*/ 6310696 h 6857999"/>
              <a:gd name="connsiteX14" fmla="*/ 7586972 w 12192001"/>
              <a:gd name="connsiteY14" fmla="*/ 6198028 h 6857999"/>
              <a:gd name="connsiteX15" fmla="*/ 7720847 w 12192001"/>
              <a:gd name="connsiteY15" fmla="*/ 6019085 h 6857999"/>
              <a:gd name="connsiteX16" fmla="*/ 7768123 w 12192001"/>
              <a:gd name="connsiteY16" fmla="*/ 5781821 h 6857999"/>
              <a:gd name="connsiteX17" fmla="*/ 7720847 w 12192001"/>
              <a:gd name="connsiteY17" fmla="*/ 5544556 h 6857999"/>
              <a:gd name="connsiteX18" fmla="*/ 7586972 w 12192001"/>
              <a:gd name="connsiteY18" fmla="*/ 5364730 h 6857999"/>
              <a:gd name="connsiteX19" fmla="*/ 7378868 w 12192001"/>
              <a:gd name="connsiteY19" fmla="*/ 5250295 h 6857999"/>
              <a:gd name="connsiteX20" fmla="*/ 7108907 w 12192001"/>
              <a:gd name="connsiteY20" fmla="*/ 5210088 h 6857999"/>
              <a:gd name="connsiteX21" fmla="*/ 8852596 w 12192001"/>
              <a:gd name="connsiteY21" fmla="*/ 4852203 h 6857999"/>
              <a:gd name="connsiteX22" fmla="*/ 9420793 w 12192001"/>
              <a:gd name="connsiteY22" fmla="*/ 4852203 h 6857999"/>
              <a:gd name="connsiteX23" fmla="*/ 9420793 w 12192001"/>
              <a:gd name="connsiteY23" fmla="*/ 5872839 h 6857999"/>
              <a:gd name="connsiteX24" fmla="*/ 9448187 w 12192001"/>
              <a:gd name="connsiteY24" fmla="*/ 6076082 h 6857999"/>
              <a:gd name="connsiteX25" fmla="*/ 9534345 w 12192001"/>
              <a:gd name="connsiteY25" fmla="*/ 6219678 h 6857999"/>
              <a:gd name="connsiteX26" fmla="*/ 9685010 w 12192001"/>
              <a:gd name="connsiteY26" fmla="*/ 6304510 h 6857999"/>
              <a:gd name="connsiteX27" fmla="*/ 9905927 w 12192001"/>
              <a:gd name="connsiteY27" fmla="*/ 6332345 h 6857999"/>
              <a:gd name="connsiteX28" fmla="*/ 10070289 w 12192001"/>
              <a:gd name="connsiteY28" fmla="*/ 6322183 h 6857999"/>
              <a:gd name="connsiteX29" fmla="*/ 10219187 w 12192001"/>
              <a:gd name="connsiteY29" fmla="*/ 6292580 h 6857999"/>
              <a:gd name="connsiteX30" fmla="*/ 10356597 w 12192001"/>
              <a:gd name="connsiteY30" fmla="*/ 6243979 h 6857999"/>
              <a:gd name="connsiteX31" fmla="*/ 10488263 w 12192001"/>
              <a:gd name="connsiteY31" fmla="*/ 6176820 h 6857999"/>
              <a:gd name="connsiteX32" fmla="*/ 10488263 w 12192001"/>
              <a:gd name="connsiteY32" fmla="*/ 4852203 h 6857999"/>
              <a:gd name="connsiteX33" fmla="*/ 11056461 w 12192001"/>
              <a:gd name="connsiteY33" fmla="*/ 4852203 h 6857999"/>
              <a:gd name="connsiteX34" fmla="*/ 11056461 w 12192001"/>
              <a:gd name="connsiteY34" fmla="*/ 6708788 h 6857999"/>
              <a:gd name="connsiteX35" fmla="*/ 10559840 w 12192001"/>
              <a:gd name="connsiteY35" fmla="*/ 6708788 h 6857999"/>
              <a:gd name="connsiteX36" fmla="*/ 10520959 w 12192001"/>
              <a:gd name="connsiteY36" fmla="*/ 6506428 h 6857999"/>
              <a:gd name="connsiteX37" fmla="*/ 10375154 w 12192001"/>
              <a:gd name="connsiteY37" fmla="*/ 6610259 h 6857999"/>
              <a:gd name="connsiteX38" fmla="*/ 10194886 w 12192001"/>
              <a:gd name="connsiteY38" fmla="*/ 6690672 h 6857999"/>
              <a:gd name="connsiteX39" fmla="*/ 9988991 w 12192001"/>
              <a:gd name="connsiteY39" fmla="*/ 6744576 h 6857999"/>
              <a:gd name="connsiteX40" fmla="*/ 9768075 w 12192001"/>
              <a:gd name="connsiteY40" fmla="*/ 6767110 h 6857999"/>
              <a:gd name="connsiteX41" fmla="*/ 9533461 w 12192001"/>
              <a:gd name="connsiteY41" fmla="*/ 6752087 h 6857999"/>
              <a:gd name="connsiteX42" fmla="*/ 9317404 w 12192001"/>
              <a:gd name="connsiteY42" fmla="*/ 6700835 h 6857999"/>
              <a:gd name="connsiteX43" fmla="*/ 9130067 w 12192001"/>
              <a:gd name="connsiteY43" fmla="*/ 6604073 h 6857999"/>
              <a:gd name="connsiteX44" fmla="*/ 8982936 w 12192001"/>
              <a:gd name="connsiteY44" fmla="*/ 6452524 h 6857999"/>
              <a:gd name="connsiteX45" fmla="*/ 8887059 w 12192001"/>
              <a:gd name="connsiteY45" fmla="*/ 6236026 h 6857999"/>
              <a:gd name="connsiteX46" fmla="*/ 8852596 w 12192001"/>
              <a:gd name="connsiteY46" fmla="*/ 5945299 h 6857999"/>
              <a:gd name="connsiteX47" fmla="*/ 3225611 w 12192001"/>
              <a:gd name="connsiteY47" fmla="*/ 4852203 h 6857999"/>
              <a:gd name="connsiteX48" fmla="*/ 3840643 w 12192001"/>
              <a:gd name="connsiteY48" fmla="*/ 4852203 h 6857999"/>
              <a:gd name="connsiteX49" fmla="*/ 4346624 w 12192001"/>
              <a:gd name="connsiteY49" fmla="*/ 5916138 h 6857999"/>
              <a:gd name="connsiteX50" fmla="*/ 4410214 w 12192001"/>
              <a:gd name="connsiteY50" fmla="*/ 6050014 h 6857999"/>
              <a:gd name="connsiteX51" fmla="*/ 4473790 w 12192001"/>
              <a:gd name="connsiteY51" fmla="*/ 6183889 h 6857999"/>
              <a:gd name="connsiteX52" fmla="*/ 4536137 w 12192001"/>
              <a:gd name="connsiteY52" fmla="*/ 6051781 h 6857999"/>
              <a:gd name="connsiteX53" fmla="*/ 4599355 w 12192001"/>
              <a:gd name="connsiteY53" fmla="*/ 5917906 h 6857999"/>
              <a:gd name="connsiteX54" fmla="*/ 5104287 w 12192001"/>
              <a:gd name="connsiteY54" fmla="*/ 4852203 h 6857999"/>
              <a:gd name="connsiteX55" fmla="*/ 5693694 w 12192001"/>
              <a:gd name="connsiteY55" fmla="*/ 4852203 h 6857999"/>
              <a:gd name="connsiteX56" fmla="*/ 4727500 w 12192001"/>
              <a:gd name="connsiteY56" fmla="*/ 6767110 h 6857999"/>
              <a:gd name="connsiteX57" fmla="*/ 4677802 w 12192001"/>
              <a:gd name="connsiteY57" fmla="*/ 6857999 h 6857999"/>
              <a:gd name="connsiteX58" fmla="*/ 4071457 w 12192001"/>
              <a:gd name="connsiteY58" fmla="*/ 6857999 h 6857999"/>
              <a:gd name="connsiteX59" fmla="*/ 4109844 w 12192001"/>
              <a:gd name="connsiteY59" fmla="*/ 6804665 h 6857999"/>
              <a:gd name="connsiteX60" fmla="*/ 4144293 w 12192001"/>
              <a:gd name="connsiteY60" fmla="*/ 6741483 h 6857999"/>
              <a:gd name="connsiteX61" fmla="*/ 4162850 w 12192001"/>
              <a:gd name="connsiteY61" fmla="*/ 6705253 h 6857999"/>
              <a:gd name="connsiteX62" fmla="*/ 7109350 w 12192001"/>
              <a:gd name="connsiteY62" fmla="*/ 4793881 h 6857999"/>
              <a:gd name="connsiteX63" fmla="*/ 7481504 w 12192001"/>
              <a:gd name="connsiteY63" fmla="*/ 4823484 h 6857999"/>
              <a:gd name="connsiteX64" fmla="*/ 7790457 w 12192001"/>
              <a:gd name="connsiteY64" fmla="*/ 4910967 h 6857999"/>
              <a:gd name="connsiteX65" fmla="*/ 8033555 w 12192001"/>
              <a:gd name="connsiteY65" fmla="*/ 5053237 h 6857999"/>
              <a:gd name="connsiteX66" fmla="*/ 8209024 w 12192001"/>
              <a:gd name="connsiteY66" fmla="*/ 5247644 h 6857999"/>
              <a:gd name="connsiteX67" fmla="*/ 8315541 w 12192001"/>
              <a:gd name="connsiteY67" fmla="*/ 5491536 h 6857999"/>
              <a:gd name="connsiteX68" fmla="*/ 8351342 w 12192001"/>
              <a:gd name="connsiteY68" fmla="*/ 5781821 h 6857999"/>
              <a:gd name="connsiteX69" fmla="*/ 8315099 w 12192001"/>
              <a:gd name="connsiteY69" fmla="*/ 6062385 h 6857999"/>
              <a:gd name="connsiteX70" fmla="*/ 8207692 w 12192001"/>
              <a:gd name="connsiteY70" fmla="*/ 6302743 h 6857999"/>
              <a:gd name="connsiteX71" fmla="*/ 8031339 w 12192001"/>
              <a:gd name="connsiteY71" fmla="*/ 6498475 h 6857999"/>
              <a:gd name="connsiteX72" fmla="*/ 7788248 w 12192001"/>
              <a:gd name="connsiteY72" fmla="*/ 6644722 h 6857999"/>
              <a:gd name="connsiteX73" fmla="*/ 7480178 w 12192001"/>
              <a:gd name="connsiteY73" fmla="*/ 6735739 h 6857999"/>
              <a:gd name="connsiteX74" fmla="*/ 7109350 w 12192001"/>
              <a:gd name="connsiteY74" fmla="*/ 6767110 h 6857999"/>
              <a:gd name="connsiteX75" fmla="*/ 6738520 w 12192001"/>
              <a:gd name="connsiteY75" fmla="*/ 6737507 h 6857999"/>
              <a:gd name="connsiteX76" fmla="*/ 6430452 w 12192001"/>
              <a:gd name="connsiteY76" fmla="*/ 6650024 h 6857999"/>
              <a:gd name="connsiteX77" fmla="*/ 6187362 w 12192001"/>
              <a:gd name="connsiteY77" fmla="*/ 6507753 h 6857999"/>
              <a:gd name="connsiteX78" fmla="*/ 6011008 w 12192001"/>
              <a:gd name="connsiteY78" fmla="*/ 6313347 h 6857999"/>
              <a:gd name="connsiteX79" fmla="*/ 5903602 w 12192001"/>
              <a:gd name="connsiteY79" fmla="*/ 6069013 h 6857999"/>
              <a:gd name="connsiteX80" fmla="*/ 5867356 w 12192001"/>
              <a:gd name="connsiteY80" fmla="*/ 5778286 h 6857999"/>
              <a:gd name="connsiteX81" fmla="*/ 5903602 w 12192001"/>
              <a:gd name="connsiteY81" fmla="*/ 5498164 h 6857999"/>
              <a:gd name="connsiteX82" fmla="*/ 6011008 w 12192001"/>
              <a:gd name="connsiteY82" fmla="*/ 5257806 h 6857999"/>
              <a:gd name="connsiteX83" fmla="*/ 6187362 w 12192001"/>
              <a:gd name="connsiteY83" fmla="*/ 5062074 h 6857999"/>
              <a:gd name="connsiteX84" fmla="*/ 6430452 w 12192001"/>
              <a:gd name="connsiteY84" fmla="*/ 4916269 h 6857999"/>
              <a:gd name="connsiteX85" fmla="*/ 6738520 w 12192001"/>
              <a:gd name="connsiteY85" fmla="*/ 4825251 h 6857999"/>
              <a:gd name="connsiteX86" fmla="*/ 7109350 w 12192001"/>
              <a:gd name="connsiteY86" fmla="*/ 4793881 h 6857999"/>
              <a:gd name="connsiteX87" fmla="*/ 11857474 w 12192001"/>
              <a:gd name="connsiteY87" fmla="*/ 4087831 h 6857999"/>
              <a:gd name="connsiteX88" fmla="*/ 12192001 w 12192001"/>
              <a:gd name="connsiteY88" fmla="*/ 4087831 h 6857999"/>
              <a:gd name="connsiteX89" fmla="*/ 12192001 w 12192001"/>
              <a:gd name="connsiteY89" fmla="*/ 5883443 h 6857999"/>
              <a:gd name="connsiteX90" fmla="*/ 11976769 w 12192001"/>
              <a:gd name="connsiteY90" fmla="*/ 5883443 h 6857999"/>
              <a:gd name="connsiteX91" fmla="*/ 11921981 w 12192001"/>
              <a:gd name="connsiteY91" fmla="*/ 5543231 h 6857999"/>
              <a:gd name="connsiteX92" fmla="*/ 11907401 w 12192001"/>
              <a:gd name="connsiteY92" fmla="*/ 5440284 h 6857999"/>
              <a:gd name="connsiteX93" fmla="*/ 11892820 w 12192001"/>
              <a:gd name="connsiteY93" fmla="*/ 5311710 h 6857999"/>
              <a:gd name="connsiteX94" fmla="*/ 11879124 w 12192001"/>
              <a:gd name="connsiteY94" fmla="*/ 5167672 h 6857999"/>
              <a:gd name="connsiteX95" fmla="*/ 11867636 w 12192001"/>
              <a:gd name="connsiteY95" fmla="*/ 5017007 h 6857999"/>
              <a:gd name="connsiteX96" fmla="*/ 11860125 w 12192001"/>
              <a:gd name="connsiteY96" fmla="*/ 4868993 h 6857999"/>
              <a:gd name="connsiteX97" fmla="*/ 11857474 w 12192001"/>
              <a:gd name="connsiteY97" fmla="*/ 4732908 h 6857999"/>
              <a:gd name="connsiteX98" fmla="*/ 6237221 w 12192001"/>
              <a:gd name="connsiteY98" fmla="*/ 1579807 h 6857999"/>
              <a:gd name="connsiteX99" fmla="*/ 5920868 w 12192001"/>
              <a:gd name="connsiteY99" fmla="*/ 1592621 h 6857999"/>
              <a:gd name="connsiteX100" fmla="*/ 5705254 w 12192001"/>
              <a:gd name="connsiteY100" fmla="*/ 1634595 h 6857999"/>
              <a:gd name="connsiteX101" fmla="*/ 5581985 w 12192001"/>
              <a:gd name="connsiteY101" fmla="*/ 1710148 h 6857999"/>
              <a:gd name="connsiteX102" fmla="*/ 5542659 w 12192001"/>
              <a:gd name="connsiteY102" fmla="*/ 1822816 h 6857999"/>
              <a:gd name="connsiteX103" fmla="*/ 5562984 w 12192001"/>
              <a:gd name="connsiteY103" fmla="*/ 1908532 h 6857999"/>
              <a:gd name="connsiteX104" fmla="*/ 5627050 w 12192001"/>
              <a:gd name="connsiteY104" fmla="*/ 1980109 h 6857999"/>
              <a:gd name="connsiteX105" fmla="*/ 5739719 w 12192001"/>
              <a:gd name="connsiteY105" fmla="*/ 2029152 h 6857999"/>
              <a:gd name="connsiteX106" fmla="*/ 5904964 w 12192001"/>
              <a:gd name="connsiteY106" fmla="*/ 2047267 h 6857999"/>
              <a:gd name="connsiteX107" fmla="*/ 6098043 w 12192001"/>
              <a:gd name="connsiteY107" fmla="*/ 2034896 h 6857999"/>
              <a:gd name="connsiteX108" fmla="*/ 6263289 w 12192001"/>
              <a:gd name="connsiteY108" fmla="*/ 2000433 h 6857999"/>
              <a:gd name="connsiteX109" fmla="*/ 6404676 w 12192001"/>
              <a:gd name="connsiteY109" fmla="*/ 1947855 h 6857999"/>
              <a:gd name="connsiteX110" fmla="*/ 6527064 w 12192001"/>
              <a:gd name="connsiteY110" fmla="*/ 1880254 h 6857999"/>
              <a:gd name="connsiteX111" fmla="*/ 6527064 w 12192001"/>
              <a:gd name="connsiteY111" fmla="*/ 1579807 h 6857999"/>
              <a:gd name="connsiteX112" fmla="*/ 9064454 w 12192001"/>
              <a:gd name="connsiteY112" fmla="*/ 450481 h 6857999"/>
              <a:gd name="connsiteX113" fmla="*/ 9305695 w 12192001"/>
              <a:gd name="connsiteY113" fmla="*/ 465503 h 6857999"/>
              <a:gd name="connsiteX114" fmla="*/ 9527053 w 12192001"/>
              <a:gd name="connsiteY114" fmla="*/ 516314 h 6857999"/>
              <a:gd name="connsiteX115" fmla="*/ 9717482 w 12192001"/>
              <a:gd name="connsiteY115" fmla="*/ 612634 h 6857999"/>
              <a:gd name="connsiteX116" fmla="*/ 9866380 w 12192001"/>
              <a:gd name="connsiteY116" fmla="*/ 764625 h 6857999"/>
              <a:gd name="connsiteX117" fmla="*/ 9963584 w 12192001"/>
              <a:gd name="connsiteY117" fmla="*/ 981565 h 6857999"/>
              <a:gd name="connsiteX118" fmla="*/ 9998488 w 12192001"/>
              <a:gd name="connsiteY118" fmla="*/ 1272291 h 6857999"/>
              <a:gd name="connsiteX119" fmla="*/ 9998488 w 12192001"/>
              <a:gd name="connsiteY119" fmla="*/ 2365388 h 6857999"/>
              <a:gd name="connsiteX120" fmla="*/ 9430292 w 12192001"/>
              <a:gd name="connsiteY120" fmla="*/ 2365388 h 6857999"/>
              <a:gd name="connsiteX121" fmla="*/ 9430292 w 12192001"/>
              <a:gd name="connsiteY121" fmla="*/ 1344752 h 6857999"/>
              <a:gd name="connsiteX122" fmla="*/ 9402898 w 12192001"/>
              <a:gd name="connsiteY122" fmla="*/ 1141951 h 6857999"/>
              <a:gd name="connsiteX123" fmla="*/ 9316740 w 12192001"/>
              <a:gd name="connsiteY123" fmla="*/ 998796 h 6857999"/>
              <a:gd name="connsiteX124" fmla="*/ 9166075 w 12192001"/>
              <a:gd name="connsiteY124" fmla="*/ 913523 h 6857999"/>
              <a:gd name="connsiteX125" fmla="*/ 8945158 w 12192001"/>
              <a:gd name="connsiteY125" fmla="*/ 885245 h 6857999"/>
              <a:gd name="connsiteX126" fmla="*/ 8755169 w 12192001"/>
              <a:gd name="connsiteY126" fmla="*/ 898058 h 6857999"/>
              <a:gd name="connsiteX127" fmla="*/ 8589923 w 12192001"/>
              <a:gd name="connsiteY127" fmla="*/ 932080 h 6857999"/>
              <a:gd name="connsiteX128" fmla="*/ 8445885 w 12192001"/>
              <a:gd name="connsiteY128" fmla="*/ 981565 h 6857999"/>
              <a:gd name="connsiteX129" fmla="*/ 8318637 w 12192001"/>
              <a:gd name="connsiteY129" fmla="*/ 1040770 h 6857999"/>
              <a:gd name="connsiteX130" fmla="*/ 8318637 w 12192001"/>
              <a:gd name="connsiteY130" fmla="*/ 2365388 h 6857999"/>
              <a:gd name="connsiteX131" fmla="*/ 7750440 w 12192001"/>
              <a:gd name="connsiteY131" fmla="*/ 2365388 h 6857999"/>
              <a:gd name="connsiteX132" fmla="*/ 7750440 w 12192001"/>
              <a:gd name="connsiteY132" fmla="*/ 508803 h 6857999"/>
              <a:gd name="connsiteX133" fmla="*/ 8247060 w 12192001"/>
              <a:gd name="connsiteY133" fmla="*/ 508803 h 6857999"/>
              <a:gd name="connsiteX134" fmla="*/ 8286825 w 12192001"/>
              <a:gd name="connsiteY134" fmla="*/ 721767 h 6857999"/>
              <a:gd name="connsiteX135" fmla="*/ 8443234 w 12192001"/>
              <a:gd name="connsiteY135" fmla="*/ 607774 h 6857999"/>
              <a:gd name="connsiteX136" fmla="*/ 8627037 w 12192001"/>
              <a:gd name="connsiteY136" fmla="*/ 522500 h 6857999"/>
              <a:gd name="connsiteX137" fmla="*/ 8835141 w 12192001"/>
              <a:gd name="connsiteY137" fmla="*/ 469038 h 6857999"/>
              <a:gd name="connsiteX138" fmla="*/ 9064454 w 12192001"/>
              <a:gd name="connsiteY138" fmla="*/ 450481 h 6857999"/>
              <a:gd name="connsiteX139" fmla="*/ 6005700 w 12192001"/>
              <a:gd name="connsiteY139" fmla="*/ 450481 h 6857999"/>
              <a:gd name="connsiteX140" fmla="*/ 6462114 w 12192001"/>
              <a:gd name="connsiteY140" fmla="*/ 492897 h 6857999"/>
              <a:gd name="connsiteX141" fmla="*/ 6799676 w 12192001"/>
              <a:gd name="connsiteY141" fmla="*/ 627214 h 6857999"/>
              <a:gd name="connsiteX142" fmla="*/ 7009104 w 12192001"/>
              <a:gd name="connsiteY142" fmla="*/ 864037 h 6857999"/>
              <a:gd name="connsiteX143" fmla="*/ 7081123 w 12192001"/>
              <a:gd name="connsiteY143" fmla="*/ 1213969 h 6857999"/>
              <a:gd name="connsiteX144" fmla="*/ 7081123 w 12192001"/>
              <a:gd name="connsiteY144" fmla="*/ 2365388 h 6857999"/>
              <a:gd name="connsiteX145" fmla="*/ 6592455 w 12192001"/>
              <a:gd name="connsiteY145" fmla="*/ 2365388 h 6857999"/>
              <a:gd name="connsiteX146" fmla="*/ 6556225 w 12192001"/>
              <a:gd name="connsiteY146" fmla="*/ 2177166 h 6857999"/>
              <a:gd name="connsiteX147" fmla="*/ 6402467 w 12192001"/>
              <a:gd name="connsiteY147" fmla="*/ 2281439 h 6857999"/>
              <a:gd name="connsiteX148" fmla="*/ 6219106 w 12192001"/>
              <a:gd name="connsiteY148" fmla="*/ 2358760 h 6857999"/>
              <a:gd name="connsiteX149" fmla="*/ 6007909 w 12192001"/>
              <a:gd name="connsiteY149" fmla="*/ 2406920 h 6857999"/>
              <a:gd name="connsiteX150" fmla="*/ 5770645 w 12192001"/>
              <a:gd name="connsiteY150" fmla="*/ 2423709 h 6857999"/>
              <a:gd name="connsiteX151" fmla="*/ 5432643 w 12192001"/>
              <a:gd name="connsiteY151" fmla="*/ 2385711 h 6857999"/>
              <a:gd name="connsiteX152" fmla="*/ 5178590 w 12192001"/>
              <a:gd name="connsiteY152" fmla="*/ 2273928 h 6857999"/>
              <a:gd name="connsiteX153" fmla="*/ 5019089 w 12192001"/>
              <a:gd name="connsiteY153" fmla="*/ 2091892 h 6857999"/>
              <a:gd name="connsiteX154" fmla="*/ 4963858 w 12192001"/>
              <a:gd name="connsiteY154" fmla="*/ 1844024 h 6857999"/>
              <a:gd name="connsiteX155" fmla="*/ 5004065 w 12192001"/>
              <a:gd name="connsiteY155" fmla="*/ 1639013 h 6857999"/>
              <a:gd name="connsiteX156" fmla="*/ 5118943 w 12192001"/>
              <a:gd name="connsiteY156" fmla="*/ 1483488 h 6857999"/>
              <a:gd name="connsiteX157" fmla="*/ 5299650 w 12192001"/>
              <a:gd name="connsiteY157" fmla="*/ 1371704 h 6857999"/>
              <a:gd name="connsiteX158" fmla="*/ 5537359 w 12192001"/>
              <a:gd name="connsiteY158" fmla="*/ 1298359 h 6857999"/>
              <a:gd name="connsiteX159" fmla="*/ 5823666 w 12192001"/>
              <a:gd name="connsiteY159" fmla="*/ 1258594 h 6857999"/>
              <a:gd name="connsiteX160" fmla="*/ 6150622 w 12192001"/>
              <a:gd name="connsiteY160" fmla="*/ 1246665 h 6857999"/>
              <a:gd name="connsiteX161" fmla="*/ 6288916 w 12192001"/>
              <a:gd name="connsiteY161" fmla="*/ 1248432 h 6857999"/>
              <a:gd name="connsiteX162" fmla="*/ 6413954 w 12192001"/>
              <a:gd name="connsiteY162" fmla="*/ 1252851 h 6857999"/>
              <a:gd name="connsiteX163" fmla="*/ 6527064 w 12192001"/>
              <a:gd name="connsiteY163" fmla="*/ 1258153 h 6857999"/>
              <a:gd name="connsiteX164" fmla="*/ 6527064 w 12192001"/>
              <a:gd name="connsiteY164" fmla="*/ 1254618 h 6857999"/>
              <a:gd name="connsiteX165" fmla="*/ 6489950 w 12192001"/>
              <a:gd name="connsiteY165" fmla="*/ 1086280 h 6857999"/>
              <a:gd name="connsiteX166" fmla="*/ 6379934 w 12192001"/>
              <a:gd name="connsiteY166" fmla="*/ 970519 h 6857999"/>
              <a:gd name="connsiteX167" fmla="*/ 6198782 w 12192001"/>
              <a:gd name="connsiteY167" fmla="*/ 903360 h 6857999"/>
              <a:gd name="connsiteX168" fmla="*/ 5948263 w 12192001"/>
              <a:gd name="connsiteY168" fmla="*/ 881711 h 6857999"/>
              <a:gd name="connsiteX169" fmla="*/ 5722043 w 12192001"/>
              <a:gd name="connsiteY169" fmla="*/ 893198 h 6857999"/>
              <a:gd name="connsiteX170" fmla="*/ 5515707 w 12192001"/>
              <a:gd name="connsiteY170" fmla="*/ 925010 h 6857999"/>
              <a:gd name="connsiteX171" fmla="*/ 5328371 w 12192001"/>
              <a:gd name="connsiteY171" fmla="*/ 973170 h 6857999"/>
              <a:gd name="connsiteX172" fmla="*/ 5159150 w 12192001"/>
              <a:gd name="connsiteY172" fmla="*/ 1033701 h 6857999"/>
              <a:gd name="connsiteX173" fmla="*/ 5159150 w 12192001"/>
              <a:gd name="connsiteY173" fmla="*/ 628098 h 6857999"/>
              <a:gd name="connsiteX174" fmla="*/ 5332347 w 12192001"/>
              <a:gd name="connsiteY174" fmla="*/ 555637 h 6857999"/>
              <a:gd name="connsiteX175" fmla="*/ 5534707 w 12192001"/>
              <a:gd name="connsiteY175" fmla="*/ 499525 h 6857999"/>
              <a:gd name="connsiteX176" fmla="*/ 5760926 w 12192001"/>
              <a:gd name="connsiteY176" fmla="*/ 463294 h 6857999"/>
              <a:gd name="connsiteX177" fmla="*/ 6005700 w 12192001"/>
              <a:gd name="connsiteY177" fmla="*/ 450481 h 6857999"/>
              <a:gd name="connsiteX178" fmla="*/ 10655566 w 12192001"/>
              <a:gd name="connsiteY178" fmla="*/ 0 h 6857999"/>
              <a:gd name="connsiteX179" fmla="*/ 11223764 w 12192001"/>
              <a:gd name="connsiteY179" fmla="*/ 0 h 6857999"/>
              <a:gd name="connsiteX180" fmla="*/ 11223764 w 12192001"/>
              <a:gd name="connsiteY180" fmla="*/ 1264835 h 6857999"/>
              <a:gd name="connsiteX181" fmla="*/ 12147194 w 12192001"/>
              <a:gd name="connsiteY181" fmla="*/ 508803 h 6857999"/>
              <a:gd name="connsiteX182" fmla="*/ 12192001 w 12192001"/>
              <a:gd name="connsiteY182" fmla="*/ 508803 h 6857999"/>
              <a:gd name="connsiteX183" fmla="*/ 12192001 w 12192001"/>
              <a:gd name="connsiteY183" fmla="*/ 1066048 h 6857999"/>
              <a:gd name="connsiteX184" fmla="*/ 12057060 w 12192001"/>
              <a:gd name="connsiteY184" fmla="*/ 1173859 h 6857999"/>
              <a:gd name="connsiteX185" fmla="*/ 11992111 w 12192001"/>
              <a:gd name="connsiteY185" fmla="*/ 1225098 h 6857999"/>
              <a:gd name="connsiteX186" fmla="*/ 11928045 w 12192001"/>
              <a:gd name="connsiteY186" fmla="*/ 1275881 h 6857999"/>
              <a:gd name="connsiteX187" fmla="*/ 11864421 w 12192001"/>
              <a:gd name="connsiteY187" fmla="*/ 1326223 h 6857999"/>
              <a:gd name="connsiteX188" fmla="*/ 11799913 w 12192001"/>
              <a:gd name="connsiteY188" fmla="*/ 1377006 h 6857999"/>
              <a:gd name="connsiteX189" fmla="*/ 11862654 w 12192001"/>
              <a:gd name="connsiteY189" fmla="*/ 1432263 h 6857999"/>
              <a:gd name="connsiteX190" fmla="*/ 11926278 w 12192001"/>
              <a:gd name="connsiteY190" fmla="*/ 1487955 h 6857999"/>
              <a:gd name="connsiteX191" fmla="*/ 11989902 w 12192001"/>
              <a:gd name="connsiteY191" fmla="*/ 1543204 h 6857999"/>
              <a:gd name="connsiteX192" fmla="*/ 12052642 w 12192001"/>
              <a:gd name="connsiteY192" fmla="*/ 1598019 h 6857999"/>
              <a:gd name="connsiteX193" fmla="*/ 12192001 w 12192001"/>
              <a:gd name="connsiteY193" fmla="*/ 1721633 h 6857999"/>
              <a:gd name="connsiteX194" fmla="*/ 12192001 w 12192001"/>
              <a:gd name="connsiteY194" fmla="*/ 2365388 h 6857999"/>
              <a:gd name="connsiteX195" fmla="*/ 12125103 w 12192001"/>
              <a:gd name="connsiteY195" fmla="*/ 2365388 h 6857999"/>
              <a:gd name="connsiteX196" fmla="*/ 11223764 w 12192001"/>
              <a:gd name="connsiteY196" fmla="*/ 1514029 h 6857999"/>
              <a:gd name="connsiteX197" fmla="*/ 11223764 w 12192001"/>
              <a:gd name="connsiteY197" fmla="*/ 2365388 h 6857999"/>
              <a:gd name="connsiteX198" fmla="*/ 10655566 w 12192001"/>
              <a:gd name="connsiteY198" fmla="*/ 2365388 h 6857999"/>
              <a:gd name="connsiteX199" fmla="*/ 2235466 w 12192001"/>
              <a:gd name="connsiteY199" fmla="*/ 0 h 6857999"/>
              <a:gd name="connsiteX200" fmla="*/ 2803664 w 12192001"/>
              <a:gd name="connsiteY200" fmla="*/ 0 h 6857999"/>
              <a:gd name="connsiteX201" fmla="*/ 2803664 w 12192001"/>
              <a:gd name="connsiteY201" fmla="*/ 693489 h 6857999"/>
              <a:gd name="connsiteX202" fmla="*/ 2955655 w 12192001"/>
              <a:gd name="connsiteY202" fmla="*/ 591426 h 6857999"/>
              <a:gd name="connsiteX203" fmla="*/ 3133272 w 12192001"/>
              <a:gd name="connsiteY203" fmla="*/ 514989 h 6857999"/>
              <a:gd name="connsiteX204" fmla="*/ 3332097 w 12192001"/>
              <a:gd name="connsiteY204" fmla="*/ 467271 h 6857999"/>
              <a:gd name="connsiteX205" fmla="*/ 3549479 w 12192001"/>
              <a:gd name="connsiteY205" fmla="*/ 450481 h 6857999"/>
              <a:gd name="connsiteX206" fmla="*/ 3790720 w 12192001"/>
              <a:gd name="connsiteY206" fmla="*/ 465503 h 6857999"/>
              <a:gd name="connsiteX207" fmla="*/ 4012079 w 12192001"/>
              <a:gd name="connsiteY207" fmla="*/ 516314 h 6857999"/>
              <a:gd name="connsiteX208" fmla="*/ 4202510 w 12192001"/>
              <a:gd name="connsiteY208" fmla="*/ 612634 h 6857999"/>
              <a:gd name="connsiteX209" fmla="*/ 4351406 w 12192001"/>
              <a:gd name="connsiteY209" fmla="*/ 764625 h 6857999"/>
              <a:gd name="connsiteX210" fmla="*/ 4448610 w 12192001"/>
              <a:gd name="connsiteY210" fmla="*/ 981565 h 6857999"/>
              <a:gd name="connsiteX211" fmla="*/ 4483517 w 12192001"/>
              <a:gd name="connsiteY211" fmla="*/ 1272291 h 6857999"/>
              <a:gd name="connsiteX212" fmla="*/ 4483517 w 12192001"/>
              <a:gd name="connsiteY212" fmla="*/ 2365388 h 6857999"/>
              <a:gd name="connsiteX213" fmla="*/ 3915317 w 12192001"/>
              <a:gd name="connsiteY213" fmla="*/ 2365388 h 6857999"/>
              <a:gd name="connsiteX214" fmla="*/ 3915317 w 12192001"/>
              <a:gd name="connsiteY214" fmla="*/ 1344752 h 6857999"/>
              <a:gd name="connsiteX215" fmla="*/ 3887923 w 12192001"/>
              <a:gd name="connsiteY215" fmla="*/ 1141951 h 6857999"/>
              <a:gd name="connsiteX216" fmla="*/ 3801766 w 12192001"/>
              <a:gd name="connsiteY216" fmla="*/ 998796 h 6857999"/>
              <a:gd name="connsiteX217" fmla="*/ 3651100 w 12192001"/>
              <a:gd name="connsiteY217" fmla="*/ 913523 h 6857999"/>
              <a:gd name="connsiteX218" fmla="*/ 3430184 w 12192001"/>
              <a:gd name="connsiteY218" fmla="*/ 885245 h 6857999"/>
              <a:gd name="connsiteX219" fmla="*/ 3240196 w 12192001"/>
              <a:gd name="connsiteY219" fmla="*/ 898058 h 6857999"/>
              <a:gd name="connsiteX220" fmla="*/ 3074950 w 12192001"/>
              <a:gd name="connsiteY220" fmla="*/ 932080 h 6857999"/>
              <a:gd name="connsiteX221" fmla="*/ 2930912 w 12192001"/>
              <a:gd name="connsiteY221" fmla="*/ 981565 h 6857999"/>
              <a:gd name="connsiteX222" fmla="*/ 2803664 w 12192001"/>
              <a:gd name="connsiteY222" fmla="*/ 1040770 h 6857999"/>
              <a:gd name="connsiteX223" fmla="*/ 2803664 w 12192001"/>
              <a:gd name="connsiteY223" fmla="*/ 2365388 h 6857999"/>
              <a:gd name="connsiteX224" fmla="*/ 2235466 w 12192001"/>
              <a:gd name="connsiteY224" fmla="*/ 2365388 h 6857999"/>
              <a:gd name="connsiteX225" fmla="*/ 0 w 12192001"/>
              <a:gd name="connsiteY225" fmla="*/ 0 h 6857999"/>
              <a:gd name="connsiteX226" fmla="*/ 1766825 w 12192001"/>
              <a:gd name="connsiteY226" fmla="*/ 0 h 6857999"/>
              <a:gd name="connsiteX227" fmla="*/ 1766825 w 12192001"/>
              <a:gd name="connsiteY227" fmla="*/ 172126 h 6857999"/>
              <a:gd name="connsiteX228" fmla="*/ 800093 w 12192001"/>
              <a:gd name="connsiteY228" fmla="*/ 172126 h 6857999"/>
              <a:gd name="connsiteX229" fmla="*/ 800093 w 12192001"/>
              <a:gd name="connsiteY229" fmla="*/ 2365388 h 6857999"/>
              <a:gd name="connsiteX230" fmla="*/ 216873 w 12192001"/>
              <a:gd name="connsiteY230" fmla="*/ 2365388 h 6857999"/>
              <a:gd name="connsiteX231" fmla="*/ 216873 w 12192001"/>
              <a:gd name="connsiteY231" fmla="*/ 172126 h 6857999"/>
              <a:gd name="connsiteX232" fmla="*/ 0 w 12192001"/>
              <a:gd name="connsiteY232" fmla="*/ 1721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12192001" h="6857999">
                <a:moveTo>
                  <a:pt x="11850404" y="6162681"/>
                </a:moveTo>
                <a:lnTo>
                  <a:pt x="12192001" y="6162681"/>
                </a:lnTo>
                <a:lnTo>
                  <a:pt x="12192001" y="6708788"/>
                </a:lnTo>
                <a:lnTo>
                  <a:pt x="11850404" y="6708788"/>
                </a:lnTo>
                <a:close/>
                <a:moveTo>
                  <a:pt x="7108907" y="5210088"/>
                </a:moveTo>
                <a:cubicBezTo>
                  <a:pt x="7010526" y="5210088"/>
                  <a:pt x="6920833" y="5223196"/>
                  <a:pt x="6839831" y="5249411"/>
                </a:cubicBezTo>
                <a:cubicBezTo>
                  <a:pt x="6758829" y="5275627"/>
                  <a:pt x="6689460" y="5313330"/>
                  <a:pt x="6631727" y="5362521"/>
                </a:cubicBezTo>
                <a:cubicBezTo>
                  <a:pt x="6573994" y="5411711"/>
                  <a:pt x="6529369" y="5471359"/>
                  <a:pt x="6497852" y="5541463"/>
                </a:cubicBezTo>
                <a:cubicBezTo>
                  <a:pt x="6466335" y="5611568"/>
                  <a:pt x="6450576" y="5690508"/>
                  <a:pt x="6450576" y="5778286"/>
                </a:cubicBezTo>
                <a:cubicBezTo>
                  <a:pt x="6450576" y="5866063"/>
                  <a:pt x="6466335" y="5945299"/>
                  <a:pt x="6497852" y="6015993"/>
                </a:cubicBezTo>
                <a:cubicBezTo>
                  <a:pt x="6529369" y="6086686"/>
                  <a:pt x="6573994" y="6146775"/>
                  <a:pt x="6631727" y="6196261"/>
                </a:cubicBezTo>
                <a:cubicBezTo>
                  <a:pt x="6689460" y="6245746"/>
                  <a:pt x="6758829" y="6283744"/>
                  <a:pt x="6839831" y="6310254"/>
                </a:cubicBezTo>
                <a:cubicBezTo>
                  <a:pt x="6920833" y="6336764"/>
                  <a:pt x="7010526" y="6350019"/>
                  <a:pt x="7108907" y="6350019"/>
                </a:cubicBezTo>
                <a:cubicBezTo>
                  <a:pt x="7207878" y="6350019"/>
                  <a:pt x="7297865" y="6336911"/>
                  <a:pt x="7378868" y="6310696"/>
                </a:cubicBezTo>
                <a:cubicBezTo>
                  <a:pt x="7459870" y="6284480"/>
                  <a:pt x="7529238" y="6246924"/>
                  <a:pt x="7586972" y="6198028"/>
                </a:cubicBezTo>
                <a:cubicBezTo>
                  <a:pt x="7644704" y="6149132"/>
                  <a:pt x="7689329" y="6089484"/>
                  <a:pt x="7720847" y="6019085"/>
                </a:cubicBezTo>
                <a:cubicBezTo>
                  <a:pt x="7752364" y="5948686"/>
                  <a:pt x="7768123" y="5869598"/>
                  <a:pt x="7768123" y="5781821"/>
                </a:cubicBezTo>
                <a:cubicBezTo>
                  <a:pt x="7768123" y="5694043"/>
                  <a:pt x="7752364" y="5614955"/>
                  <a:pt x="7720847" y="5544556"/>
                </a:cubicBezTo>
                <a:cubicBezTo>
                  <a:pt x="7689329" y="5474158"/>
                  <a:pt x="7644704" y="5414215"/>
                  <a:pt x="7586972" y="5364730"/>
                </a:cubicBezTo>
                <a:cubicBezTo>
                  <a:pt x="7529238" y="5315245"/>
                  <a:pt x="7459870" y="5277100"/>
                  <a:pt x="7378868" y="5250295"/>
                </a:cubicBezTo>
                <a:cubicBezTo>
                  <a:pt x="7297865" y="5223490"/>
                  <a:pt x="7207878" y="5210088"/>
                  <a:pt x="7108907" y="5210088"/>
                </a:cubicBezTo>
                <a:close/>
                <a:moveTo>
                  <a:pt x="8852596" y="4852203"/>
                </a:moveTo>
                <a:lnTo>
                  <a:pt x="9420793" y="4852203"/>
                </a:lnTo>
                <a:lnTo>
                  <a:pt x="9420793" y="5872839"/>
                </a:lnTo>
                <a:cubicBezTo>
                  <a:pt x="9420793" y="5950601"/>
                  <a:pt x="9429925" y="6018349"/>
                  <a:pt x="9448187" y="6076082"/>
                </a:cubicBezTo>
                <a:cubicBezTo>
                  <a:pt x="9466450" y="6133814"/>
                  <a:pt x="9495169" y="6181680"/>
                  <a:pt x="9534345" y="6219678"/>
                </a:cubicBezTo>
                <a:cubicBezTo>
                  <a:pt x="9573520" y="6257676"/>
                  <a:pt x="9623743" y="6285953"/>
                  <a:pt x="9685010" y="6304510"/>
                </a:cubicBezTo>
                <a:cubicBezTo>
                  <a:pt x="9746277" y="6323067"/>
                  <a:pt x="9819917" y="6332345"/>
                  <a:pt x="9905927" y="6332345"/>
                </a:cubicBezTo>
                <a:cubicBezTo>
                  <a:pt x="9963659" y="6332345"/>
                  <a:pt x="10018446" y="6328958"/>
                  <a:pt x="10070289" y="6322183"/>
                </a:cubicBezTo>
                <a:cubicBezTo>
                  <a:pt x="10122131" y="6315408"/>
                  <a:pt x="10171763" y="6305541"/>
                  <a:pt x="10219187" y="6292580"/>
                </a:cubicBezTo>
                <a:cubicBezTo>
                  <a:pt x="10266610" y="6279620"/>
                  <a:pt x="10312413" y="6263419"/>
                  <a:pt x="10356597" y="6243979"/>
                </a:cubicBezTo>
                <a:cubicBezTo>
                  <a:pt x="10400780" y="6224538"/>
                  <a:pt x="10444669" y="6202152"/>
                  <a:pt x="10488263" y="6176820"/>
                </a:cubicBezTo>
                <a:lnTo>
                  <a:pt x="10488263" y="4852203"/>
                </a:lnTo>
                <a:lnTo>
                  <a:pt x="11056461" y="4852203"/>
                </a:lnTo>
                <a:lnTo>
                  <a:pt x="11056461" y="6708788"/>
                </a:lnTo>
                <a:lnTo>
                  <a:pt x="10559840" y="6708788"/>
                </a:lnTo>
                <a:lnTo>
                  <a:pt x="10520959" y="6506428"/>
                </a:lnTo>
                <a:cubicBezTo>
                  <a:pt x="10479132" y="6544720"/>
                  <a:pt x="10430531" y="6579330"/>
                  <a:pt x="10375154" y="6610259"/>
                </a:cubicBezTo>
                <a:cubicBezTo>
                  <a:pt x="10319777" y="6641187"/>
                  <a:pt x="10259688" y="6667991"/>
                  <a:pt x="10194886" y="6690672"/>
                </a:cubicBezTo>
                <a:cubicBezTo>
                  <a:pt x="10130084" y="6713353"/>
                  <a:pt x="10061452" y="6731321"/>
                  <a:pt x="9988991" y="6744576"/>
                </a:cubicBezTo>
                <a:cubicBezTo>
                  <a:pt x="9916531" y="6757831"/>
                  <a:pt x="9842892" y="6765342"/>
                  <a:pt x="9768075" y="6767110"/>
                </a:cubicBezTo>
                <a:cubicBezTo>
                  <a:pt x="9687955" y="6767110"/>
                  <a:pt x="9609750" y="6762102"/>
                  <a:pt x="9533461" y="6752087"/>
                </a:cubicBezTo>
                <a:cubicBezTo>
                  <a:pt x="9457171" y="6742072"/>
                  <a:pt x="9385153" y="6724988"/>
                  <a:pt x="9317404" y="6700835"/>
                </a:cubicBezTo>
                <a:cubicBezTo>
                  <a:pt x="9249657" y="6676681"/>
                  <a:pt x="9187211" y="6644427"/>
                  <a:pt x="9130067" y="6604073"/>
                </a:cubicBezTo>
                <a:cubicBezTo>
                  <a:pt x="9072924" y="6563718"/>
                  <a:pt x="9023880" y="6513202"/>
                  <a:pt x="8982936" y="6452524"/>
                </a:cubicBezTo>
                <a:cubicBezTo>
                  <a:pt x="8941994" y="6391845"/>
                  <a:pt x="8910034" y="6319679"/>
                  <a:pt x="8887059" y="6236026"/>
                </a:cubicBezTo>
                <a:cubicBezTo>
                  <a:pt x="8864083" y="6152371"/>
                  <a:pt x="8852596" y="6055463"/>
                  <a:pt x="8852596" y="5945299"/>
                </a:cubicBezTo>
                <a:close/>
                <a:moveTo>
                  <a:pt x="3225611" y="4852203"/>
                </a:moveTo>
                <a:lnTo>
                  <a:pt x="3840643" y="4852203"/>
                </a:lnTo>
                <a:lnTo>
                  <a:pt x="4346624" y="5916138"/>
                </a:lnTo>
                <a:cubicBezTo>
                  <a:pt x="4368413" y="5961499"/>
                  <a:pt x="4389609" y="6006125"/>
                  <a:pt x="4410214" y="6050014"/>
                </a:cubicBezTo>
                <a:cubicBezTo>
                  <a:pt x="4430820" y="6093902"/>
                  <a:pt x="4452013" y="6138528"/>
                  <a:pt x="4473790" y="6183889"/>
                </a:cubicBezTo>
                <a:cubicBezTo>
                  <a:pt x="4494427" y="6140295"/>
                  <a:pt x="4515210" y="6096259"/>
                  <a:pt x="4536137" y="6051781"/>
                </a:cubicBezTo>
                <a:cubicBezTo>
                  <a:pt x="4557066" y="6007303"/>
                  <a:pt x="4578138" y="5962678"/>
                  <a:pt x="4599355" y="5917906"/>
                </a:cubicBezTo>
                <a:lnTo>
                  <a:pt x="5104287" y="4852203"/>
                </a:lnTo>
                <a:lnTo>
                  <a:pt x="5693694" y="4852203"/>
                </a:lnTo>
                <a:lnTo>
                  <a:pt x="4727500" y="6767110"/>
                </a:lnTo>
                <a:lnTo>
                  <a:pt x="4677802" y="6857999"/>
                </a:lnTo>
                <a:lnTo>
                  <a:pt x="4071457" y="6857999"/>
                </a:lnTo>
                <a:lnTo>
                  <a:pt x="4109844" y="6804665"/>
                </a:lnTo>
                <a:cubicBezTo>
                  <a:pt x="4122211" y="6784930"/>
                  <a:pt x="4133694" y="6763869"/>
                  <a:pt x="4144293" y="6741483"/>
                </a:cubicBezTo>
                <a:lnTo>
                  <a:pt x="4162850" y="6705253"/>
                </a:lnTo>
                <a:close/>
                <a:moveTo>
                  <a:pt x="7109350" y="4793881"/>
                </a:moveTo>
                <a:cubicBezTo>
                  <a:pt x="7243712" y="4793881"/>
                  <a:pt x="7367764" y="4803749"/>
                  <a:pt x="7481504" y="4823484"/>
                </a:cubicBezTo>
                <a:cubicBezTo>
                  <a:pt x="7595244" y="4843219"/>
                  <a:pt x="7698228" y="4872380"/>
                  <a:pt x="7790457" y="4910967"/>
                </a:cubicBezTo>
                <a:cubicBezTo>
                  <a:pt x="7882684" y="4949554"/>
                  <a:pt x="7963717" y="4996977"/>
                  <a:pt x="8033555" y="5053237"/>
                </a:cubicBezTo>
                <a:cubicBezTo>
                  <a:pt x="8103391" y="5109497"/>
                  <a:pt x="8161882" y="5174300"/>
                  <a:pt x="8209024" y="5247644"/>
                </a:cubicBezTo>
                <a:cubicBezTo>
                  <a:pt x="8256167" y="5320988"/>
                  <a:pt x="8291672" y="5402286"/>
                  <a:pt x="8315541" y="5491536"/>
                </a:cubicBezTo>
                <a:cubicBezTo>
                  <a:pt x="8339408" y="5580787"/>
                  <a:pt x="8351342" y="5677548"/>
                  <a:pt x="8351342" y="5781821"/>
                </a:cubicBezTo>
                <a:cubicBezTo>
                  <a:pt x="8351342" y="5881380"/>
                  <a:pt x="8339262" y="5974902"/>
                  <a:pt x="8315099" y="6062385"/>
                </a:cubicBezTo>
                <a:cubicBezTo>
                  <a:pt x="8290936" y="6149868"/>
                  <a:pt x="8255133" y="6229987"/>
                  <a:pt x="8207692" y="6302743"/>
                </a:cubicBezTo>
                <a:cubicBezTo>
                  <a:pt x="8160249" y="6375497"/>
                  <a:pt x="8101466" y="6440742"/>
                  <a:pt x="8031339" y="6498475"/>
                </a:cubicBezTo>
                <a:cubicBezTo>
                  <a:pt x="7961212" y="6556207"/>
                  <a:pt x="7880180" y="6604957"/>
                  <a:pt x="7788248" y="6644722"/>
                </a:cubicBezTo>
                <a:cubicBezTo>
                  <a:pt x="7696314" y="6684487"/>
                  <a:pt x="7593624" y="6714826"/>
                  <a:pt x="7480178" y="6735739"/>
                </a:cubicBezTo>
                <a:cubicBezTo>
                  <a:pt x="7366733" y="6756653"/>
                  <a:pt x="7243123" y="6767110"/>
                  <a:pt x="7109350" y="6767110"/>
                </a:cubicBezTo>
                <a:cubicBezTo>
                  <a:pt x="6975575" y="6767110"/>
                  <a:pt x="6851965" y="6757242"/>
                  <a:pt x="6738520" y="6737507"/>
                </a:cubicBezTo>
                <a:cubicBezTo>
                  <a:pt x="6625075" y="6717771"/>
                  <a:pt x="6522385" y="6688610"/>
                  <a:pt x="6430452" y="6650024"/>
                </a:cubicBezTo>
                <a:cubicBezTo>
                  <a:pt x="6338518" y="6611436"/>
                  <a:pt x="6257488" y="6564013"/>
                  <a:pt x="6187362" y="6507753"/>
                </a:cubicBezTo>
                <a:cubicBezTo>
                  <a:pt x="6117234" y="6451493"/>
                  <a:pt x="6058448" y="6386691"/>
                  <a:pt x="6011008" y="6313347"/>
                </a:cubicBezTo>
                <a:cubicBezTo>
                  <a:pt x="5963564" y="6240002"/>
                  <a:pt x="5927763" y="6158557"/>
                  <a:pt x="5903602" y="6069013"/>
                </a:cubicBezTo>
                <a:cubicBezTo>
                  <a:pt x="5879438" y="5979467"/>
                  <a:pt x="5867356" y="5882559"/>
                  <a:pt x="5867356" y="5778286"/>
                </a:cubicBezTo>
                <a:cubicBezTo>
                  <a:pt x="5867356" y="5678727"/>
                  <a:pt x="5879438" y="5585352"/>
                  <a:pt x="5903602" y="5498164"/>
                </a:cubicBezTo>
                <a:cubicBezTo>
                  <a:pt x="5927763" y="5410975"/>
                  <a:pt x="5963564" y="5330856"/>
                  <a:pt x="6011008" y="5257806"/>
                </a:cubicBezTo>
                <a:cubicBezTo>
                  <a:pt x="6058448" y="5184757"/>
                  <a:pt x="6117234" y="5119512"/>
                  <a:pt x="6187362" y="5062074"/>
                </a:cubicBezTo>
                <a:cubicBezTo>
                  <a:pt x="6257488" y="5004636"/>
                  <a:pt x="6338518" y="4956034"/>
                  <a:pt x="6430452" y="4916269"/>
                </a:cubicBezTo>
                <a:cubicBezTo>
                  <a:pt x="6522385" y="4876504"/>
                  <a:pt x="6625075" y="4846165"/>
                  <a:pt x="6738520" y="4825251"/>
                </a:cubicBezTo>
                <a:cubicBezTo>
                  <a:pt x="6851965" y="4804338"/>
                  <a:pt x="6975575" y="4793881"/>
                  <a:pt x="7109350" y="4793881"/>
                </a:cubicBezTo>
                <a:close/>
                <a:moveTo>
                  <a:pt x="11857474" y="4087831"/>
                </a:moveTo>
                <a:lnTo>
                  <a:pt x="12192001" y="4087831"/>
                </a:lnTo>
                <a:lnTo>
                  <a:pt x="12192001" y="5883443"/>
                </a:lnTo>
                <a:lnTo>
                  <a:pt x="11976769" y="5883443"/>
                </a:lnTo>
                <a:lnTo>
                  <a:pt x="11921981" y="5543231"/>
                </a:lnTo>
                <a:cubicBezTo>
                  <a:pt x="11917268" y="5514364"/>
                  <a:pt x="11912408" y="5480049"/>
                  <a:pt x="11907401" y="5440284"/>
                </a:cubicBezTo>
                <a:cubicBezTo>
                  <a:pt x="11902393" y="5400519"/>
                  <a:pt x="11897533" y="5357661"/>
                  <a:pt x="11892820" y="5311710"/>
                </a:cubicBezTo>
                <a:cubicBezTo>
                  <a:pt x="11888107" y="5265759"/>
                  <a:pt x="11883542" y="5217747"/>
                  <a:pt x="11879124" y="5167672"/>
                </a:cubicBezTo>
                <a:cubicBezTo>
                  <a:pt x="11874705" y="5117598"/>
                  <a:pt x="11870875" y="5067376"/>
                  <a:pt x="11867636" y="5017007"/>
                </a:cubicBezTo>
                <a:cubicBezTo>
                  <a:pt x="11864395" y="4966638"/>
                  <a:pt x="11861892" y="4917300"/>
                  <a:pt x="11860125" y="4868993"/>
                </a:cubicBezTo>
                <a:cubicBezTo>
                  <a:pt x="11858357" y="4820686"/>
                  <a:pt x="11857474" y="4775324"/>
                  <a:pt x="11857474" y="4732908"/>
                </a:cubicBezTo>
                <a:close/>
                <a:moveTo>
                  <a:pt x="6237221" y="1579807"/>
                </a:moveTo>
                <a:cubicBezTo>
                  <a:pt x="6114096" y="1579807"/>
                  <a:pt x="6008647" y="1584079"/>
                  <a:pt x="5920868" y="1592621"/>
                </a:cubicBezTo>
                <a:cubicBezTo>
                  <a:pt x="5833091" y="1601163"/>
                  <a:pt x="5761222" y="1615154"/>
                  <a:pt x="5705254" y="1634595"/>
                </a:cubicBezTo>
                <a:cubicBezTo>
                  <a:pt x="5649291" y="1654035"/>
                  <a:pt x="5608198" y="1679220"/>
                  <a:pt x="5581985" y="1710148"/>
                </a:cubicBezTo>
                <a:cubicBezTo>
                  <a:pt x="5555768" y="1741077"/>
                  <a:pt x="5542659" y="1778632"/>
                  <a:pt x="5542659" y="1822816"/>
                </a:cubicBezTo>
                <a:cubicBezTo>
                  <a:pt x="5542659" y="1852860"/>
                  <a:pt x="5549434" y="1881433"/>
                  <a:pt x="5562984" y="1908532"/>
                </a:cubicBezTo>
                <a:cubicBezTo>
                  <a:pt x="5576533" y="1935631"/>
                  <a:pt x="5597891" y="1959490"/>
                  <a:pt x="5627050" y="1980109"/>
                </a:cubicBezTo>
                <a:cubicBezTo>
                  <a:pt x="5656210" y="2000728"/>
                  <a:pt x="5693767" y="2017075"/>
                  <a:pt x="5739719" y="2029152"/>
                </a:cubicBezTo>
                <a:cubicBezTo>
                  <a:pt x="5785668" y="2041229"/>
                  <a:pt x="5840750" y="2047267"/>
                  <a:pt x="5904964" y="2047267"/>
                </a:cubicBezTo>
                <a:cubicBezTo>
                  <a:pt x="5974478" y="2047267"/>
                  <a:pt x="6038839" y="2043144"/>
                  <a:pt x="6098043" y="2034896"/>
                </a:cubicBezTo>
                <a:cubicBezTo>
                  <a:pt x="6157249" y="2026648"/>
                  <a:pt x="6212331" y="2015161"/>
                  <a:pt x="6263289" y="2000433"/>
                </a:cubicBezTo>
                <a:cubicBezTo>
                  <a:pt x="6314247" y="1985705"/>
                  <a:pt x="6361377" y="1968179"/>
                  <a:pt x="6404676" y="1947855"/>
                </a:cubicBezTo>
                <a:cubicBezTo>
                  <a:pt x="6447976" y="1927530"/>
                  <a:pt x="6488771" y="1904997"/>
                  <a:pt x="6527064" y="1880254"/>
                </a:cubicBezTo>
                <a:lnTo>
                  <a:pt x="6527064" y="1579807"/>
                </a:lnTo>
                <a:close/>
                <a:moveTo>
                  <a:pt x="9064454" y="450481"/>
                </a:moveTo>
                <a:cubicBezTo>
                  <a:pt x="9146929" y="450481"/>
                  <a:pt x="9227342" y="455489"/>
                  <a:pt x="9305695" y="465503"/>
                </a:cubicBezTo>
                <a:cubicBezTo>
                  <a:pt x="9384046" y="475518"/>
                  <a:pt x="9457832" y="492455"/>
                  <a:pt x="9527053" y="516314"/>
                </a:cubicBezTo>
                <a:cubicBezTo>
                  <a:pt x="9596273" y="540173"/>
                  <a:pt x="9659750" y="572280"/>
                  <a:pt x="9717482" y="612634"/>
                </a:cubicBezTo>
                <a:cubicBezTo>
                  <a:pt x="9775216" y="652988"/>
                  <a:pt x="9824848" y="703652"/>
                  <a:pt x="9866380" y="764625"/>
                </a:cubicBezTo>
                <a:cubicBezTo>
                  <a:pt x="9907913" y="825598"/>
                  <a:pt x="9940314" y="897911"/>
                  <a:pt x="9963584" y="981565"/>
                </a:cubicBezTo>
                <a:cubicBezTo>
                  <a:pt x="9986854" y="1065219"/>
                  <a:pt x="9998488" y="1162128"/>
                  <a:pt x="9998488" y="1272291"/>
                </a:cubicBezTo>
                <a:lnTo>
                  <a:pt x="9998488" y="2365388"/>
                </a:lnTo>
                <a:lnTo>
                  <a:pt x="9430292" y="2365388"/>
                </a:lnTo>
                <a:lnTo>
                  <a:pt x="9430292" y="1344752"/>
                </a:lnTo>
                <a:cubicBezTo>
                  <a:pt x="9430292" y="1266989"/>
                  <a:pt x="9421160" y="1199389"/>
                  <a:pt x="9402898" y="1141951"/>
                </a:cubicBezTo>
                <a:cubicBezTo>
                  <a:pt x="9384635" y="1084512"/>
                  <a:pt x="9355916" y="1036794"/>
                  <a:pt x="9316740" y="998796"/>
                </a:cubicBezTo>
                <a:cubicBezTo>
                  <a:pt x="9277564" y="960799"/>
                  <a:pt x="9227342" y="932374"/>
                  <a:pt x="9166075" y="913523"/>
                </a:cubicBezTo>
                <a:cubicBezTo>
                  <a:pt x="9104807" y="894671"/>
                  <a:pt x="9031168" y="885245"/>
                  <a:pt x="8945158" y="885245"/>
                </a:cubicBezTo>
                <a:cubicBezTo>
                  <a:pt x="8877409" y="885245"/>
                  <a:pt x="8814079" y="889516"/>
                  <a:pt x="8755169" y="898058"/>
                </a:cubicBezTo>
                <a:cubicBezTo>
                  <a:pt x="8696257" y="906601"/>
                  <a:pt x="8641176" y="917941"/>
                  <a:pt x="8589923" y="932080"/>
                </a:cubicBezTo>
                <a:cubicBezTo>
                  <a:pt x="8538671" y="946218"/>
                  <a:pt x="8490657" y="962714"/>
                  <a:pt x="8445885" y="981565"/>
                </a:cubicBezTo>
                <a:cubicBezTo>
                  <a:pt x="8401113" y="1000417"/>
                  <a:pt x="8358697" y="1020152"/>
                  <a:pt x="8318637" y="1040770"/>
                </a:cubicBezTo>
                <a:lnTo>
                  <a:pt x="8318637" y="2365388"/>
                </a:lnTo>
                <a:lnTo>
                  <a:pt x="7750440" y="2365388"/>
                </a:lnTo>
                <a:lnTo>
                  <a:pt x="7750440" y="508803"/>
                </a:lnTo>
                <a:lnTo>
                  <a:pt x="8247060" y="508803"/>
                </a:lnTo>
                <a:lnTo>
                  <a:pt x="8286825" y="721767"/>
                </a:lnTo>
                <a:cubicBezTo>
                  <a:pt x="8333954" y="679351"/>
                  <a:pt x="8386090" y="641353"/>
                  <a:pt x="8443234" y="607774"/>
                </a:cubicBezTo>
                <a:cubicBezTo>
                  <a:pt x="8500378" y="574195"/>
                  <a:pt x="8561646" y="545770"/>
                  <a:pt x="8627037" y="522500"/>
                </a:cubicBezTo>
                <a:cubicBezTo>
                  <a:pt x="8692429" y="499230"/>
                  <a:pt x="8761796" y="481409"/>
                  <a:pt x="8835141" y="469038"/>
                </a:cubicBezTo>
                <a:cubicBezTo>
                  <a:pt x="8908486" y="456667"/>
                  <a:pt x="8984924" y="450481"/>
                  <a:pt x="9064454" y="450481"/>
                </a:cubicBezTo>
                <a:close/>
                <a:moveTo>
                  <a:pt x="6005700" y="450481"/>
                </a:moveTo>
                <a:cubicBezTo>
                  <a:pt x="6176543" y="450481"/>
                  <a:pt x="6328680" y="464620"/>
                  <a:pt x="6462114" y="492897"/>
                </a:cubicBezTo>
                <a:cubicBezTo>
                  <a:pt x="6595549" y="521174"/>
                  <a:pt x="6708069" y="565947"/>
                  <a:pt x="6799676" y="627214"/>
                </a:cubicBezTo>
                <a:cubicBezTo>
                  <a:pt x="6891282" y="688482"/>
                  <a:pt x="6961091" y="767423"/>
                  <a:pt x="7009104" y="864037"/>
                </a:cubicBezTo>
                <a:cubicBezTo>
                  <a:pt x="7057116" y="960652"/>
                  <a:pt x="7081123" y="1077296"/>
                  <a:pt x="7081123" y="1213969"/>
                </a:cubicBezTo>
                <a:lnTo>
                  <a:pt x="7081123" y="2365388"/>
                </a:lnTo>
                <a:lnTo>
                  <a:pt x="6592455" y="2365388"/>
                </a:lnTo>
                <a:lnTo>
                  <a:pt x="6556225" y="2177166"/>
                </a:lnTo>
                <a:cubicBezTo>
                  <a:pt x="6510275" y="2216048"/>
                  <a:pt x="6459021" y="2250805"/>
                  <a:pt x="6402467" y="2281439"/>
                </a:cubicBezTo>
                <a:cubicBezTo>
                  <a:pt x="6345912" y="2312073"/>
                  <a:pt x="6284792" y="2337847"/>
                  <a:pt x="6219106" y="2358760"/>
                </a:cubicBezTo>
                <a:cubicBezTo>
                  <a:pt x="6153420" y="2379673"/>
                  <a:pt x="6083021" y="2395726"/>
                  <a:pt x="6007909" y="2406920"/>
                </a:cubicBezTo>
                <a:cubicBezTo>
                  <a:pt x="5932799" y="2418113"/>
                  <a:pt x="5853710" y="2423709"/>
                  <a:pt x="5770645" y="2423709"/>
                </a:cubicBezTo>
                <a:cubicBezTo>
                  <a:pt x="5645165" y="2423709"/>
                  <a:pt x="5532497" y="2411043"/>
                  <a:pt x="5432643" y="2385711"/>
                </a:cubicBezTo>
                <a:cubicBezTo>
                  <a:pt x="5332789" y="2360380"/>
                  <a:pt x="5248106" y="2323118"/>
                  <a:pt x="5178590" y="2273928"/>
                </a:cubicBezTo>
                <a:cubicBezTo>
                  <a:pt x="5109076" y="2224737"/>
                  <a:pt x="5055907" y="2164059"/>
                  <a:pt x="5019089" y="2091892"/>
                </a:cubicBezTo>
                <a:cubicBezTo>
                  <a:pt x="4982267" y="2019726"/>
                  <a:pt x="4963857" y="1937104"/>
                  <a:pt x="4963858" y="1844024"/>
                </a:cubicBezTo>
                <a:cubicBezTo>
                  <a:pt x="4963857" y="1766850"/>
                  <a:pt x="4977263" y="1698514"/>
                  <a:pt x="5004065" y="1639013"/>
                </a:cubicBezTo>
                <a:cubicBezTo>
                  <a:pt x="5030869" y="1579513"/>
                  <a:pt x="5069162" y="1527671"/>
                  <a:pt x="5118943" y="1483488"/>
                </a:cubicBezTo>
                <a:cubicBezTo>
                  <a:pt x="5168722" y="1439304"/>
                  <a:pt x="5228958" y="1402043"/>
                  <a:pt x="5299650" y="1371704"/>
                </a:cubicBezTo>
                <a:cubicBezTo>
                  <a:pt x="5370345" y="1341365"/>
                  <a:pt x="5449580" y="1316916"/>
                  <a:pt x="5537359" y="1298359"/>
                </a:cubicBezTo>
                <a:cubicBezTo>
                  <a:pt x="5625135" y="1279802"/>
                  <a:pt x="5720573" y="1266547"/>
                  <a:pt x="5823666" y="1258594"/>
                </a:cubicBezTo>
                <a:cubicBezTo>
                  <a:pt x="5926760" y="1250641"/>
                  <a:pt x="6035746" y="1246665"/>
                  <a:pt x="6150622" y="1246665"/>
                </a:cubicBezTo>
                <a:cubicBezTo>
                  <a:pt x="6197751" y="1246665"/>
                  <a:pt x="6243849" y="1247254"/>
                  <a:pt x="6288916" y="1248432"/>
                </a:cubicBezTo>
                <a:cubicBezTo>
                  <a:pt x="6333983" y="1249610"/>
                  <a:pt x="6375662" y="1251083"/>
                  <a:pt x="6413954" y="1252851"/>
                </a:cubicBezTo>
                <a:cubicBezTo>
                  <a:pt x="6452247" y="1254618"/>
                  <a:pt x="6489950" y="1256385"/>
                  <a:pt x="6527064" y="1258153"/>
                </a:cubicBezTo>
                <a:lnTo>
                  <a:pt x="6527064" y="1254618"/>
                </a:lnTo>
                <a:cubicBezTo>
                  <a:pt x="6527064" y="1189227"/>
                  <a:pt x="6514693" y="1133114"/>
                  <a:pt x="6489950" y="1086280"/>
                </a:cubicBezTo>
                <a:cubicBezTo>
                  <a:pt x="6465208" y="1039445"/>
                  <a:pt x="6428536" y="1000858"/>
                  <a:pt x="6379934" y="970519"/>
                </a:cubicBezTo>
                <a:cubicBezTo>
                  <a:pt x="6331331" y="940180"/>
                  <a:pt x="6270947" y="917794"/>
                  <a:pt x="6198782" y="903360"/>
                </a:cubicBezTo>
                <a:cubicBezTo>
                  <a:pt x="6126615" y="888927"/>
                  <a:pt x="6043109" y="881711"/>
                  <a:pt x="5948263" y="881711"/>
                </a:cubicBezTo>
                <a:cubicBezTo>
                  <a:pt x="5869321" y="881711"/>
                  <a:pt x="5793916" y="885540"/>
                  <a:pt x="5722043" y="893198"/>
                </a:cubicBezTo>
                <a:cubicBezTo>
                  <a:pt x="5650173" y="900857"/>
                  <a:pt x="5581393" y="911461"/>
                  <a:pt x="5515707" y="925010"/>
                </a:cubicBezTo>
                <a:cubicBezTo>
                  <a:pt x="5450023" y="938560"/>
                  <a:pt x="5387578" y="954613"/>
                  <a:pt x="5328371" y="973170"/>
                </a:cubicBezTo>
                <a:cubicBezTo>
                  <a:pt x="5269165" y="991727"/>
                  <a:pt x="5212757" y="1011904"/>
                  <a:pt x="5159150" y="1033701"/>
                </a:cubicBezTo>
                <a:lnTo>
                  <a:pt x="5159150" y="628098"/>
                </a:lnTo>
                <a:cubicBezTo>
                  <a:pt x="5211578" y="601588"/>
                  <a:pt x="5269312" y="577435"/>
                  <a:pt x="5332347" y="555637"/>
                </a:cubicBezTo>
                <a:cubicBezTo>
                  <a:pt x="5395382" y="533840"/>
                  <a:pt x="5462837" y="515136"/>
                  <a:pt x="5534707" y="499525"/>
                </a:cubicBezTo>
                <a:cubicBezTo>
                  <a:pt x="5606578" y="483913"/>
                  <a:pt x="5681986" y="471836"/>
                  <a:pt x="5760926" y="463294"/>
                </a:cubicBezTo>
                <a:cubicBezTo>
                  <a:pt x="5839867" y="454752"/>
                  <a:pt x="5921457" y="450481"/>
                  <a:pt x="6005700" y="450481"/>
                </a:cubicBezTo>
                <a:close/>
                <a:moveTo>
                  <a:pt x="10655566" y="0"/>
                </a:moveTo>
                <a:lnTo>
                  <a:pt x="11223764" y="0"/>
                </a:lnTo>
                <a:lnTo>
                  <a:pt x="11223764" y="1264835"/>
                </a:lnTo>
                <a:lnTo>
                  <a:pt x="12147194" y="508803"/>
                </a:lnTo>
                <a:lnTo>
                  <a:pt x="12192001" y="508803"/>
                </a:lnTo>
                <a:lnTo>
                  <a:pt x="12192001" y="1066048"/>
                </a:lnTo>
                <a:lnTo>
                  <a:pt x="12057060" y="1173859"/>
                </a:lnTo>
                <a:cubicBezTo>
                  <a:pt x="12035264" y="1190943"/>
                  <a:pt x="12013614" y="1208023"/>
                  <a:pt x="11992111" y="1225098"/>
                </a:cubicBezTo>
                <a:cubicBezTo>
                  <a:pt x="11970609" y="1242173"/>
                  <a:pt x="11949253" y="1259101"/>
                  <a:pt x="11928045" y="1275881"/>
                </a:cubicBezTo>
                <a:cubicBezTo>
                  <a:pt x="11906837" y="1292662"/>
                  <a:pt x="11885629" y="1309442"/>
                  <a:pt x="11864421" y="1326223"/>
                </a:cubicBezTo>
                <a:cubicBezTo>
                  <a:pt x="11843213" y="1343003"/>
                  <a:pt x="11821711" y="1359931"/>
                  <a:pt x="11799913" y="1377006"/>
                </a:cubicBezTo>
                <a:cubicBezTo>
                  <a:pt x="11820533" y="1395277"/>
                  <a:pt x="11841446" y="1413697"/>
                  <a:pt x="11862654" y="1432263"/>
                </a:cubicBezTo>
                <a:cubicBezTo>
                  <a:pt x="11883862" y="1450829"/>
                  <a:pt x="11905070" y="1469393"/>
                  <a:pt x="11926278" y="1487955"/>
                </a:cubicBezTo>
                <a:cubicBezTo>
                  <a:pt x="11947486" y="1506516"/>
                  <a:pt x="11968694" y="1524933"/>
                  <a:pt x="11989902" y="1543204"/>
                </a:cubicBezTo>
                <a:cubicBezTo>
                  <a:pt x="12011110" y="1561476"/>
                  <a:pt x="12032024" y="1579748"/>
                  <a:pt x="12052642" y="1598019"/>
                </a:cubicBezTo>
                <a:lnTo>
                  <a:pt x="12192001" y="1721633"/>
                </a:lnTo>
                <a:lnTo>
                  <a:pt x="12192001" y="2365388"/>
                </a:lnTo>
                <a:lnTo>
                  <a:pt x="12125103" y="2365388"/>
                </a:lnTo>
                <a:lnTo>
                  <a:pt x="11223764" y="1514029"/>
                </a:lnTo>
                <a:lnTo>
                  <a:pt x="11223764" y="2365388"/>
                </a:lnTo>
                <a:lnTo>
                  <a:pt x="10655566" y="2365388"/>
                </a:lnTo>
                <a:close/>
                <a:moveTo>
                  <a:pt x="2235466" y="0"/>
                </a:moveTo>
                <a:lnTo>
                  <a:pt x="2803664" y="0"/>
                </a:lnTo>
                <a:lnTo>
                  <a:pt x="2803664" y="693489"/>
                </a:lnTo>
                <a:cubicBezTo>
                  <a:pt x="2849615" y="655787"/>
                  <a:pt x="2900278" y="621765"/>
                  <a:pt x="2955655" y="591426"/>
                </a:cubicBezTo>
                <a:cubicBezTo>
                  <a:pt x="3011031" y="561087"/>
                  <a:pt x="3070237" y="535608"/>
                  <a:pt x="3133272" y="514989"/>
                </a:cubicBezTo>
                <a:cubicBezTo>
                  <a:pt x="3196307" y="494370"/>
                  <a:pt x="3262582" y="478464"/>
                  <a:pt x="3332097" y="467271"/>
                </a:cubicBezTo>
                <a:cubicBezTo>
                  <a:pt x="3401612" y="456078"/>
                  <a:pt x="3474073" y="450481"/>
                  <a:pt x="3549479" y="450481"/>
                </a:cubicBezTo>
                <a:cubicBezTo>
                  <a:pt x="3631954" y="450481"/>
                  <a:pt x="3712368" y="455489"/>
                  <a:pt x="3790720" y="465503"/>
                </a:cubicBezTo>
                <a:cubicBezTo>
                  <a:pt x="3869072" y="475518"/>
                  <a:pt x="3942858" y="492455"/>
                  <a:pt x="4012079" y="516314"/>
                </a:cubicBezTo>
                <a:cubicBezTo>
                  <a:pt x="4081299" y="540173"/>
                  <a:pt x="4144776" y="572280"/>
                  <a:pt x="4202510" y="612634"/>
                </a:cubicBezTo>
                <a:cubicBezTo>
                  <a:pt x="4260242" y="652988"/>
                  <a:pt x="4309876" y="703652"/>
                  <a:pt x="4351406" y="764625"/>
                </a:cubicBezTo>
                <a:cubicBezTo>
                  <a:pt x="4392939" y="825598"/>
                  <a:pt x="4425341" y="897911"/>
                  <a:pt x="4448610" y="981565"/>
                </a:cubicBezTo>
                <a:cubicBezTo>
                  <a:pt x="4471879" y="1065219"/>
                  <a:pt x="4483517" y="1162128"/>
                  <a:pt x="4483517" y="1272291"/>
                </a:cubicBezTo>
                <a:lnTo>
                  <a:pt x="4483517" y="2365388"/>
                </a:lnTo>
                <a:lnTo>
                  <a:pt x="3915317" y="2365388"/>
                </a:lnTo>
                <a:lnTo>
                  <a:pt x="3915317" y="1344752"/>
                </a:lnTo>
                <a:cubicBezTo>
                  <a:pt x="3915317" y="1266989"/>
                  <a:pt x="3906185" y="1199389"/>
                  <a:pt x="3887923" y="1141951"/>
                </a:cubicBezTo>
                <a:cubicBezTo>
                  <a:pt x="3869660" y="1084512"/>
                  <a:pt x="3840942" y="1036794"/>
                  <a:pt x="3801766" y="998796"/>
                </a:cubicBezTo>
                <a:cubicBezTo>
                  <a:pt x="3762590" y="960799"/>
                  <a:pt x="3712368" y="932374"/>
                  <a:pt x="3651100" y="913523"/>
                </a:cubicBezTo>
                <a:cubicBezTo>
                  <a:pt x="3589833" y="894671"/>
                  <a:pt x="3516194" y="885245"/>
                  <a:pt x="3430184" y="885245"/>
                </a:cubicBezTo>
                <a:cubicBezTo>
                  <a:pt x="3362436" y="885245"/>
                  <a:pt x="3299107" y="889516"/>
                  <a:pt x="3240196" y="898058"/>
                </a:cubicBezTo>
                <a:cubicBezTo>
                  <a:pt x="3181284" y="906601"/>
                  <a:pt x="3126203" y="917941"/>
                  <a:pt x="3074950" y="932080"/>
                </a:cubicBezTo>
                <a:cubicBezTo>
                  <a:pt x="3023697" y="946218"/>
                  <a:pt x="2975685" y="962714"/>
                  <a:pt x="2930912" y="981565"/>
                </a:cubicBezTo>
                <a:cubicBezTo>
                  <a:pt x="2886140" y="1000417"/>
                  <a:pt x="2843724" y="1020152"/>
                  <a:pt x="2803664" y="1040770"/>
                </a:cubicBezTo>
                <a:lnTo>
                  <a:pt x="2803664" y="2365388"/>
                </a:lnTo>
                <a:lnTo>
                  <a:pt x="2235466" y="2365388"/>
                </a:lnTo>
                <a:close/>
                <a:moveTo>
                  <a:pt x="0" y="0"/>
                </a:moveTo>
                <a:lnTo>
                  <a:pt x="1766825" y="0"/>
                </a:lnTo>
                <a:lnTo>
                  <a:pt x="1766825" y="172126"/>
                </a:lnTo>
                <a:lnTo>
                  <a:pt x="800093" y="172126"/>
                </a:lnTo>
                <a:lnTo>
                  <a:pt x="800093" y="2365388"/>
                </a:lnTo>
                <a:lnTo>
                  <a:pt x="216873" y="2365388"/>
                </a:lnTo>
                <a:lnTo>
                  <a:pt x="216873" y="172126"/>
                </a:lnTo>
                <a:lnTo>
                  <a:pt x="0" y="172126"/>
                </a:lnTo>
                <a:close/>
              </a:path>
            </a:pathLst>
          </a:custGeom>
          <a:solidFill>
            <a:schemeClr val="bg1">
              <a:alpha val="7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endParaRPr lang="en-GB" sz="28500" b="1" i="0" noProof="0">
              <a:solidFill>
                <a:schemeClr val="bg1">
                  <a:alpha val="7000"/>
                </a:schemeClr>
              </a:solidFill>
              <a:latin typeface="Audi Type Extended" panose="020B0503040200000003" pitchFamily="34" charset="0"/>
              <a:cs typeface="Audi Type Extended" panose="020B05030402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597261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 1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F3F0CCF8-3714-8147-B6A4-7BD071F59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5845" y="3297957"/>
            <a:ext cx="9232900" cy="852805"/>
          </a:xfrm>
        </p:spPr>
        <p:txBody>
          <a:bodyPr anchor="ctr"/>
          <a:lstStyle>
            <a:lvl1pPr algn="r">
              <a:defRPr sz="6800" b="1" i="0">
                <a:solidFill>
                  <a:schemeClr val="tx1"/>
                </a:solidFill>
                <a:latin typeface="Audi Type Extended" panose="020B0503040200000003" pitchFamily="34" charset="0"/>
                <a:cs typeface="Audi Type Extended" panose="020B0503040200000003" pitchFamily="34" charset="0"/>
              </a:defRPr>
            </a:lvl1pPr>
          </a:lstStyle>
          <a:p>
            <a:pPr lvl="0"/>
            <a:r>
              <a:rPr lang="en-GB" noProof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44878852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 2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5358CD8-FA7D-2144-9AC0-79FA59B00A7A}"/>
              </a:ext>
            </a:extLst>
          </p:cNvPr>
          <p:cNvSpPr/>
          <p:nvPr userDrawn="1"/>
        </p:nvSpPr>
        <p:spPr>
          <a:xfrm>
            <a:off x="2385646" y="3140329"/>
            <a:ext cx="9232900" cy="1046723"/>
          </a:xfrm>
          <a:prstGeom prst="rect">
            <a:avLst/>
          </a:prstGeom>
          <a:noFill/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sz="6800" b="1" i="0" noProof="0">
                <a:solidFill>
                  <a:schemeClr val="tx1"/>
                </a:solidFill>
                <a:latin typeface="Audi Type Extended" panose="020B0503040200000003" pitchFamily="34" charset="0"/>
                <a:cs typeface="Audi Type Extended" panose="020B0503040200000003" pitchFamily="34" charset="0"/>
              </a:rPr>
              <a:t>Thank you!</a:t>
            </a: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16F39F96-20D1-0047-9EF5-434EAF9CA3BB}"/>
              </a:ext>
            </a:extLst>
          </p:cNvPr>
          <p:cNvSpPr/>
          <p:nvPr userDrawn="1"/>
        </p:nvSpPr>
        <p:spPr>
          <a:xfrm>
            <a:off x="0" y="1"/>
            <a:ext cx="12192000" cy="6858001"/>
          </a:xfrm>
          <a:custGeom>
            <a:avLst/>
            <a:gdLst>
              <a:gd name="connsiteX0" fmla="*/ 11850404 w 12192000"/>
              <a:gd name="connsiteY0" fmla="*/ 6343656 h 6858001"/>
              <a:gd name="connsiteX1" fmla="*/ 12192000 w 12192000"/>
              <a:gd name="connsiteY1" fmla="*/ 6343656 h 6858001"/>
              <a:gd name="connsiteX2" fmla="*/ 12192000 w 12192000"/>
              <a:gd name="connsiteY2" fmla="*/ 6858001 h 6858001"/>
              <a:gd name="connsiteX3" fmla="*/ 11850404 w 12192000"/>
              <a:gd name="connsiteY3" fmla="*/ 6858001 h 6858001"/>
              <a:gd name="connsiteX4" fmla="*/ 7108908 w 12192000"/>
              <a:gd name="connsiteY4" fmla="*/ 5391063 h 6858001"/>
              <a:gd name="connsiteX5" fmla="*/ 6839831 w 12192000"/>
              <a:gd name="connsiteY5" fmla="*/ 5430386 h 6858001"/>
              <a:gd name="connsiteX6" fmla="*/ 6631728 w 12192000"/>
              <a:gd name="connsiteY6" fmla="*/ 5543496 h 6858001"/>
              <a:gd name="connsiteX7" fmla="*/ 6497853 w 12192000"/>
              <a:gd name="connsiteY7" fmla="*/ 5722438 h 6858001"/>
              <a:gd name="connsiteX8" fmla="*/ 6450577 w 12192000"/>
              <a:gd name="connsiteY8" fmla="*/ 5959261 h 6858001"/>
              <a:gd name="connsiteX9" fmla="*/ 6497853 w 12192000"/>
              <a:gd name="connsiteY9" fmla="*/ 6196968 h 6858001"/>
              <a:gd name="connsiteX10" fmla="*/ 6631728 w 12192000"/>
              <a:gd name="connsiteY10" fmla="*/ 6377236 h 6858001"/>
              <a:gd name="connsiteX11" fmla="*/ 6839831 w 12192000"/>
              <a:gd name="connsiteY11" fmla="*/ 6491229 h 6858001"/>
              <a:gd name="connsiteX12" fmla="*/ 7108908 w 12192000"/>
              <a:gd name="connsiteY12" fmla="*/ 6530994 h 6858001"/>
              <a:gd name="connsiteX13" fmla="*/ 7378868 w 12192000"/>
              <a:gd name="connsiteY13" fmla="*/ 6491671 h 6858001"/>
              <a:gd name="connsiteX14" fmla="*/ 7586973 w 12192000"/>
              <a:gd name="connsiteY14" fmla="*/ 6379003 h 6858001"/>
              <a:gd name="connsiteX15" fmla="*/ 7720847 w 12192000"/>
              <a:gd name="connsiteY15" fmla="*/ 6200060 h 6858001"/>
              <a:gd name="connsiteX16" fmla="*/ 7768124 w 12192000"/>
              <a:gd name="connsiteY16" fmla="*/ 5962796 h 6858001"/>
              <a:gd name="connsiteX17" fmla="*/ 7720847 w 12192000"/>
              <a:gd name="connsiteY17" fmla="*/ 5725531 h 6858001"/>
              <a:gd name="connsiteX18" fmla="*/ 7586973 w 12192000"/>
              <a:gd name="connsiteY18" fmla="*/ 5545705 h 6858001"/>
              <a:gd name="connsiteX19" fmla="*/ 7378868 w 12192000"/>
              <a:gd name="connsiteY19" fmla="*/ 5431270 h 6858001"/>
              <a:gd name="connsiteX20" fmla="*/ 7108908 w 12192000"/>
              <a:gd name="connsiteY20" fmla="*/ 5391063 h 6858001"/>
              <a:gd name="connsiteX21" fmla="*/ 8852596 w 12192000"/>
              <a:gd name="connsiteY21" fmla="*/ 5033178 h 6858001"/>
              <a:gd name="connsiteX22" fmla="*/ 9420793 w 12192000"/>
              <a:gd name="connsiteY22" fmla="*/ 5033178 h 6858001"/>
              <a:gd name="connsiteX23" fmla="*/ 9420793 w 12192000"/>
              <a:gd name="connsiteY23" fmla="*/ 6053814 h 6858001"/>
              <a:gd name="connsiteX24" fmla="*/ 9448187 w 12192000"/>
              <a:gd name="connsiteY24" fmla="*/ 6257057 h 6858001"/>
              <a:gd name="connsiteX25" fmla="*/ 9534345 w 12192000"/>
              <a:gd name="connsiteY25" fmla="*/ 6400653 h 6858001"/>
              <a:gd name="connsiteX26" fmla="*/ 9685010 w 12192000"/>
              <a:gd name="connsiteY26" fmla="*/ 6485485 h 6858001"/>
              <a:gd name="connsiteX27" fmla="*/ 9905927 w 12192000"/>
              <a:gd name="connsiteY27" fmla="*/ 6513320 h 6858001"/>
              <a:gd name="connsiteX28" fmla="*/ 10070289 w 12192000"/>
              <a:gd name="connsiteY28" fmla="*/ 6503158 h 6858001"/>
              <a:gd name="connsiteX29" fmla="*/ 10219187 w 12192000"/>
              <a:gd name="connsiteY29" fmla="*/ 6473555 h 6858001"/>
              <a:gd name="connsiteX30" fmla="*/ 10356597 w 12192000"/>
              <a:gd name="connsiteY30" fmla="*/ 6424954 h 6858001"/>
              <a:gd name="connsiteX31" fmla="*/ 10488263 w 12192000"/>
              <a:gd name="connsiteY31" fmla="*/ 6357795 h 6858001"/>
              <a:gd name="connsiteX32" fmla="*/ 10488263 w 12192000"/>
              <a:gd name="connsiteY32" fmla="*/ 5033178 h 6858001"/>
              <a:gd name="connsiteX33" fmla="*/ 11056461 w 12192000"/>
              <a:gd name="connsiteY33" fmla="*/ 5033178 h 6858001"/>
              <a:gd name="connsiteX34" fmla="*/ 11056461 w 12192000"/>
              <a:gd name="connsiteY34" fmla="*/ 6858001 h 6858001"/>
              <a:gd name="connsiteX35" fmla="*/ 10553737 w 12192000"/>
              <a:gd name="connsiteY35" fmla="*/ 6858001 h 6858001"/>
              <a:gd name="connsiteX36" fmla="*/ 10520959 w 12192000"/>
              <a:gd name="connsiteY36" fmla="*/ 6687403 h 6858001"/>
              <a:gd name="connsiteX37" fmla="*/ 10375154 w 12192000"/>
              <a:gd name="connsiteY37" fmla="*/ 6791234 h 6858001"/>
              <a:gd name="connsiteX38" fmla="*/ 10225477 w 12192000"/>
              <a:gd name="connsiteY38" fmla="*/ 6858001 h 6858001"/>
              <a:gd name="connsiteX39" fmla="*/ 9262452 w 12192000"/>
              <a:gd name="connsiteY39" fmla="*/ 6858001 h 6858001"/>
              <a:gd name="connsiteX40" fmla="*/ 9219759 w 12192000"/>
              <a:gd name="connsiteY40" fmla="*/ 6839504 h 6858001"/>
              <a:gd name="connsiteX41" fmla="*/ 9130067 w 12192000"/>
              <a:gd name="connsiteY41" fmla="*/ 6785048 h 6858001"/>
              <a:gd name="connsiteX42" fmla="*/ 8982936 w 12192000"/>
              <a:gd name="connsiteY42" fmla="*/ 6633499 h 6858001"/>
              <a:gd name="connsiteX43" fmla="*/ 8887059 w 12192000"/>
              <a:gd name="connsiteY43" fmla="*/ 6417001 h 6858001"/>
              <a:gd name="connsiteX44" fmla="*/ 8852596 w 12192000"/>
              <a:gd name="connsiteY44" fmla="*/ 6126274 h 6858001"/>
              <a:gd name="connsiteX45" fmla="*/ 3225611 w 12192000"/>
              <a:gd name="connsiteY45" fmla="*/ 5033178 h 6858001"/>
              <a:gd name="connsiteX46" fmla="*/ 3840643 w 12192000"/>
              <a:gd name="connsiteY46" fmla="*/ 5033178 h 6858001"/>
              <a:gd name="connsiteX47" fmla="*/ 4346624 w 12192000"/>
              <a:gd name="connsiteY47" fmla="*/ 6097113 h 6858001"/>
              <a:gd name="connsiteX48" fmla="*/ 4410215 w 12192000"/>
              <a:gd name="connsiteY48" fmla="*/ 6230989 h 6858001"/>
              <a:gd name="connsiteX49" fmla="*/ 4473789 w 12192000"/>
              <a:gd name="connsiteY49" fmla="*/ 6364864 h 6858001"/>
              <a:gd name="connsiteX50" fmla="*/ 4536137 w 12192000"/>
              <a:gd name="connsiteY50" fmla="*/ 6232756 h 6858001"/>
              <a:gd name="connsiteX51" fmla="*/ 4599354 w 12192000"/>
              <a:gd name="connsiteY51" fmla="*/ 6098881 h 6858001"/>
              <a:gd name="connsiteX52" fmla="*/ 5104288 w 12192000"/>
              <a:gd name="connsiteY52" fmla="*/ 5033178 h 6858001"/>
              <a:gd name="connsiteX53" fmla="*/ 5693693 w 12192000"/>
              <a:gd name="connsiteY53" fmla="*/ 5033178 h 6858001"/>
              <a:gd name="connsiteX54" fmla="*/ 4772955 w 12192000"/>
              <a:gd name="connsiteY54" fmla="*/ 6858001 h 6858001"/>
              <a:gd name="connsiteX55" fmla="*/ 4148574 w 12192000"/>
              <a:gd name="connsiteY55" fmla="*/ 6858001 h 6858001"/>
              <a:gd name="connsiteX56" fmla="*/ 7109351 w 12192000"/>
              <a:gd name="connsiteY56" fmla="*/ 4974856 h 6858001"/>
              <a:gd name="connsiteX57" fmla="*/ 7481504 w 12192000"/>
              <a:gd name="connsiteY57" fmla="*/ 5004459 h 6858001"/>
              <a:gd name="connsiteX58" fmla="*/ 7790457 w 12192000"/>
              <a:gd name="connsiteY58" fmla="*/ 5091942 h 6858001"/>
              <a:gd name="connsiteX59" fmla="*/ 8033555 w 12192000"/>
              <a:gd name="connsiteY59" fmla="*/ 5234212 h 6858001"/>
              <a:gd name="connsiteX60" fmla="*/ 8209024 w 12192000"/>
              <a:gd name="connsiteY60" fmla="*/ 5428619 h 6858001"/>
              <a:gd name="connsiteX61" fmla="*/ 8315541 w 12192000"/>
              <a:gd name="connsiteY61" fmla="*/ 5672511 h 6858001"/>
              <a:gd name="connsiteX62" fmla="*/ 8351342 w 12192000"/>
              <a:gd name="connsiteY62" fmla="*/ 5962796 h 6858001"/>
              <a:gd name="connsiteX63" fmla="*/ 8315099 w 12192000"/>
              <a:gd name="connsiteY63" fmla="*/ 6243360 h 6858001"/>
              <a:gd name="connsiteX64" fmla="*/ 8207692 w 12192000"/>
              <a:gd name="connsiteY64" fmla="*/ 6483718 h 6858001"/>
              <a:gd name="connsiteX65" fmla="*/ 8031339 w 12192000"/>
              <a:gd name="connsiteY65" fmla="*/ 6679450 h 6858001"/>
              <a:gd name="connsiteX66" fmla="*/ 7788249 w 12192000"/>
              <a:gd name="connsiteY66" fmla="*/ 6825697 h 6858001"/>
              <a:gd name="connsiteX67" fmla="*/ 7698566 w 12192000"/>
              <a:gd name="connsiteY67" fmla="*/ 6858001 h 6858001"/>
              <a:gd name="connsiteX68" fmla="*/ 6508023 w 12192000"/>
              <a:gd name="connsiteY68" fmla="*/ 6858001 h 6858001"/>
              <a:gd name="connsiteX69" fmla="*/ 6430452 w 12192000"/>
              <a:gd name="connsiteY69" fmla="*/ 6830999 h 6858001"/>
              <a:gd name="connsiteX70" fmla="*/ 6187362 w 12192000"/>
              <a:gd name="connsiteY70" fmla="*/ 6688728 h 6858001"/>
              <a:gd name="connsiteX71" fmla="*/ 6011008 w 12192000"/>
              <a:gd name="connsiteY71" fmla="*/ 6494322 h 6858001"/>
              <a:gd name="connsiteX72" fmla="*/ 5903602 w 12192000"/>
              <a:gd name="connsiteY72" fmla="*/ 6249988 h 6858001"/>
              <a:gd name="connsiteX73" fmla="*/ 5867355 w 12192000"/>
              <a:gd name="connsiteY73" fmla="*/ 5959261 h 6858001"/>
              <a:gd name="connsiteX74" fmla="*/ 5903602 w 12192000"/>
              <a:gd name="connsiteY74" fmla="*/ 5679139 h 6858001"/>
              <a:gd name="connsiteX75" fmla="*/ 6011008 w 12192000"/>
              <a:gd name="connsiteY75" fmla="*/ 5438781 h 6858001"/>
              <a:gd name="connsiteX76" fmla="*/ 6187362 w 12192000"/>
              <a:gd name="connsiteY76" fmla="*/ 5243049 h 6858001"/>
              <a:gd name="connsiteX77" fmla="*/ 6430452 w 12192000"/>
              <a:gd name="connsiteY77" fmla="*/ 5097244 h 6858001"/>
              <a:gd name="connsiteX78" fmla="*/ 6738520 w 12192000"/>
              <a:gd name="connsiteY78" fmla="*/ 5006226 h 6858001"/>
              <a:gd name="connsiteX79" fmla="*/ 7109351 w 12192000"/>
              <a:gd name="connsiteY79" fmla="*/ 4974856 h 6858001"/>
              <a:gd name="connsiteX80" fmla="*/ 11857474 w 12192000"/>
              <a:gd name="connsiteY80" fmla="*/ 4268806 h 6858001"/>
              <a:gd name="connsiteX81" fmla="*/ 12192000 w 12192000"/>
              <a:gd name="connsiteY81" fmla="*/ 4268806 h 6858001"/>
              <a:gd name="connsiteX82" fmla="*/ 12192000 w 12192000"/>
              <a:gd name="connsiteY82" fmla="*/ 6064418 h 6858001"/>
              <a:gd name="connsiteX83" fmla="*/ 11976769 w 12192000"/>
              <a:gd name="connsiteY83" fmla="*/ 6064418 h 6858001"/>
              <a:gd name="connsiteX84" fmla="*/ 11921981 w 12192000"/>
              <a:gd name="connsiteY84" fmla="*/ 5724206 h 6858001"/>
              <a:gd name="connsiteX85" fmla="*/ 11907401 w 12192000"/>
              <a:gd name="connsiteY85" fmla="*/ 5621259 h 6858001"/>
              <a:gd name="connsiteX86" fmla="*/ 11892820 w 12192000"/>
              <a:gd name="connsiteY86" fmla="*/ 5492685 h 6858001"/>
              <a:gd name="connsiteX87" fmla="*/ 11879124 w 12192000"/>
              <a:gd name="connsiteY87" fmla="*/ 5348647 h 6858001"/>
              <a:gd name="connsiteX88" fmla="*/ 11867636 w 12192000"/>
              <a:gd name="connsiteY88" fmla="*/ 5197982 h 6858001"/>
              <a:gd name="connsiteX89" fmla="*/ 11860125 w 12192000"/>
              <a:gd name="connsiteY89" fmla="*/ 5049968 h 6858001"/>
              <a:gd name="connsiteX90" fmla="*/ 11857474 w 12192000"/>
              <a:gd name="connsiteY90" fmla="*/ 4913883 h 6858001"/>
              <a:gd name="connsiteX91" fmla="*/ 6237222 w 12192000"/>
              <a:gd name="connsiteY91" fmla="*/ 1579807 h 6858001"/>
              <a:gd name="connsiteX92" fmla="*/ 5920869 w 12192000"/>
              <a:gd name="connsiteY92" fmla="*/ 1592621 h 6858001"/>
              <a:gd name="connsiteX93" fmla="*/ 5705254 w 12192000"/>
              <a:gd name="connsiteY93" fmla="*/ 1634595 h 6858001"/>
              <a:gd name="connsiteX94" fmla="*/ 5581983 w 12192000"/>
              <a:gd name="connsiteY94" fmla="*/ 1710148 h 6858001"/>
              <a:gd name="connsiteX95" fmla="*/ 5542661 w 12192000"/>
              <a:gd name="connsiteY95" fmla="*/ 1822816 h 6858001"/>
              <a:gd name="connsiteX96" fmla="*/ 5562984 w 12192000"/>
              <a:gd name="connsiteY96" fmla="*/ 1908532 h 6858001"/>
              <a:gd name="connsiteX97" fmla="*/ 5627051 w 12192000"/>
              <a:gd name="connsiteY97" fmla="*/ 1980109 h 6858001"/>
              <a:gd name="connsiteX98" fmla="*/ 5739718 w 12192000"/>
              <a:gd name="connsiteY98" fmla="*/ 2029152 h 6858001"/>
              <a:gd name="connsiteX99" fmla="*/ 5904964 w 12192000"/>
              <a:gd name="connsiteY99" fmla="*/ 2047267 h 6858001"/>
              <a:gd name="connsiteX100" fmla="*/ 6098043 w 12192000"/>
              <a:gd name="connsiteY100" fmla="*/ 2034896 h 6858001"/>
              <a:gd name="connsiteX101" fmla="*/ 6263289 w 12192000"/>
              <a:gd name="connsiteY101" fmla="*/ 2000433 h 6858001"/>
              <a:gd name="connsiteX102" fmla="*/ 6404677 w 12192000"/>
              <a:gd name="connsiteY102" fmla="*/ 1947855 h 6858001"/>
              <a:gd name="connsiteX103" fmla="*/ 6527065 w 12192000"/>
              <a:gd name="connsiteY103" fmla="*/ 1880254 h 6858001"/>
              <a:gd name="connsiteX104" fmla="*/ 6527065 w 12192000"/>
              <a:gd name="connsiteY104" fmla="*/ 1579807 h 6858001"/>
              <a:gd name="connsiteX105" fmla="*/ 9064454 w 12192000"/>
              <a:gd name="connsiteY105" fmla="*/ 450481 h 6858001"/>
              <a:gd name="connsiteX106" fmla="*/ 9305695 w 12192000"/>
              <a:gd name="connsiteY106" fmla="*/ 465503 h 6858001"/>
              <a:gd name="connsiteX107" fmla="*/ 9527053 w 12192000"/>
              <a:gd name="connsiteY107" fmla="*/ 516314 h 6858001"/>
              <a:gd name="connsiteX108" fmla="*/ 9717482 w 12192000"/>
              <a:gd name="connsiteY108" fmla="*/ 612634 h 6858001"/>
              <a:gd name="connsiteX109" fmla="*/ 9866380 w 12192000"/>
              <a:gd name="connsiteY109" fmla="*/ 764625 h 6858001"/>
              <a:gd name="connsiteX110" fmla="*/ 9963584 w 12192000"/>
              <a:gd name="connsiteY110" fmla="*/ 981565 h 6858001"/>
              <a:gd name="connsiteX111" fmla="*/ 9998488 w 12192000"/>
              <a:gd name="connsiteY111" fmla="*/ 1272291 h 6858001"/>
              <a:gd name="connsiteX112" fmla="*/ 9998488 w 12192000"/>
              <a:gd name="connsiteY112" fmla="*/ 2365387 h 6858001"/>
              <a:gd name="connsiteX113" fmla="*/ 9430292 w 12192000"/>
              <a:gd name="connsiteY113" fmla="*/ 2365387 h 6858001"/>
              <a:gd name="connsiteX114" fmla="*/ 9430292 w 12192000"/>
              <a:gd name="connsiteY114" fmla="*/ 1344752 h 6858001"/>
              <a:gd name="connsiteX115" fmla="*/ 9402898 w 12192000"/>
              <a:gd name="connsiteY115" fmla="*/ 1141951 h 6858001"/>
              <a:gd name="connsiteX116" fmla="*/ 9316740 w 12192000"/>
              <a:gd name="connsiteY116" fmla="*/ 998796 h 6858001"/>
              <a:gd name="connsiteX117" fmla="*/ 9166075 w 12192000"/>
              <a:gd name="connsiteY117" fmla="*/ 913522 h 6858001"/>
              <a:gd name="connsiteX118" fmla="*/ 8945158 w 12192000"/>
              <a:gd name="connsiteY118" fmla="*/ 885245 h 6858001"/>
              <a:gd name="connsiteX119" fmla="*/ 8755169 w 12192000"/>
              <a:gd name="connsiteY119" fmla="*/ 898058 h 6858001"/>
              <a:gd name="connsiteX120" fmla="*/ 8589923 w 12192000"/>
              <a:gd name="connsiteY120" fmla="*/ 932079 h 6858001"/>
              <a:gd name="connsiteX121" fmla="*/ 8445885 w 12192000"/>
              <a:gd name="connsiteY121" fmla="*/ 981565 h 6858001"/>
              <a:gd name="connsiteX122" fmla="*/ 8318637 w 12192000"/>
              <a:gd name="connsiteY122" fmla="*/ 1040771 h 6858001"/>
              <a:gd name="connsiteX123" fmla="*/ 8318637 w 12192000"/>
              <a:gd name="connsiteY123" fmla="*/ 2365387 h 6858001"/>
              <a:gd name="connsiteX124" fmla="*/ 7750441 w 12192000"/>
              <a:gd name="connsiteY124" fmla="*/ 2365387 h 6858001"/>
              <a:gd name="connsiteX125" fmla="*/ 7750441 w 12192000"/>
              <a:gd name="connsiteY125" fmla="*/ 508803 h 6858001"/>
              <a:gd name="connsiteX126" fmla="*/ 8247060 w 12192000"/>
              <a:gd name="connsiteY126" fmla="*/ 508803 h 6858001"/>
              <a:gd name="connsiteX127" fmla="*/ 8286825 w 12192000"/>
              <a:gd name="connsiteY127" fmla="*/ 721767 h 6858001"/>
              <a:gd name="connsiteX128" fmla="*/ 8443234 w 12192000"/>
              <a:gd name="connsiteY128" fmla="*/ 607774 h 6858001"/>
              <a:gd name="connsiteX129" fmla="*/ 8627037 w 12192000"/>
              <a:gd name="connsiteY129" fmla="*/ 522500 h 6858001"/>
              <a:gd name="connsiteX130" fmla="*/ 8835141 w 12192000"/>
              <a:gd name="connsiteY130" fmla="*/ 469038 h 6858001"/>
              <a:gd name="connsiteX131" fmla="*/ 9064454 w 12192000"/>
              <a:gd name="connsiteY131" fmla="*/ 450481 h 6858001"/>
              <a:gd name="connsiteX132" fmla="*/ 6005701 w 12192000"/>
              <a:gd name="connsiteY132" fmla="*/ 450481 h 6858001"/>
              <a:gd name="connsiteX133" fmla="*/ 6462115 w 12192000"/>
              <a:gd name="connsiteY133" fmla="*/ 492897 h 6858001"/>
              <a:gd name="connsiteX134" fmla="*/ 6799675 w 12192000"/>
              <a:gd name="connsiteY134" fmla="*/ 627214 h 6858001"/>
              <a:gd name="connsiteX135" fmla="*/ 7009105 w 12192000"/>
              <a:gd name="connsiteY135" fmla="*/ 864037 h 6858001"/>
              <a:gd name="connsiteX136" fmla="*/ 7081124 w 12192000"/>
              <a:gd name="connsiteY136" fmla="*/ 1213969 h 6858001"/>
              <a:gd name="connsiteX137" fmla="*/ 7081124 w 12192000"/>
              <a:gd name="connsiteY137" fmla="*/ 2365387 h 6858001"/>
              <a:gd name="connsiteX138" fmla="*/ 6592456 w 12192000"/>
              <a:gd name="connsiteY138" fmla="*/ 2365387 h 6858001"/>
              <a:gd name="connsiteX139" fmla="*/ 6556225 w 12192000"/>
              <a:gd name="connsiteY139" fmla="*/ 2177166 h 6858001"/>
              <a:gd name="connsiteX140" fmla="*/ 6402467 w 12192000"/>
              <a:gd name="connsiteY140" fmla="*/ 2281439 h 6858001"/>
              <a:gd name="connsiteX141" fmla="*/ 6219107 w 12192000"/>
              <a:gd name="connsiteY141" fmla="*/ 2358760 h 6858001"/>
              <a:gd name="connsiteX142" fmla="*/ 6007909 w 12192000"/>
              <a:gd name="connsiteY142" fmla="*/ 2406920 h 6858001"/>
              <a:gd name="connsiteX143" fmla="*/ 5770647 w 12192000"/>
              <a:gd name="connsiteY143" fmla="*/ 2423709 h 6858001"/>
              <a:gd name="connsiteX144" fmla="*/ 5432645 w 12192000"/>
              <a:gd name="connsiteY144" fmla="*/ 2385712 h 6858001"/>
              <a:gd name="connsiteX145" fmla="*/ 5178590 w 12192000"/>
              <a:gd name="connsiteY145" fmla="*/ 2273928 h 6858001"/>
              <a:gd name="connsiteX146" fmla="*/ 5019088 w 12192000"/>
              <a:gd name="connsiteY146" fmla="*/ 2091892 h 6858001"/>
              <a:gd name="connsiteX147" fmla="*/ 4963859 w 12192000"/>
              <a:gd name="connsiteY147" fmla="*/ 1844024 h 6858001"/>
              <a:gd name="connsiteX148" fmla="*/ 5004067 w 12192000"/>
              <a:gd name="connsiteY148" fmla="*/ 1639013 h 6858001"/>
              <a:gd name="connsiteX149" fmla="*/ 5118943 w 12192000"/>
              <a:gd name="connsiteY149" fmla="*/ 1483488 h 6858001"/>
              <a:gd name="connsiteX150" fmla="*/ 5299651 w 12192000"/>
              <a:gd name="connsiteY150" fmla="*/ 1371704 h 6858001"/>
              <a:gd name="connsiteX151" fmla="*/ 5537358 w 12192000"/>
              <a:gd name="connsiteY151" fmla="*/ 1298359 h 6858001"/>
              <a:gd name="connsiteX152" fmla="*/ 5823667 w 12192000"/>
              <a:gd name="connsiteY152" fmla="*/ 1258594 h 6858001"/>
              <a:gd name="connsiteX153" fmla="*/ 6150624 w 12192000"/>
              <a:gd name="connsiteY153" fmla="*/ 1246665 h 6858001"/>
              <a:gd name="connsiteX154" fmla="*/ 6288915 w 12192000"/>
              <a:gd name="connsiteY154" fmla="*/ 1248432 h 6858001"/>
              <a:gd name="connsiteX155" fmla="*/ 6413954 w 12192000"/>
              <a:gd name="connsiteY155" fmla="*/ 1252851 h 6858001"/>
              <a:gd name="connsiteX156" fmla="*/ 6527065 w 12192000"/>
              <a:gd name="connsiteY156" fmla="*/ 1258153 h 6858001"/>
              <a:gd name="connsiteX157" fmla="*/ 6527065 w 12192000"/>
              <a:gd name="connsiteY157" fmla="*/ 1254618 h 6858001"/>
              <a:gd name="connsiteX158" fmla="*/ 6489951 w 12192000"/>
              <a:gd name="connsiteY158" fmla="*/ 1086280 h 6858001"/>
              <a:gd name="connsiteX159" fmla="*/ 6379933 w 12192000"/>
              <a:gd name="connsiteY159" fmla="*/ 970519 h 6858001"/>
              <a:gd name="connsiteX160" fmla="*/ 6198782 w 12192000"/>
              <a:gd name="connsiteY160" fmla="*/ 903360 h 6858001"/>
              <a:gd name="connsiteX161" fmla="*/ 5948264 w 12192000"/>
              <a:gd name="connsiteY161" fmla="*/ 881710 h 6858001"/>
              <a:gd name="connsiteX162" fmla="*/ 5722044 w 12192000"/>
              <a:gd name="connsiteY162" fmla="*/ 893198 h 6858001"/>
              <a:gd name="connsiteX163" fmla="*/ 5515708 w 12192000"/>
              <a:gd name="connsiteY163" fmla="*/ 925010 h 6858001"/>
              <a:gd name="connsiteX164" fmla="*/ 5328371 w 12192000"/>
              <a:gd name="connsiteY164" fmla="*/ 973170 h 6858001"/>
              <a:gd name="connsiteX165" fmla="*/ 5159149 w 12192000"/>
              <a:gd name="connsiteY165" fmla="*/ 1033701 h 6858001"/>
              <a:gd name="connsiteX166" fmla="*/ 5159149 w 12192000"/>
              <a:gd name="connsiteY166" fmla="*/ 628098 h 6858001"/>
              <a:gd name="connsiteX167" fmla="*/ 5332347 w 12192000"/>
              <a:gd name="connsiteY167" fmla="*/ 555637 h 6858001"/>
              <a:gd name="connsiteX168" fmla="*/ 5534707 w 12192000"/>
              <a:gd name="connsiteY168" fmla="*/ 499524 h 6858001"/>
              <a:gd name="connsiteX169" fmla="*/ 5760925 w 12192000"/>
              <a:gd name="connsiteY169" fmla="*/ 463294 h 6858001"/>
              <a:gd name="connsiteX170" fmla="*/ 6005701 w 12192000"/>
              <a:gd name="connsiteY170" fmla="*/ 450481 h 6858001"/>
              <a:gd name="connsiteX171" fmla="*/ 10655566 w 12192000"/>
              <a:gd name="connsiteY171" fmla="*/ 0 h 6858001"/>
              <a:gd name="connsiteX172" fmla="*/ 11223764 w 12192000"/>
              <a:gd name="connsiteY172" fmla="*/ 0 h 6858001"/>
              <a:gd name="connsiteX173" fmla="*/ 11223764 w 12192000"/>
              <a:gd name="connsiteY173" fmla="*/ 1264835 h 6858001"/>
              <a:gd name="connsiteX174" fmla="*/ 12147194 w 12192000"/>
              <a:gd name="connsiteY174" fmla="*/ 508803 h 6858001"/>
              <a:gd name="connsiteX175" fmla="*/ 12192000 w 12192000"/>
              <a:gd name="connsiteY175" fmla="*/ 508803 h 6858001"/>
              <a:gd name="connsiteX176" fmla="*/ 12192000 w 12192000"/>
              <a:gd name="connsiteY176" fmla="*/ 1066049 h 6858001"/>
              <a:gd name="connsiteX177" fmla="*/ 12057060 w 12192000"/>
              <a:gd name="connsiteY177" fmla="*/ 1173859 h 6858001"/>
              <a:gd name="connsiteX178" fmla="*/ 11992111 w 12192000"/>
              <a:gd name="connsiteY178" fmla="*/ 1225098 h 6858001"/>
              <a:gd name="connsiteX179" fmla="*/ 11928045 w 12192000"/>
              <a:gd name="connsiteY179" fmla="*/ 1275881 h 6858001"/>
              <a:gd name="connsiteX180" fmla="*/ 11864421 w 12192000"/>
              <a:gd name="connsiteY180" fmla="*/ 1326223 h 6858001"/>
              <a:gd name="connsiteX181" fmla="*/ 11799913 w 12192000"/>
              <a:gd name="connsiteY181" fmla="*/ 1377006 h 6858001"/>
              <a:gd name="connsiteX182" fmla="*/ 11862654 w 12192000"/>
              <a:gd name="connsiteY182" fmla="*/ 1432263 h 6858001"/>
              <a:gd name="connsiteX183" fmla="*/ 11926278 w 12192000"/>
              <a:gd name="connsiteY183" fmla="*/ 1487955 h 6858001"/>
              <a:gd name="connsiteX184" fmla="*/ 11989902 w 12192000"/>
              <a:gd name="connsiteY184" fmla="*/ 1543204 h 6858001"/>
              <a:gd name="connsiteX185" fmla="*/ 12052642 w 12192000"/>
              <a:gd name="connsiteY185" fmla="*/ 1598019 h 6858001"/>
              <a:gd name="connsiteX186" fmla="*/ 12192000 w 12192000"/>
              <a:gd name="connsiteY186" fmla="*/ 1721632 h 6858001"/>
              <a:gd name="connsiteX187" fmla="*/ 12192000 w 12192000"/>
              <a:gd name="connsiteY187" fmla="*/ 2365387 h 6858001"/>
              <a:gd name="connsiteX188" fmla="*/ 12125103 w 12192000"/>
              <a:gd name="connsiteY188" fmla="*/ 2365387 h 6858001"/>
              <a:gd name="connsiteX189" fmla="*/ 11223764 w 12192000"/>
              <a:gd name="connsiteY189" fmla="*/ 1514029 h 6858001"/>
              <a:gd name="connsiteX190" fmla="*/ 11223764 w 12192000"/>
              <a:gd name="connsiteY190" fmla="*/ 2365387 h 6858001"/>
              <a:gd name="connsiteX191" fmla="*/ 10655566 w 12192000"/>
              <a:gd name="connsiteY191" fmla="*/ 2365387 h 6858001"/>
              <a:gd name="connsiteX192" fmla="*/ 2235466 w 12192000"/>
              <a:gd name="connsiteY192" fmla="*/ 0 h 6858001"/>
              <a:gd name="connsiteX193" fmla="*/ 2803664 w 12192000"/>
              <a:gd name="connsiteY193" fmla="*/ 0 h 6858001"/>
              <a:gd name="connsiteX194" fmla="*/ 2803664 w 12192000"/>
              <a:gd name="connsiteY194" fmla="*/ 693489 h 6858001"/>
              <a:gd name="connsiteX195" fmla="*/ 2955655 w 12192000"/>
              <a:gd name="connsiteY195" fmla="*/ 591426 h 6858001"/>
              <a:gd name="connsiteX196" fmla="*/ 3133272 w 12192000"/>
              <a:gd name="connsiteY196" fmla="*/ 514989 h 6858001"/>
              <a:gd name="connsiteX197" fmla="*/ 3332097 w 12192000"/>
              <a:gd name="connsiteY197" fmla="*/ 467271 h 6858001"/>
              <a:gd name="connsiteX198" fmla="*/ 3549479 w 12192000"/>
              <a:gd name="connsiteY198" fmla="*/ 450481 h 6858001"/>
              <a:gd name="connsiteX199" fmla="*/ 3790720 w 12192000"/>
              <a:gd name="connsiteY199" fmla="*/ 465503 h 6858001"/>
              <a:gd name="connsiteX200" fmla="*/ 4012079 w 12192000"/>
              <a:gd name="connsiteY200" fmla="*/ 516314 h 6858001"/>
              <a:gd name="connsiteX201" fmla="*/ 4202509 w 12192000"/>
              <a:gd name="connsiteY201" fmla="*/ 612634 h 6858001"/>
              <a:gd name="connsiteX202" fmla="*/ 4351408 w 12192000"/>
              <a:gd name="connsiteY202" fmla="*/ 764625 h 6858001"/>
              <a:gd name="connsiteX203" fmla="*/ 4448612 w 12192000"/>
              <a:gd name="connsiteY203" fmla="*/ 981565 h 6858001"/>
              <a:gd name="connsiteX204" fmla="*/ 4483515 w 12192000"/>
              <a:gd name="connsiteY204" fmla="*/ 1272291 h 6858001"/>
              <a:gd name="connsiteX205" fmla="*/ 4483515 w 12192000"/>
              <a:gd name="connsiteY205" fmla="*/ 2365387 h 6858001"/>
              <a:gd name="connsiteX206" fmla="*/ 3915317 w 12192000"/>
              <a:gd name="connsiteY206" fmla="*/ 2365387 h 6858001"/>
              <a:gd name="connsiteX207" fmla="*/ 3915317 w 12192000"/>
              <a:gd name="connsiteY207" fmla="*/ 1344752 h 6858001"/>
              <a:gd name="connsiteX208" fmla="*/ 3887923 w 12192000"/>
              <a:gd name="connsiteY208" fmla="*/ 1141951 h 6858001"/>
              <a:gd name="connsiteX209" fmla="*/ 3801766 w 12192000"/>
              <a:gd name="connsiteY209" fmla="*/ 998796 h 6858001"/>
              <a:gd name="connsiteX210" fmla="*/ 3651100 w 12192000"/>
              <a:gd name="connsiteY210" fmla="*/ 913522 h 6858001"/>
              <a:gd name="connsiteX211" fmla="*/ 3430184 w 12192000"/>
              <a:gd name="connsiteY211" fmla="*/ 885245 h 6858001"/>
              <a:gd name="connsiteX212" fmla="*/ 3240196 w 12192000"/>
              <a:gd name="connsiteY212" fmla="*/ 898058 h 6858001"/>
              <a:gd name="connsiteX213" fmla="*/ 3074950 w 12192000"/>
              <a:gd name="connsiteY213" fmla="*/ 932079 h 6858001"/>
              <a:gd name="connsiteX214" fmla="*/ 2930912 w 12192000"/>
              <a:gd name="connsiteY214" fmla="*/ 981565 h 6858001"/>
              <a:gd name="connsiteX215" fmla="*/ 2803664 w 12192000"/>
              <a:gd name="connsiteY215" fmla="*/ 1040771 h 6858001"/>
              <a:gd name="connsiteX216" fmla="*/ 2803664 w 12192000"/>
              <a:gd name="connsiteY216" fmla="*/ 2365387 h 6858001"/>
              <a:gd name="connsiteX217" fmla="*/ 2235466 w 12192000"/>
              <a:gd name="connsiteY217" fmla="*/ 2365387 h 6858001"/>
              <a:gd name="connsiteX218" fmla="*/ 0 w 12192000"/>
              <a:gd name="connsiteY218" fmla="*/ 0 h 6858001"/>
              <a:gd name="connsiteX219" fmla="*/ 1766825 w 12192000"/>
              <a:gd name="connsiteY219" fmla="*/ 0 h 6858001"/>
              <a:gd name="connsiteX220" fmla="*/ 1766825 w 12192000"/>
              <a:gd name="connsiteY220" fmla="*/ 172126 h 6858001"/>
              <a:gd name="connsiteX221" fmla="*/ 800093 w 12192000"/>
              <a:gd name="connsiteY221" fmla="*/ 172126 h 6858001"/>
              <a:gd name="connsiteX222" fmla="*/ 800093 w 12192000"/>
              <a:gd name="connsiteY222" fmla="*/ 2365387 h 6858001"/>
              <a:gd name="connsiteX223" fmla="*/ 216873 w 12192000"/>
              <a:gd name="connsiteY223" fmla="*/ 2365387 h 6858001"/>
              <a:gd name="connsiteX224" fmla="*/ 216873 w 12192000"/>
              <a:gd name="connsiteY224" fmla="*/ 172126 h 6858001"/>
              <a:gd name="connsiteX225" fmla="*/ 0 w 12192000"/>
              <a:gd name="connsiteY225" fmla="*/ 17212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</a:cxnLst>
            <a:rect l="l" t="t" r="r" b="b"/>
            <a:pathLst>
              <a:path w="12192000" h="6858001">
                <a:moveTo>
                  <a:pt x="11850404" y="6343656"/>
                </a:moveTo>
                <a:lnTo>
                  <a:pt x="12192000" y="6343656"/>
                </a:lnTo>
                <a:lnTo>
                  <a:pt x="12192000" y="6858001"/>
                </a:lnTo>
                <a:lnTo>
                  <a:pt x="11850404" y="6858001"/>
                </a:lnTo>
                <a:close/>
                <a:moveTo>
                  <a:pt x="7108908" y="5391063"/>
                </a:moveTo>
                <a:cubicBezTo>
                  <a:pt x="7010527" y="5391063"/>
                  <a:pt x="6920833" y="5404171"/>
                  <a:pt x="6839831" y="5430386"/>
                </a:cubicBezTo>
                <a:cubicBezTo>
                  <a:pt x="6758828" y="5456602"/>
                  <a:pt x="6689460" y="5494305"/>
                  <a:pt x="6631728" y="5543496"/>
                </a:cubicBezTo>
                <a:cubicBezTo>
                  <a:pt x="6573995" y="5592686"/>
                  <a:pt x="6529370" y="5652334"/>
                  <a:pt x="6497853" y="5722438"/>
                </a:cubicBezTo>
                <a:cubicBezTo>
                  <a:pt x="6466334" y="5792543"/>
                  <a:pt x="6450577" y="5871483"/>
                  <a:pt x="6450577" y="5959261"/>
                </a:cubicBezTo>
                <a:cubicBezTo>
                  <a:pt x="6450577" y="6047038"/>
                  <a:pt x="6466334" y="6126274"/>
                  <a:pt x="6497853" y="6196968"/>
                </a:cubicBezTo>
                <a:cubicBezTo>
                  <a:pt x="6529370" y="6267661"/>
                  <a:pt x="6573995" y="6327750"/>
                  <a:pt x="6631728" y="6377236"/>
                </a:cubicBezTo>
                <a:cubicBezTo>
                  <a:pt x="6689460" y="6426721"/>
                  <a:pt x="6758828" y="6464719"/>
                  <a:pt x="6839831" y="6491229"/>
                </a:cubicBezTo>
                <a:cubicBezTo>
                  <a:pt x="6920833" y="6517739"/>
                  <a:pt x="7010527" y="6530994"/>
                  <a:pt x="7108908" y="6530994"/>
                </a:cubicBezTo>
                <a:cubicBezTo>
                  <a:pt x="7207879" y="6530994"/>
                  <a:pt x="7297866" y="6517886"/>
                  <a:pt x="7378868" y="6491671"/>
                </a:cubicBezTo>
                <a:cubicBezTo>
                  <a:pt x="7459871" y="6465455"/>
                  <a:pt x="7529238" y="6427899"/>
                  <a:pt x="7586973" y="6379003"/>
                </a:cubicBezTo>
                <a:cubicBezTo>
                  <a:pt x="7644705" y="6330107"/>
                  <a:pt x="7689330" y="6270459"/>
                  <a:pt x="7720847" y="6200060"/>
                </a:cubicBezTo>
                <a:cubicBezTo>
                  <a:pt x="7752364" y="6129661"/>
                  <a:pt x="7768124" y="6050573"/>
                  <a:pt x="7768124" y="5962796"/>
                </a:cubicBezTo>
                <a:cubicBezTo>
                  <a:pt x="7768124" y="5875018"/>
                  <a:pt x="7752364" y="5795930"/>
                  <a:pt x="7720847" y="5725531"/>
                </a:cubicBezTo>
                <a:cubicBezTo>
                  <a:pt x="7689330" y="5655133"/>
                  <a:pt x="7644705" y="5595190"/>
                  <a:pt x="7586973" y="5545705"/>
                </a:cubicBezTo>
                <a:cubicBezTo>
                  <a:pt x="7529238" y="5496220"/>
                  <a:pt x="7459871" y="5458075"/>
                  <a:pt x="7378868" y="5431270"/>
                </a:cubicBezTo>
                <a:cubicBezTo>
                  <a:pt x="7297866" y="5404465"/>
                  <a:pt x="7207879" y="5391063"/>
                  <a:pt x="7108908" y="5391063"/>
                </a:cubicBezTo>
                <a:close/>
                <a:moveTo>
                  <a:pt x="8852596" y="5033178"/>
                </a:moveTo>
                <a:lnTo>
                  <a:pt x="9420793" y="5033178"/>
                </a:lnTo>
                <a:lnTo>
                  <a:pt x="9420793" y="6053814"/>
                </a:lnTo>
                <a:cubicBezTo>
                  <a:pt x="9420793" y="6131576"/>
                  <a:pt x="9429925" y="6199324"/>
                  <a:pt x="9448187" y="6257057"/>
                </a:cubicBezTo>
                <a:cubicBezTo>
                  <a:pt x="9466450" y="6314789"/>
                  <a:pt x="9495169" y="6362655"/>
                  <a:pt x="9534345" y="6400653"/>
                </a:cubicBezTo>
                <a:cubicBezTo>
                  <a:pt x="9573520" y="6438651"/>
                  <a:pt x="9623743" y="6466928"/>
                  <a:pt x="9685010" y="6485485"/>
                </a:cubicBezTo>
                <a:cubicBezTo>
                  <a:pt x="9746277" y="6504042"/>
                  <a:pt x="9819917" y="6513320"/>
                  <a:pt x="9905927" y="6513320"/>
                </a:cubicBezTo>
                <a:cubicBezTo>
                  <a:pt x="9963659" y="6513320"/>
                  <a:pt x="10018446" y="6509933"/>
                  <a:pt x="10070289" y="6503158"/>
                </a:cubicBezTo>
                <a:cubicBezTo>
                  <a:pt x="10122131" y="6496383"/>
                  <a:pt x="10171763" y="6486516"/>
                  <a:pt x="10219187" y="6473555"/>
                </a:cubicBezTo>
                <a:cubicBezTo>
                  <a:pt x="10266610" y="6460595"/>
                  <a:pt x="10312413" y="6444394"/>
                  <a:pt x="10356597" y="6424954"/>
                </a:cubicBezTo>
                <a:cubicBezTo>
                  <a:pt x="10400780" y="6405513"/>
                  <a:pt x="10444669" y="6383127"/>
                  <a:pt x="10488263" y="6357795"/>
                </a:cubicBezTo>
                <a:lnTo>
                  <a:pt x="10488263" y="5033178"/>
                </a:lnTo>
                <a:lnTo>
                  <a:pt x="11056461" y="5033178"/>
                </a:lnTo>
                <a:lnTo>
                  <a:pt x="11056461" y="6858001"/>
                </a:lnTo>
                <a:lnTo>
                  <a:pt x="10553737" y="6858001"/>
                </a:lnTo>
                <a:lnTo>
                  <a:pt x="10520959" y="6687403"/>
                </a:lnTo>
                <a:cubicBezTo>
                  <a:pt x="10479132" y="6725695"/>
                  <a:pt x="10430531" y="6760305"/>
                  <a:pt x="10375154" y="6791234"/>
                </a:cubicBezTo>
                <a:lnTo>
                  <a:pt x="10225477" y="6858001"/>
                </a:lnTo>
                <a:lnTo>
                  <a:pt x="9262452" y="6858001"/>
                </a:lnTo>
                <a:lnTo>
                  <a:pt x="9219759" y="6839504"/>
                </a:lnTo>
                <a:cubicBezTo>
                  <a:pt x="9188536" y="6823377"/>
                  <a:pt x="9158639" y="6805225"/>
                  <a:pt x="9130067" y="6785048"/>
                </a:cubicBezTo>
                <a:cubicBezTo>
                  <a:pt x="9072924" y="6744693"/>
                  <a:pt x="9023880" y="6694177"/>
                  <a:pt x="8982936" y="6633499"/>
                </a:cubicBezTo>
                <a:cubicBezTo>
                  <a:pt x="8941994" y="6572820"/>
                  <a:pt x="8910034" y="6500654"/>
                  <a:pt x="8887059" y="6417001"/>
                </a:cubicBezTo>
                <a:cubicBezTo>
                  <a:pt x="8864083" y="6333346"/>
                  <a:pt x="8852596" y="6236438"/>
                  <a:pt x="8852596" y="6126274"/>
                </a:cubicBezTo>
                <a:close/>
                <a:moveTo>
                  <a:pt x="3225611" y="5033178"/>
                </a:moveTo>
                <a:lnTo>
                  <a:pt x="3840643" y="5033178"/>
                </a:lnTo>
                <a:lnTo>
                  <a:pt x="4346624" y="6097113"/>
                </a:lnTo>
                <a:cubicBezTo>
                  <a:pt x="4368415" y="6142474"/>
                  <a:pt x="4389610" y="6187100"/>
                  <a:pt x="4410215" y="6230989"/>
                </a:cubicBezTo>
                <a:cubicBezTo>
                  <a:pt x="4430820" y="6274877"/>
                  <a:pt x="4452012" y="6319503"/>
                  <a:pt x="4473789" y="6364864"/>
                </a:cubicBezTo>
                <a:cubicBezTo>
                  <a:pt x="4494427" y="6321270"/>
                  <a:pt x="4515209" y="6277234"/>
                  <a:pt x="4536137" y="6232756"/>
                </a:cubicBezTo>
                <a:cubicBezTo>
                  <a:pt x="4557066" y="6188278"/>
                  <a:pt x="4578137" y="6143653"/>
                  <a:pt x="4599354" y="6098881"/>
                </a:cubicBezTo>
                <a:lnTo>
                  <a:pt x="5104288" y="5033178"/>
                </a:lnTo>
                <a:lnTo>
                  <a:pt x="5693693" y="5033178"/>
                </a:lnTo>
                <a:lnTo>
                  <a:pt x="4772955" y="6858001"/>
                </a:lnTo>
                <a:lnTo>
                  <a:pt x="4148574" y="6858001"/>
                </a:lnTo>
                <a:close/>
                <a:moveTo>
                  <a:pt x="7109351" y="4974856"/>
                </a:moveTo>
                <a:cubicBezTo>
                  <a:pt x="7243712" y="4974856"/>
                  <a:pt x="7367764" y="4984724"/>
                  <a:pt x="7481504" y="5004459"/>
                </a:cubicBezTo>
                <a:cubicBezTo>
                  <a:pt x="7595244" y="5024194"/>
                  <a:pt x="7698228" y="5053355"/>
                  <a:pt x="7790457" y="5091942"/>
                </a:cubicBezTo>
                <a:cubicBezTo>
                  <a:pt x="7882684" y="5130529"/>
                  <a:pt x="7963717" y="5177952"/>
                  <a:pt x="8033555" y="5234212"/>
                </a:cubicBezTo>
                <a:cubicBezTo>
                  <a:pt x="8103391" y="5290472"/>
                  <a:pt x="8161882" y="5355275"/>
                  <a:pt x="8209024" y="5428619"/>
                </a:cubicBezTo>
                <a:cubicBezTo>
                  <a:pt x="8256167" y="5501963"/>
                  <a:pt x="8291672" y="5583261"/>
                  <a:pt x="8315541" y="5672511"/>
                </a:cubicBezTo>
                <a:cubicBezTo>
                  <a:pt x="8339408" y="5761762"/>
                  <a:pt x="8351342" y="5858523"/>
                  <a:pt x="8351342" y="5962796"/>
                </a:cubicBezTo>
                <a:cubicBezTo>
                  <a:pt x="8351342" y="6062355"/>
                  <a:pt x="8339262" y="6155877"/>
                  <a:pt x="8315099" y="6243360"/>
                </a:cubicBezTo>
                <a:cubicBezTo>
                  <a:pt x="8290936" y="6330843"/>
                  <a:pt x="8255133" y="6410962"/>
                  <a:pt x="8207692" y="6483718"/>
                </a:cubicBezTo>
                <a:cubicBezTo>
                  <a:pt x="8160249" y="6556472"/>
                  <a:pt x="8101466" y="6621717"/>
                  <a:pt x="8031339" y="6679450"/>
                </a:cubicBezTo>
                <a:cubicBezTo>
                  <a:pt x="7961212" y="6737182"/>
                  <a:pt x="7880180" y="6785932"/>
                  <a:pt x="7788249" y="6825697"/>
                </a:cubicBezTo>
                <a:lnTo>
                  <a:pt x="7698566" y="6858001"/>
                </a:lnTo>
                <a:lnTo>
                  <a:pt x="6508023" y="6858001"/>
                </a:lnTo>
                <a:lnTo>
                  <a:pt x="6430452" y="6830999"/>
                </a:lnTo>
                <a:cubicBezTo>
                  <a:pt x="6338520" y="6792411"/>
                  <a:pt x="6257490" y="6744988"/>
                  <a:pt x="6187362" y="6688728"/>
                </a:cubicBezTo>
                <a:cubicBezTo>
                  <a:pt x="6117233" y="6632468"/>
                  <a:pt x="6058449" y="6567666"/>
                  <a:pt x="6011008" y="6494322"/>
                </a:cubicBezTo>
                <a:cubicBezTo>
                  <a:pt x="5963564" y="6420977"/>
                  <a:pt x="5927763" y="6339532"/>
                  <a:pt x="5903602" y="6249988"/>
                </a:cubicBezTo>
                <a:cubicBezTo>
                  <a:pt x="5879438" y="6160442"/>
                  <a:pt x="5867355" y="6063534"/>
                  <a:pt x="5867355" y="5959261"/>
                </a:cubicBezTo>
                <a:cubicBezTo>
                  <a:pt x="5867355" y="5859702"/>
                  <a:pt x="5879438" y="5766327"/>
                  <a:pt x="5903602" y="5679139"/>
                </a:cubicBezTo>
                <a:cubicBezTo>
                  <a:pt x="5927763" y="5591950"/>
                  <a:pt x="5963564" y="5511831"/>
                  <a:pt x="6011008" y="5438781"/>
                </a:cubicBezTo>
                <a:cubicBezTo>
                  <a:pt x="6058449" y="5365732"/>
                  <a:pt x="6117233" y="5300487"/>
                  <a:pt x="6187362" y="5243049"/>
                </a:cubicBezTo>
                <a:cubicBezTo>
                  <a:pt x="6257490" y="5185611"/>
                  <a:pt x="6338520" y="5137009"/>
                  <a:pt x="6430452" y="5097244"/>
                </a:cubicBezTo>
                <a:cubicBezTo>
                  <a:pt x="6522386" y="5057479"/>
                  <a:pt x="6625075" y="5027140"/>
                  <a:pt x="6738520" y="5006226"/>
                </a:cubicBezTo>
                <a:cubicBezTo>
                  <a:pt x="6851966" y="4985313"/>
                  <a:pt x="6975576" y="4974856"/>
                  <a:pt x="7109351" y="4974856"/>
                </a:cubicBezTo>
                <a:close/>
                <a:moveTo>
                  <a:pt x="11857474" y="4268806"/>
                </a:moveTo>
                <a:lnTo>
                  <a:pt x="12192000" y="4268806"/>
                </a:lnTo>
                <a:lnTo>
                  <a:pt x="12192000" y="6064418"/>
                </a:lnTo>
                <a:lnTo>
                  <a:pt x="11976769" y="6064418"/>
                </a:lnTo>
                <a:lnTo>
                  <a:pt x="11921981" y="5724206"/>
                </a:lnTo>
                <a:cubicBezTo>
                  <a:pt x="11917268" y="5695339"/>
                  <a:pt x="11912408" y="5661024"/>
                  <a:pt x="11907401" y="5621259"/>
                </a:cubicBezTo>
                <a:cubicBezTo>
                  <a:pt x="11902393" y="5581494"/>
                  <a:pt x="11897533" y="5538636"/>
                  <a:pt x="11892820" y="5492685"/>
                </a:cubicBezTo>
                <a:cubicBezTo>
                  <a:pt x="11888107" y="5446734"/>
                  <a:pt x="11883542" y="5398722"/>
                  <a:pt x="11879124" y="5348647"/>
                </a:cubicBezTo>
                <a:cubicBezTo>
                  <a:pt x="11874705" y="5298573"/>
                  <a:pt x="11870875" y="5248351"/>
                  <a:pt x="11867636" y="5197982"/>
                </a:cubicBezTo>
                <a:cubicBezTo>
                  <a:pt x="11864395" y="5147613"/>
                  <a:pt x="11861892" y="5098275"/>
                  <a:pt x="11860125" y="5049968"/>
                </a:cubicBezTo>
                <a:cubicBezTo>
                  <a:pt x="11858357" y="5001661"/>
                  <a:pt x="11857474" y="4956299"/>
                  <a:pt x="11857474" y="4913883"/>
                </a:cubicBezTo>
                <a:close/>
                <a:moveTo>
                  <a:pt x="6237222" y="1579807"/>
                </a:moveTo>
                <a:cubicBezTo>
                  <a:pt x="6114098" y="1579807"/>
                  <a:pt x="6008648" y="1584079"/>
                  <a:pt x="5920869" y="1592621"/>
                </a:cubicBezTo>
                <a:cubicBezTo>
                  <a:pt x="5833091" y="1601163"/>
                  <a:pt x="5761221" y="1615154"/>
                  <a:pt x="5705254" y="1634595"/>
                </a:cubicBezTo>
                <a:cubicBezTo>
                  <a:pt x="5649288" y="1654035"/>
                  <a:pt x="5608199" y="1679220"/>
                  <a:pt x="5581983" y="1710148"/>
                </a:cubicBezTo>
                <a:cubicBezTo>
                  <a:pt x="5555769" y="1741077"/>
                  <a:pt x="5542661" y="1778632"/>
                  <a:pt x="5542661" y="1822816"/>
                </a:cubicBezTo>
                <a:cubicBezTo>
                  <a:pt x="5542661" y="1852860"/>
                  <a:pt x="5549435" y="1881433"/>
                  <a:pt x="5562984" y="1908532"/>
                </a:cubicBezTo>
                <a:cubicBezTo>
                  <a:pt x="5576535" y="1935631"/>
                  <a:pt x="5597889" y="1959490"/>
                  <a:pt x="5627051" y="1980109"/>
                </a:cubicBezTo>
                <a:cubicBezTo>
                  <a:pt x="5656210" y="2000728"/>
                  <a:pt x="5693767" y="2017075"/>
                  <a:pt x="5739718" y="2029152"/>
                </a:cubicBezTo>
                <a:cubicBezTo>
                  <a:pt x="5785669" y="2041229"/>
                  <a:pt x="5840749" y="2047267"/>
                  <a:pt x="5904964" y="2047267"/>
                </a:cubicBezTo>
                <a:cubicBezTo>
                  <a:pt x="5974478" y="2047267"/>
                  <a:pt x="6038839" y="2043144"/>
                  <a:pt x="6098043" y="2034896"/>
                </a:cubicBezTo>
                <a:cubicBezTo>
                  <a:pt x="6157249" y="2026648"/>
                  <a:pt x="6212331" y="2015161"/>
                  <a:pt x="6263289" y="2000433"/>
                </a:cubicBezTo>
                <a:cubicBezTo>
                  <a:pt x="6314247" y="1985705"/>
                  <a:pt x="6361376" y="1968179"/>
                  <a:pt x="6404677" y="1947855"/>
                </a:cubicBezTo>
                <a:cubicBezTo>
                  <a:pt x="6447976" y="1927530"/>
                  <a:pt x="6488772" y="1904997"/>
                  <a:pt x="6527065" y="1880254"/>
                </a:cubicBezTo>
                <a:lnTo>
                  <a:pt x="6527065" y="1579807"/>
                </a:lnTo>
                <a:close/>
                <a:moveTo>
                  <a:pt x="9064454" y="450481"/>
                </a:moveTo>
                <a:cubicBezTo>
                  <a:pt x="9146929" y="450481"/>
                  <a:pt x="9227342" y="455489"/>
                  <a:pt x="9305695" y="465503"/>
                </a:cubicBezTo>
                <a:cubicBezTo>
                  <a:pt x="9384046" y="475518"/>
                  <a:pt x="9457832" y="492455"/>
                  <a:pt x="9527053" y="516314"/>
                </a:cubicBezTo>
                <a:cubicBezTo>
                  <a:pt x="9596273" y="540173"/>
                  <a:pt x="9659750" y="572280"/>
                  <a:pt x="9717482" y="612634"/>
                </a:cubicBezTo>
                <a:cubicBezTo>
                  <a:pt x="9775216" y="652988"/>
                  <a:pt x="9824848" y="703652"/>
                  <a:pt x="9866380" y="764625"/>
                </a:cubicBezTo>
                <a:cubicBezTo>
                  <a:pt x="9907913" y="825598"/>
                  <a:pt x="9940314" y="897911"/>
                  <a:pt x="9963584" y="981565"/>
                </a:cubicBezTo>
                <a:cubicBezTo>
                  <a:pt x="9986854" y="1065219"/>
                  <a:pt x="9998488" y="1162128"/>
                  <a:pt x="9998488" y="1272291"/>
                </a:cubicBezTo>
                <a:lnTo>
                  <a:pt x="9998488" y="2365387"/>
                </a:lnTo>
                <a:lnTo>
                  <a:pt x="9430292" y="2365387"/>
                </a:lnTo>
                <a:lnTo>
                  <a:pt x="9430292" y="1344752"/>
                </a:lnTo>
                <a:cubicBezTo>
                  <a:pt x="9430292" y="1266989"/>
                  <a:pt x="9421160" y="1199389"/>
                  <a:pt x="9402898" y="1141951"/>
                </a:cubicBezTo>
                <a:cubicBezTo>
                  <a:pt x="9384635" y="1084512"/>
                  <a:pt x="9355916" y="1036794"/>
                  <a:pt x="9316740" y="998796"/>
                </a:cubicBezTo>
                <a:cubicBezTo>
                  <a:pt x="9277564" y="960799"/>
                  <a:pt x="9227342" y="932374"/>
                  <a:pt x="9166075" y="913522"/>
                </a:cubicBezTo>
                <a:cubicBezTo>
                  <a:pt x="9104807" y="894671"/>
                  <a:pt x="9031168" y="885245"/>
                  <a:pt x="8945158" y="885245"/>
                </a:cubicBezTo>
                <a:cubicBezTo>
                  <a:pt x="8877409" y="885245"/>
                  <a:pt x="8814079" y="889516"/>
                  <a:pt x="8755169" y="898058"/>
                </a:cubicBezTo>
                <a:cubicBezTo>
                  <a:pt x="8696257" y="906601"/>
                  <a:pt x="8641176" y="917941"/>
                  <a:pt x="8589923" y="932079"/>
                </a:cubicBezTo>
                <a:cubicBezTo>
                  <a:pt x="8538671" y="946218"/>
                  <a:pt x="8490657" y="962713"/>
                  <a:pt x="8445885" y="981565"/>
                </a:cubicBezTo>
                <a:cubicBezTo>
                  <a:pt x="8401113" y="1000417"/>
                  <a:pt x="8358697" y="1020152"/>
                  <a:pt x="8318637" y="1040771"/>
                </a:cubicBezTo>
                <a:lnTo>
                  <a:pt x="8318637" y="2365387"/>
                </a:lnTo>
                <a:lnTo>
                  <a:pt x="7750441" y="2365387"/>
                </a:lnTo>
                <a:lnTo>
                  <a:pt x="7750441" y="508803"/>
                </a:lnTo>
                <a:lnTo>
                  <a:pt x="8247060" y="508803"/>
                </a:lnTo>
                <a:lnTo>
                  <a:pt x="8286825" y="721767"/>
                </a:lnTo>
                <a:cubicBezTo>
                  <a:pt x="8333954" y="679351"/>
                  <a:pt x="8386090" y="641353"/>
                  <a:pt x="8443234" y="607774"/>
                </a:cubicBezTo>
                <a:cubicBezTo>
                  <a:pt x="8500378" y="574195"/>
                  <a:pt x="8561646" y="545770"/>
                  <a:pt x="8627037" y="522500"/>
                </a:cubicBezTo>
                <a:cubicBezTo>
                  <a:pt x="8692429" y="499230"/>
                  <a:pt x="8761796" y="481409"/>
                  <a:pt x="8835141" y="469038"/>
                </a:cubicBezTo>
                <a:cubicBezTo>
                  <a:pt x="8908486" y="456667"/>
                  <a:pt x="8984924" y="450481"/>
                  <a:pt x="9064454" y="450481"/>
                </a:cubicBezTo>
                <a:close/>
                <a:moveTo>
                  <a:pt x="6005701" y="450481"/>
                </a:moveTo>
                <a:cubicBezTo>
                  <a:pt x="6176544" y="450481"/>
                  <a:pt x="6328680" y="464620"/>
                  <a:pt x="6462115" y="492897"/>
                </a:cubicBezTo>
                <a:cubicBezTo>
                  <a:pt x="6595548" y="521174"/>
                  <a:pt x="6708068" y="565947"/>
                  <a:pt x="6799675" y="627214"/>
                </a:cubicBezTo>
                <a:cubicBezTo>
                  <a:pt x="6891282" y="688482"/>
                  <a:pt x="6961091" y="767423"/>
                  <a:pt x="7009105" y="864037"/>
                </a:cubicBezTo>
                <a:cubicBezTo>
                  <a:pt x="7057116" y="960652"/>
                  <a:pt x="7081124" y="1077296"/>
                  <a:pt x="7081124" y="1213969"/>
                </a:cubicBezTo>
                <a:lnTo>
                  <a:pt x="7081124" y="2365387"/>
                </a:lnTo>
                <a:lnTo>
                  <a:pt x="6592456" y="2365387"/>
                </a:lnTo>
                <a:lnTo>
                  <a:pt x="6556225" y="2177166"/>
                </a:lnTo>
                <a:cubicBezTo>
                  <a:pt x="6510274" y="2216048"/>
                  <a:pt x="6459021" y="2250805"/>
                  <a:pt x="6402467" y="2281439"/>
                </a:cubicBezTo>
                <a:cubicBezTo>
                  <a:pt x="6345913" y="2312073"/>
                  <a:pt x="6284792" y="2337847"/>
                  <a:pt x="6219107" y="2358760"/>
                </a:cubicBezTo>
                <a:cubicBezTo>
                  <a:pt x="6153420" y="2379673"/>
                  <a:pt x="6083022" y="2395726"/>
                  <a:pt x="6007909" y="2406920"/>
                </a:cubicBezTo>
                <a:cubicBezTo>
                  <a:pt x="5932799" y="2418113"/>
                  <a:pt x="5853710" y="2423709"/>
                  <a:pt x="5770647" y="2423709"/>
                </a:cubicBezTo>
                <a:cubicBezTo>
                  <a:pt x="5645165" y="2423709"/>
                  <a:pt x="5532498" y="2411044"/>
                  <a:pt x="5432645" y="2385712"/>
                </a:cubicBezTo>
                <a:cubicBezTo>
                  <a:pt x="5332788" y="2360380"/>
                  <a:pt x="5248104" y="2323119"/>
                  <a:pt x="5178590" y="2273928"/>
                </a:cubicBezTo>
                <a:cubicBezTo>
                  <a:pt x="5109076" y="2224737"/>
                  <a:pt x="5055906" y="2164059"/>
                  <a:pt x="5019088" y="2091892"/>
                </a:cubicBezTo>
                <a:cubicBezTo>
                  <a:pt x="4982268" y="2019726"/>
                  <a:pt x="4963857" y="1937104"/>
                  <a:pt x="4963859" y="1844024"/>
                </a:cubicBezTo>
                <a:cubicBezTo>
                  <a:pt x="4963857" y="1766850"/>
                  <a:pt x="4977262" y="1698514"/>
                  <a:pt x="5004067" y="1639013"/>
                </a:cubicBezTo>
                <a:cubicBezTo>
                  <a:pt x="5030869" y="1579513"/>
                  <a:pt x="5069163" y="1527671"/>
                  <a:pt x="5118943" y="1483488"/>
                </a:cubicBezTo>
                <a:cubicBezTo>
                  <a:pt x="5168721" y="1439304"/>
                  <a:pt x="5228959" y="1402043"/>
                  <a:pt x="5299651" y="1371704"/>
                </a:cubicBezTo>
                <a:cubicBezTo>
                  <a:pt x="5370344" y="1341365"/>
                  <a:pt x="5449580" y="1316916"/>
                  <a:pt x="5537358" y="1298359"/>
                </a:cubicBezTo>
                <a:cubicBezTo>
                  <a:pt x="5625136" y="1279802"/>
                  <a:pt x="5720572" y="1266547"/>
                  <a:pt x="5823667" y="1258594"/>
                </a:cubicBezTo>
                <a:cubicBezTo>
                  <a:pt x="5926761" y="1250641"/>
                  <a:pt x="6035746" y="1246665"/>
                  <a:pt x="6150624" y="1246665"/>
                </a:cubicBezTo>
                <a:cubicBezTo>
                  <a:pt x="6197751" y="1246665"/>
                  <a:pt x="6243848" y="1247254"/>
                  <a:pt x="6288915" y="1248432"/>
                </a:cubicBezTo>
                <a:cubicBezTo>
                  <a:pt x="6333983" y="1249611"/>
                  <a:pt x="6375662" y="1251083"/>
                  <a:pt x="6413954" y="1252851"/>
                </a:cubicBezTo>
                <a:cubicBezTo>
                  <a:pt x="6452247" y="1254618"/>
                  <a:pt x="6489951" y="1256385"/>
                  <a:pt x="6527065" y="1258153"/>
                </a:cubicBezTo>
                <a:lnTo>
                  <a:pt x="6527065" y="1254618"/>
                </a:lnTo>
                <a:cubicBezTo>
                  <a:pt x="6527065" y="1189227"/>
                  <a:pt x="6514693" y="1133114"/>
                  <a:pt x="6489951" y="1086280"/>
                </a:cubicBezTo>
                <a:cubicBezTo>
                  <a:pt x="6465207" y="1039445"/>
                  <a:pt x="6428535" y="1000858"/>
                  <a:pt x="6379933" y="970519"/>
                </a:cubicBezTo>
                <a:cubicBezTo>
                  <a:pt x="6331332" y="940180"/>
                  <a:pt x="6270949" y="917794"/>
                  <a:pt x="6198782" y="903360"/>
                </a:cubicBezTo>
                <a:cubicBezTo>
                  <a:pt x="6126616" y="888927"/>
                  <a:pt x="6043109" y="881710"/>
                  <a:pt x="5948264" y="881710"/>
                </a:cubicBezTo>
                <a:cubicBezTo>
                  <a:pt x="5869322" y="881710"/>
                  <a:pt x="5793917" y="885540"/>
                  <a:pt x="5722044" y="893198"/>
                </a:cubicBezTo>
                <a:cubicBezTo>
                  <a:pt x="5650174" y="900857"/>
                  <a:pt x="5581395" y="911461"/>
                  <a:pt x="5515708" y="925010"/>
                </a:cubicBezTo>
                <a:cubicBezTo>
                  <a:pt x="5450023" y="938560"/>
                  <a:pt x="5387577" y="954613"/>
                  <a:pt x="5328371" y="973170"/>
                </a:cubicBezTo>
                <a:cubicBezTo>
                  <a:pt x="5269165" y="991727"/>
                  <a:pt x="5212757" y="1011904"/>
                  <a:pt x="5159149" y="1033701"/>
                </a:cubicBezTo>
                <a:lnTo>
                  <a:pt x="5159149" y="628098"/>
                </a:lnTo>
                <a:cubicBezTo>
                  <a:pt x="5211579" y="601588"/>
                  <a:pt x="5269313" y="577435"/>
                  <a:pt x="5332347" y="555637"/>
                </a:cubicBezTo>
                <a:cubicBezTo>
                  <a:pt x="5395381" y="533840"/>
                  <a:pt x="5462835" y="515136"/>
                  <a:pt x="5534707" y="499524"/>
                </a:cubicBezTo>
                <a:cubicBezTo>
                  <a:pt x="5606578" y="483913"/>
                  <a:pt x="5681985" y="471837"/>
                  <a:pt x="5760925" y="463294"/>
                </a:cubicBezTo>
                <a:cubicBezTo>
                  <a:pt x="5839867" y="454752"/>
                  <a:pt x="5921458" y="450481"/>
                  <a:pt x="6005701" y="450481"/>
                </a:cubicBezTo>
                <a:close/>
                <a:moveTo>
                  <a:pt x="10655566" y="0"/>
                </a:moveTo>
                <a:lnTo>
                  <a:pt x="11223764" y="0"/>
                </a:lnTo>
                <a:lnTo>
                  <a:pt x="11223764" y="1264835"/>
                </a:lnTo>
                <a:lnTo>
                  <a:pt x="12147194" y="508803"/>
                </a:lnTo>
                <a:lnTo>
                  <a:pt x="12192000" y="508803"/>
                </a:lnTo>
                <a:lnTo>
                  <a:pt x="12192000" y="1066049"/>
                </a:lnTo>
                <a:lnTo>
                  <a:pt x="12057060" y="1173859"/>
                </a:lnTo>
                <a:cubicBezTo>
                  <a:pt x="12035264" y="1190943"/>
                  <a:pt x="12013614" y="1208023"/>
                  <a:pt x="11992111" y="1225098"/>
                </a:cubicBezTo>
                <a:cubicBezTo>
                  <a:pt x="11970609" y="1242173"/>
                  <a:pt x="11949253" y="1259101"/>
                  <a:pt x="11928045" y="1275881"/>
                </a:cubicBezTo>
                <a:cubicBezTo>
                  <a:pt x="11906837" y="1292662"/>
                  <a:pt x="11885629" y="1309442"/>
                  <a:pt x="11864421" y="1326223"/>
                </a:cubicBezTo>
                <a:cubicBezTo>
                  <a:pt x="11843213" y="1343003"/>
                  <a:pt x="11821711" y="1359931"/>
                  <a:pt x="11799913" y="1377006"/>
                </a:cubicBezTo>
                <a:cubicBezTo>
                  <a:pt x="11820533" y="1395278"/>
                  <a:pt x="11841446" y="1413697"/>
                  <a:pt x="11862654" y="1432263"/>
                </a:cubicBezTo>
                <a:cubicBezTo>
                  <a:pt x="11883862" y="1450829"/>
                  <a:pt x="11905070" y="1469393"/>
                  <a:pt x="11926278" y="1487955"/>
                </a:cubicBezTo>
                <a:cubicBezTo>
                  <a:pt x="11947486" y="1506516"/>
                  <a:pt x="11968694" y="1524933"/>
                  <a:pt x="11989902" y="1543204"/>
                </a:cubicBezTo>
                <a:cubicBezTo>
                  <a:pt x="12011110" y="1561476"/>
                  <a:pt x="12032024" y="1579748"/>
                  <a:pt x="12052642" y="1598019"/>
                </a:cubicBezTo>
                <a:lnTo>
                  <a:pt x="12192000" y="1721632"/>
                </a:lnTo>
                <a:lnTo>
                  <a:pt x="12192000" y="2365387"/>
                </a:lnTo>
                <a:lnTo>
                  <a:pt x="12125103" y="2365387"/>
                </a:lnTo>
                <a:lnTo>
                  <a:pt x="11223764" y="1514029"/>
                </a:lnTo>
                <a:lnTo>
                  <a:pt x="11223764" y="2365387"/>
                </a:lnTo>
                <a:lnTo>
                  <a:pt x="10655566" y="2365387"/>
                </a:lnTo>
                <a:close/>
                <a:moveTo>
                  <a:pt x="2235466" y="0"/>
                </a:moveTo>
                <a:lnTo>
                  <a:pt x="2803664" y="0"/>
                </a:lnTo>
                <a:lnTo>
                  <a:pt x="2803664" y="693489"/>
                </a:lnTo>
                <a:cubicBezTo>
                  <a:pt x="2849615" y="655787"/>
                  <a:pt x="2900278" y="621765"/>
                  <a:pt x="2955655" y="591426"/>
                </a:cubicBezTo>
                <a:cubicBezTo>
                  <a:pt x="3011031" y="561087"/>
                  <a:pt x="3070237" y="535608"/>
                  <a:pt x="3133272" y="514989"/>
                </a:cubicBezTo>
                <a:cubicBezTo>
                  <a:pt x="3196307" y="494370"/>
                  <a:pt x="3262582" y="478464"/>
                  <a:pt x="3332097" y="467271"/>
                </a:cubicBezTo>
                <a:cubicBezTo>
                  <a:pt x="3401612" y="456078"/>
                  <a:pt x="3474073" y="450481"/>
                  <a:pt x="3549479" y="450481"/>
                </a:cubicBezTo>
                <a:cubicBezTo>
                  <a:pt x="3631953" y="450481"/>
                  <a:pt x="3712368" y="455489"/>
                  <a:pt x="3790720" y="465503"/>
                </a:cubicBezTo>
                <a:cubicBezTo>
                  <a:pt x="3869072" y="475518"/>
                  <a:pt x="3942858" y="492455"/>
                  <a:pt x="4012079" y="516314"/>
                </a:cubicBezTo>
                <a:cubicBezTo>
                  <a:pt x="4081299" y="540173"/>
                  <a:pt x="4144776" y="572280"/>
                  <a:pt x="4202509" y="612634"/>
                </a:cubicBezTo>
                <a:cubicBezTo>
                  <a:pt x="4260244" y="652988"/>
                  <a:pt x="4309876" y="703652"/>
                  <a:pt x="4351408" y="764625"/>
                </a:cubicBezTo>
                <a:cubicBezTo>
                  <a:pt x="4392939" y="825598"/>
                  <a:pt x="4425341" y="897911"/>
                  <a:pt x="4448612" y="981565"/>
                </a:cubicBezTo>
                <a:cubicBezTo>
                  <a:pt x="4471881" y="1065219"/>
                  <a:pt x="4483515" y="1162128"/>
                  <a:pt x="4483515" y="1272291"/>
                </a:cubicBezTo>
                <a:lnTo>
                  <a:pt x="4483515" y="2365387"/>
                </a:lnTo>
                <a:lnTo>
                  <a:pt x="3915317" y="2365387"/>
                </a:lnTo>
                <a:lnTo>
                  <a:pt x="3915317" y="1344752"/>
                </a:lnTo>
                <a:cubicBezTo>
                  <a:pt x="3915317" y="1266989"/>
                  <a:pt x="3906185" y="1199389"/>
                  <a:pt x="3887923" y="1141951"/>
                </a:cubicBezTo>
                <a:cubicBezTo>
                  <a:pt x="3869660" y="1084512"/>
                  <a:pt x="3840942" y="1036794"/>
                  <a:pt x="3801766" y="998796"/>
                </a:cubicBezTo>
                <a:cubicBezTo>
                  <a:pt x="3762590" y="960799"/>
                  <a:pt x="3712368" y="932374"/>
                  <a:pt x="3651100" y="913522"/>
                </a:cubicBezTo>
                <a:cubicBezTo>
                  <a:pt x="3589833" y="894671"/>
                  <a:pt x="3516194" y="885245"/>
                  <a:pt x="3430184" y="885245"/>
                </a:cubicBezTo>
                <a:cubicBezTo>
                  <a:pt x="3362436" y="885245"/>
                  <a:pt x="3299107" y="889516"/>
                  <a:pt x="3240196" y="898058"/>
                </a:cubicBezTo>
                <a:cubicBezTo>
                  <a:pt x="3181284" y="906601"/>
                  <a:pt x="3126203" y="917941"/>
                  <a:pt x="3074950" y="932079"/>
                </a:cubicBezTo>
                <a:cubicBezTo>
                  <a:pt x="3023697" y="946218"/>
                  <a:pt x="2975685" y="962713"/>
                  <a:pt x="2930912" y="981565"/>
                </a:cubicBezTo>
                <a:cubicBezTo>
                  <a:pt x="2886140" y="1000417"/>
                  <a:pt x="2843724" y="1020152"/>
                  <a:pt x="2803664" y="1040771"/>
                </a:cubicBezTo>
                <a:lnTo>
                  <a:pt x="2803664" y="2365387"/>
                </a:lnTo>
                <a:lnTo>
                  <a:pt x="2235466" y="2365387"/>
                </a:lnTo>
                <a:close/>
                <a:moveTo>
                  <a:pt x="0" y="0"/>
                </a:moveTo>
                <a:lnTo>
                  <a:pt x="1766825" y="0"/>
                </a:lnTo>
                <a:lnTo>
                  <a:pt x="1766825" y="172126"/>
                </a:lnTo>
                <a:lnTo>
                  <a:pt x="800093" y="172126"/>
                </a:lnTo>
                <a:lnTo>
                  <a:pt x="800093" y="2365387"/>
                </a:lnTo>
                <a:lnTo>
                  <a:pt x="216873" y="2365387"/>
                </a:lnTo>
                <a:lnTo>
                  <a:pt x="216873" y="172126"/>
                </a:lnTo>
                <a:lnTo>
                  <a:pt x="0" y="172126"/>
                </a:lnTo>
                <a:close/>
              </a:path>
            </a:pathLst>
          </a:custGeom>
          <a:solidFill>
            <a:schemeClr val="tx1">
              <a:alpha val="3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endParaRPr lang="en-GB" sz="28500" b="1" i="0" noProof="0">
              <a:solidFill>
                <a:schemeClr val="tx1">
                  <a:alpha val="3000"/>
                </a:schemeClr>
              </a:solidFill>
              <a:latin typeface="Audi Type Extended" panose="020B0503040200000003" pitchFamily="34" charset="0"/>
              <a:cs typeface="Audi Type Extended" panose="020B05030402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5391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50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1191996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think-cell Slide" r:id="rId49" imgW="395" imgH="396" progId="TCLayout.ActiveDocument.1">
                  <p:embed/>
                </p:oleObj>
              </mc:Choice>
              <mc:Fallback>
                <p:oleObj name="think-cell Slide" r:id="rId49" imgW="395" imgH="396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/>
          <p:cNvSpPr/>
          <p:nvPr userDrawn="1">
            <p:custDataLst>
              <p:tags r:id="rId4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800" b="0" i="0" baseline="0" dirty="0">
              <a:solidFill>
                <a:schemeClr val="tx1"/>
              </a:solidFill>
              <a:latin typeface="Audi Type Extended" panose="020B0505040200000003" pitchFamily="34" charset="0"/>
              <a:sym typeface="Audi Type Extended Normal" panose="020B0505040200000003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95324" y="300396"/>
            <a:ext cx="11341101" cy="5378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Action-Title (Main Message of Chart, 1 or 2 lines)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95322" y="1089024"/>
            <a:ext cx="11341101" cy="56165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text master format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 bwMode="gray">
          <a:xfrm>
            <a:off x="899420" y="70998"/>
            <a:ext cx="8221127" cy="17665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dirty="0">
                <a:latin typeface="Audi Type Extended" charset="0"/>
                <a:cs typeface="Arial" charset="0"/>
              </a:defRPr>
            </a:lvl1pPr>
          </a:lstStyle>
          <a:p>
            <a:r>
              <a:rPr lang="en-US" altLang="zh-CN" dirty="0"/>
              <a:t>Audi Sales Division | Department </a:t>
            </a:r>
            <a:r>
              <a:rPr lang="en-US" dirty="0"/>
              <a:t>Presentation title Date</a:t>
            </a:r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gray">
          <a:xfrm>
            <a:off x="695324" y="70998"/>
            <a:ext cx="419869" cy="158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fld id="{266205C4-B675-4A0D-AD12-3293407525A8}" type="slidenum">
              <a:rPr lang="en-US" sz="700" noProof="0" smtClean="0">
                <a:latin typeface="+mj-lt"/>
              </a:rPr>
              <a:pPr/>
              <a:t>‹#›</a:t>
            </a:fld>
            <a:endParaRPr lang="en-US" sz="800" noProof="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8500" y="132490"/>
            <a:ext cx="407923" cy="77778"/>
          </a:xfrm>
          <a:prstGeom prst="rect">
            <a:avLst/>
          </a:prstGeom>
        </p:spPr>
      </p:pic>
      <p:sp>
        <p:nvSpPr>
          <p:cNvPr id="6" name="Rectangle 5" hidden="1"/>
          <p:cNvSpPr/>
          <p:nvPr userDrawn="1">
            <p:custDataLst>
              <p:tags r:id="rId4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800" b="0" i="0" baseline="0" dirty="0">
              <a:solidFill>
                <a:schemeClr val="tx1"/>
              </a:solidFill>
              <a:latin typeface="Audi Type Extended" panose="020B0505040200000003" pitchFamily="34" charset="0"/>
              <a:sym typeface="Audi Type Extended Normal" panose="020B05050402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26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</p:sldLayoutIdLst>
  <p:hf sldNum="0" hdr="0" dt="0"/>
  <p:txStyles>
    <p:titleStyle>
      <a:lvl1pPr marL="0" marR="0" indent="0" algn="l" defTabSz="914400" rtl="0" eaLnBrk="1" fontAlgn="auto" latinLnBrk="0" hangingPunct="1">
        <a:lnSpc>
          <a:spcPct val="11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1800" b="0" i="0" kern="1200" baseline="0">
          <a:solidFill>
            <a:schemeClr val="tx1"/>
          </a:solidFill>
          <a:latin typeface="Audi Type Extended" charset="0"/>
          <a:ea typeface="Audi Type Extended" charset="0"/>
          <a:cs typeface="Audi Type Extended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0000"/>
        </a:lnSpc>
        <a:spcBef>
          <a:spcPts val="600"/>
        </a:spcBef>
        <a:buClr>
          <a:srgbClr val="CC0033"/>
        </a:buClr>
        <a:buSzPct val="150000"/>
        <a:buFont typeface="Audi Type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50000"/>
        <a:buFont typeface="Audi Type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3"/>
        </a:buClr>
        <a:buSzPct val="150000"/>
        <a:buFont typeface="Audi Type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00000"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5" orient="horz" pos="4224">
          <p15:clr>
            <a:srgbClr val="F26B43"/>
          </p15:clr>
        </p15:guide>
        <p15:guide id="11" pos="3953">
          <p15:clr>
            <a:srgbClr val="F26B43"/>
          </p15:clr>
        </p15:guide>
        <p15:guide id="12" pos="438">
          <p15:clr>
            <a:srgbClr val="F26B43"/>
          </p15:clr>
        </p15:guide>
        <p15:guide id="13" pos="7582">
          <p15:clr>
            <a:srgbClr val="F26B43"/>
          </p15:clr>
        </p15:guide>
        <p15:guide id="14" pos="3727">
          <p15:clr>
            <a:srgbClr val="F26B43"/>
          </p15:clr>
        </p15:guide>
        <p15:guide id="17" orient="horz" pos="68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95324" y="300395"/>
            <a:ext cx="7231247" cy="775929"/>
          </a:xfrm>
        </p:spPr>
        <p:txBody>
          <a:bodyPr/>
          <a:lstStyle/>
          <a:p>
            <a:r>
              <a:rPr lang="en-GB" sz="2000" b="1" dirty="0">
                <a:latin typeface="Audi Type Extended" panose="020B0505040200000003" pitchFamily="34" charset="0"/>
                <a:cs typeface="Audi Type Extended" panose="020B0505040200000003" pitchFamily="34" charset="0"/>
              </a:rPr>
              <a:t>All new Audi A8L </a:t>
            </a:r>
            <a:r>
              <a:rPr lang="en-GB" sz="2000" b="1" dirty="0" err="1">
                <a:latin typeface="Audi Type Extended" panose="020B0505040200000003" pitchFamily="34" charset="0"/>
                <a:cs typeface="Audi Type Extended" panose="020B0505040200000003" pitchFamily="34" charset="0"/>
              </a:rPr>
              <a:t>Horch</a:t>
            </a:r>
            <a:r>
              <a:rPr lang="en-GB" sz="2000" b="1" dirty="0">
                <a:latin typeface="Audi Type Extended" panose="020B0505040200000003" pitchFamily="34" charset="0"/>
                <a:cs typeface="Audi Type Extended" panose="020B0505040200000003" pitchFamily="34" charset="0"/>
              </a:rPr>
              <a:t> EOS shooting plan for Mr. Eichhorn</a:t>
            </a:r>
            <a:endParaRPr lang="en-GB" sz="3200" dirty="0">
              <a:latin typeface="Audi Type Extended" panose="020B0505040200000003" pitchFamily="34" charset="0"/>
              <a:cs typeface="Audi Type Extended" panose="020B0505040200000003" pitchFamily="34" charset="0"/>
            </a:endParaRP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>
          <a:xfrm>
            <a:off x="914400" y="89286"/>
            <a:ext cx="7012173" cy="13931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udi Type Extended" charset="0"/>
                <a:ea typeface="+mn-ea"/>
                <a:cs typeface="Arial" charset="0"/>
              </a:rPr>
              <a:t>Audi Sales Division | Department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udi Type Extended" charset="0"/>
                <a:ea typeface="+mn-ea"/>
                <a:cs typeface="Arial" charset="0"/>
              </a:rPr>
              <a:t>Presentation title Date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4294967295"/>
          </p:nvPr>
        </p:nvSpPr>
        <p:spPr>
          <a:xfrm>
            <a:off x="695326" y="1190625"/>
            <a:ext cx="7231246" cy="5629275"/>
          </a:xfrm>
        </p:spPr>
        <p:txBody>
          <a:bodyPr/>
          <a:lstStyle/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Date: </a:t>
            </a: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Oct.22nd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Time: </a:t>
            </a: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15:30-16:30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Location:</a:t>
            </a:r>
            <a:r>
              <a:rPr lang="zh-CN" altLang="en-US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 </a:t>
            </a: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Floor 6, out of the East 08 meeting room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Dress code: </a:t>
            </a: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Dark blue or black suit with white shirt without tie, leather shoes</a:t>
            </a:r>
            <a:endParaRPr lang="en-GB" sz="1400" b="1" dirty="0">
              <a:solidFill>
                <a:srgbClr val="000000"/>
              </a:solidFill>
              <a:latin typeface="Audi Type Extended" panose="020B0503040200000003" pitchFamily="34" charset="0"/>
              <a:ea typeface="Audi Type Extended" charset="0"/>
              <a:cs typeface="Audi Type Extended" panose="020B0503040200000003" pitchFamily="34" charset="0"/>
            </a:endParaRP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Shot description: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Set up 1</a:t>
            </a:r>
            <a:endParaRPr lang="en-US" sz="1400" b="1" dirty="0">
              <a:solidFill>
                <a:srgbClr val="000000"/>
              </a:solidFill>
              <a:latin typeface="Audi Type" panose="020B0503040200000003" pitchFamily="34" charset="0"/>
              <a:ea typeface="Audi Type Extended" charset="0"/>
              <a:cs typeface="Audi Type Extended" panose="020B0503040200000003" pitchFamily="34" charset="0"/>
            </a:endParaRP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Track back on Audi logo, Mr. Eichhorn stands beside the table with Audi logo on it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Set up 2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Wide shot Eichhorn gives speech with a few small steps moving towards camera</a:t>
            </a: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Medium shot Eichhorn gives speech to camera</a:t>
            </a:r>
            <a:endParaRPr lang="en-GB" sz="1400" b="1" dirty="0">
              <a:solidFill>
                <a:srgbClr val="000000"/>
              </a:solidFill>
              <a:latin typeface="Audi Type Extended" panose="020B0503040200000003" pitchFamily="34" charset="0"/>
              <a:ea typeface="Audi Type Extended" charset="0"/>
              <a:cs typeface="Audi Type Extended" panose="020B0503040200000003" pitchFamily="34" charset="0"/>
            </a:endParaRP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Others</a:t>
            </a:r>
            <a:r>
              <a:rPr lang="en-US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:</a:t>
            </a:r>
            <a:r>
              <a:rPr lang="zh-CN" altLang="en-US" sz="1400" b="1" dirty="0">
                <a:solidFill>
                  <a:srgbClr val="000000"/>
                </a:solidFill>
                <a:latin typeface="Audi Type Extended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 </a:t>
            </a:r>
            <a:endParaRPr lang="en-US" altLang="zh-CN" sz="1400" b="1" dirty="0">
              <a:solidFill>
                <a:srgbClr val="000000"/>
              </a:solidFill>
              <a:latin typeface="Audi Type Extended" panose="020B0503040200000003" pitchFamily="34" charset="0"/>
              <a:ea typeface="Audi Type Extended" charset="0"/>
              <a:cs typeface="Audi Type Extended" panose="020B0503040200000003" pitchFamily="34" charset="0"/>
            </a:endParaRPr>
          </a:p>
          <a:p>
            <a:pPr lvl="0">
              <a:lnSpc>
                <a:spcPts val="3000"/>
              </a:lnSpc>
              <a:spcBef>
                <a:spcPts val="300"/>
              </a:spcBef>
              <a:buClr>
                <a:srgbClr val="FFFFFF"/>
              </a:buClr>
            </a:pP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There is no need for a sofa in the scene, but a small table should be reserved to place the Audi</a:t>
            </a:r>
            <a:r>
              <a:rPr lang="zh-CN" altLang="en-US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 </a:t>
            </a:r>
            <a:r>
              <a:rPr lang="en-GB" sz="1400" dirty="0">
                <a:solidFill>
                  <a:srgbClr val="000000"/>
                </a:solidFill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logo, so the sofa needs to be moved to other areas before shooting.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1D66C7-3D05-6A44-8A84-60A626A6E3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5694" r="5659" b="313"/>
          <a:stretch/>
        </p:blipFill>
        <p:spPr>
          <a:xfrm>
            <a:off x="8127998" y="0"/>
            <a:ext cx="4065600" cy="3429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1B06A35-6DEB-FE4B-B3A9-59098CB4D48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" r="11357" b="278"/>
          <a:stretch/>
        </p:blipFill>
        <p:spPr>
          <a:xfrm>
            <a:off x="8127998" y="3429000"/>
            <a:ext cx="4064000" cy="3429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832EFB3E-C71B-6248-8274-4F4C89DFDCA1}"/>
              </a:ext>
            </a:extLst>
          </p:cNvPr>
          <p:cNvSpPr/>
          <p:nvPr/>
        </p:nvSpPr>
        <p:spPr>
          <a:xfrm>
            <a:off x="8127998" y="0"/>
            <a:ext cx="4064002" cy="6858000"/>
          </a:xfrm>
          <a:prstGeom prst="rect">
            <a:avLst/>
          </a:prstGeom>
          <a:solidFill>
            <a:srgbClr val="000000">
              <a:alpha val="31765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kumimoji="1" lang="zh-CN" altLang="en-US" sz="14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Oval 57">
            <a:extLst>
              <a:ext uri="{FF2B5EF4-FFF2-40B4-BE49-F238E27FC236}">
                <a16:creationId xmlns:a16="http://schemas.microsoft.com/office/drawing/2014/main" id="{69436F16-7258-8C46-AA8C-77E7B7B5444C}"/>
              </a:ext>
            </a:extLst>
          </p:cNvPr>
          <p:cNvSpPr/>
          <p:nvPr/>
        </p:nvSpPr>
        <p:spPr>
          <a:xfrm>
            <a:off x="10165245" y="1738917"/>
            <a:ext cx="213413" cy="216515"/>
          </a:xfrm>
          <a:prstGeom prst="ellipse">
            <a:avLst/>
          </a:prstGeom>
          <a:solidFill>
            <a:srgbClr val="FF0537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4F0120-4460-AE4A-950C-48B330A033E5}"/>
              </a:ext>
            </a:extLst>
          </p:cNvPr>
          <p:cNvSpPr txBox="1"/>
          <p:nvPr/>
        </p:nvSpPr>
        <p:spPr>
          <a:xfrm>
            <a:off x="10289946" y="1726011"/>
            <a:ext cx="721351" cy="2294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GB" altLang="zh-CN" sz="1400" b="1" dirty="0">
                <a:solidFill>
                  <a:schemeClr val="bg1"/>
                </a:solidFill>
                <a:highlight>
                  <a:srgbClr val="FF0537"/>
                </a:highlight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Set up 1</a:t>
            </a:r>
            <a:endParaRPr lang="en-US" altLang="zh-CN" sz="1400" b="1" dirty="0">
              <a:solidFill>
                <a:schemeClr val="bg1"/>
              </a:solidFill>
              <a:highlight>
                <a:srgbClr val="FF0537"/>
              </a:highlight>
              <a:latin typeface="Audi Type" panose="020B0503040200000003" pitchFamily="34" charset="0"/>
              <a:ea typeface="Audi Type Extended" charset="0"/>
              <a:cs typeface="Audi Type Extended" panose="020B0503040200000003" pitchFamily="34" charset="0"/>
            </a:endParaRPr>
          </a:p>
        </p:txBody>
      </p:sp>
      <p:sp>
        <p:nvSpPr>
          <p:cNvPr id="22" name="Oval 57">
            <a:extLst>
              <a:ext uri="{FF2B5EF4-FFF2-40B4-BE49-F238E27FC236}">
                <a16:creationId xmlns:a16="http://schemas.microsoft.com/office/drawing/2014/main" id="{383F7878-3712-854D-AFE2-F89D47EA082B}"/>
              </a:ext>
            </a:extLst>
          </p:cNvPr>
          <p:cNvSpPr/>
          <p:nvPr/>
        </p:nvSpPr>
        <p:spPr>
          <a:xfrm>
            <a:off x="9319193" y="5503967"/>
            <a:ext cx="213413" cy="216515"/>
          </a:xfrm>
          <a:prstGeom prst="ellipse">
            <a:avLst/>
          </a:prstGeom>
          <a:solidFill>
            <a:srgbClr val="FF0537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272061-E705-1A42-9FE8-5D2C0F3C0385}"/>
              </a:ext>
            </a:extLst>
          </p:cNvPr>
          <p:cNvSpPr txBox="1"/>
          <p:nvPr/>
        </p:nvSpPr>
        <p:spPr>
          <a:xfrm>
            <a:off x="9443894" y="5491061"/>
            <a:ext cx="721351" cy="2294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GB" altLang="zh-CN" sz="1400" b="1" dirty="0">
                <a:solidFill>
                  <a:schemeClr val="bg1"/>
                </a:solidFill>
                <a:highlight>
                  <a:srgbClr val="FF0537"/>
                </a:highlight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Set up 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FF0537"/>
                </a:highlight>
                <a:latin typeface="Audi Type" panose="020B0503040200000003" pitchFamily="34" charset="0"/>
                <a:ea typeface="Audi Type Extended" charset="0"/>
                <a:cs typeface="Audi Type Extended" panose="020B05030402000000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32383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GldteJq3ja_Yp8l_ZAW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8TaSSAMaCFLDNIpxFr4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5_CD8vCX82ryrftfWa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a8qVPAnY9lmijzqoDa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u_9_h3MCKBNVbN_dPp2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udi VdT EN 16:9">
  <a:themeElements>
    <a:clrScheme name="自定义 1">
      <a:dk1>
        <a:srgbClr val="000000"/>
      </a:dk1>
      <a:lt1>
        <a:srgbClr val="FFFFFF"/>
      </a:lt1>
      <a:dk2>
        <a:srgbClr val="F2F2F2"/>
      </a:dk2>
      <a:lt2>
        <a:srgbClr val="DADADA"/>
      </a:lt2>
      <a:accent1>
        <a:srgbClr val="DADADA"/>
      </a:accent1>
      <a:accent2>
        <a:srgbClr val="C6C6C6"/>
      </a:accent2>
      <a:accent3>
        <a:srgbClr val="9D9D9D"/>
      </a:accent3>
      <a:accent4>
        <a:srgbClr val="575757"/>
      </a:accent4>
      <a:accent5>
        <a:srgbClr val="000000"/>
      </a:accent5>
      <a:accent6>
        <a:srgbClr val="F50537"/>
      </a:accent6>
      <a:hlink>
        <a:srgbClr val="000000"/>
      </a:hlink>
      <a:folHlink>
        <a:srgbClr val="C6C6C6"/>
      </a:folHlink>
    </a:clrScheme>
    <a:fontScheme name="Audi">
      <a:majorFont>
        <a:latin typeface="Audi Type Extended"/>
        <a:ea typeface=""/>
        <a:cs typeface=""/>
      </a:majorFont>
      <a:minorFont>
        <a:latin typeface="Audi Typ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sq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10000"/>
          </a:lnSpc>
          <a:spcBef>
            <a:spcPts val="800"/>
          </a:spcBef>
          <a:spcAft>
            <a:spcPts val="600"/>
          </a:spcAft>
          <a:defRPr sz="1400" b="1" smtClean="0">
            <a:solidFill>
              <a:schemeClr val="tx1"/>
            </a:solidFill>
            <a:latin typeface="+mn-lt"/>
          </a:defRPr>
        </a:defPPr>
      </a:lstStyle>
    </a:spDef>
    <a:lnDef>
      <a:spPr>
        <a:noFill/>
        <a:ln w="9525" cap="flat" cmpd="sng" algn="ctr">
          <a:solidFill>
            <a:schemeClr val="tx2"/>
          </a:solidFill>
          <a:prstDash val="soli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Audi Type Normal" panose="020B0503040200000003" pitchFamily="34" charset="0"/>
            <a:cs typeface="Audi Type Normal" panose="020B0503040200000003" pitchFamily="34" charset="0"/>
          </a:defRPr>
        </a:defPPr>
      </a:lstStyle>
    </a:txDef>
  </a:objectDefaults>
  <a:extraClrSchemeLst/>
  <a:custClrLst>
    <a:custClr name="Audi Rot">
      <a:srgbClr val="BB0A30"/>
    </a:custClr>
    <a:custClr name="Gruen">
      <a:srgbClr val="CACE98"/>
    </a:custClr>
    <a:custClr name="Braun">
      <a:srgbClr val="715D49"/>
    </a:custClr>
    <a:custClr name="Violett">
      <a:srgbClr val="6C4859"/>
    </a:custClr>
    <a:custClr name="Dunkelblau">
      <a:srgbClr val="544C70"/>
    </a:custClr>
    <a:custClr name="Hellblau">
      <a:srgbClr val="6682A4"/>
    </a:custClr>
    <a:custClr name="Gelb">
      <a:srgbClr val="FFD671"/>
    </a:custClr>
    <a:custClr name="Audi Rot">
      <a:srgbClr val="BB0A30"/>
    </a:custClr>
    <a:custClr name="Ampelgelb">
      <a:srgbClr val="FFAA00"/>
    </a:custClr>
    <a:custClr name="Ampelgruen">
      <a:srgbClr val="009900"/>
    </a:custClr>
    <a:custClr name="Aluminium Silber">
      <a:srgbClr val="B3B3B3"/>
    </a:custClr>
    <a:custClr name="Warmes Silber">
      <a:srgbClr val="B6B1A9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1" id="{9A8DA039-FA8D-4214-8B38-F3F5B018A930}" vid="{2837963C-CE38-4547-800F-6DD953A74C0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149</Words>
  <Application>Microsoft Macintosh PowerPoint</Application>
  <PresentationFormat>宽屏</PresentationFormat>
  <Paragraphs>17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Zapf Dingbats</vt:lpstr>
      <vt:lpstr>Arial</vt:lpstr>
      <vt:lpstr>Audi Type</vt:lpstr>
      <vt:lpstr>Audi Type Extended</vt:lpstr>
      <vt:lpstr>Audi Type Normal</vt:lpstr>
      <vt:lpstr>Symbol</vt:lpstr>
      <vt:lpstr>1_Audi VdT EN 16:9</vt:lpstr>
      <vt:lpstr>think-cell Slide</vt:lpstr>
      <vt:lpstr>All new Audi A8L Horch EOS shooting plan for Mr. Eichhorn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new Audi A8L Horch EOS shooting plan for Mr. Eichhorn</dc:title>
  <dc:creator>Kylie Bi</dc:creator>
  <cp:lastModifiedBy>Kylie Bi</cp:lastModifiedBy>
  <cp:revision>4</cp:revision>
  <dcterms:created xsi:type="dcterms:W3CDTF">2021-10-20T02:54:02Z</dcterms:created>
  <dcterms:modified xsi:type="dcterms:W3CDTF">2021-10-20T04:57:17Z</dcterms:modified>
</cp:coreProperties>
</file>