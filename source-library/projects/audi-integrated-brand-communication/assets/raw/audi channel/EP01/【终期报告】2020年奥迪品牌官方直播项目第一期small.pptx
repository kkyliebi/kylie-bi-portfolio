
<file path=[Content_Types].xml><?xml version="1.0" encoding="utf-8"?>
<Types xmlns="http://schemas.openxmlformats.org/package/2006/content-types">
  <Default Extension="jpeg" ContentType="image/jpeg"/>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emf" ContentType="image/x-emf"/>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ommentAuthors.xml" ContentType="application/vnd.openxmlformats-officedocument.presentationml.commentAuthors+xml"/>
  <Override PartName="/ppt/drawings/drawing1.xml" ContentType="application/vnd.openxmlformats-officedocument.drawingml.chartshap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68" r:id="rId4"/>
    <p:sldMasterId id="2147483678" r:id="rId5"/>
    <p:sldMasterId id="2147483687" r:id="rId6"/>
    <p:sldMasterId id="2147483695" r:id="rId7"/>
    <p:sldMasterId id="2147483703" r:id="rId8"/>
    <p:sldMasterId id="2147483711" r:id="rId9"/>
  </p:sldMasterIdLst>
  <p:notesMasterIdLst>
    <p:notesMasterId r:id="rId11"/>
  </p:notesMasterIdLst>
  <p:handoutMasterIdLst>
    <p:handoutMasterId r:id="rId43"/>
  </p:handoutMasterIdLst>
  <p:sldIdLst>
    <p:sldId id="959" r:id="rId10"/>
    <p:sldId id="960" r:id="rId12"/>
    <p:sldId id="947" r:id="rId13"/>
    <p:sldId id="948" r:id="rId14"/>
    <p:sldId id="949" r:id="rId15"/>
    <p:sldId id="950" r:id="rId16"/>
    <p:sldId id="915" r:id="rId17"/>
    <p:sldId id="952" r:id="rId18"/>
    <p:sldId id="954" r:id="rId19"/>
    <p:sldId id="956" r:id="rId20"/>
    <p:sldId id="977" r:id="rId21"/>
    <p:sldId id="961" r:id="rId22"/>
    <p:sldId id="958" r:id="rId23"/>
    <p:sldId id="978" r:id="rId24"/>
    <p:sldId id="965" r:id="rId25"/>
    <p:sldId id="967" r:id="rId26"/>
    <p:sldId id="957" r:id="rId27"/>
    <p:sldId id="963" r:id="rId28"/>
    <p:sldId id="964" r:id="rId29"/>
    <p:sldId id="979" r:id="rId30"/>
    <p:sldId id="988" r:id="rId31"/>
    <p:sldId id="990" r:id="rId32"/>
    <p:sldId id="991" r:id="rId33"/>
    <p:sldId id="992" r:id="rId34"/>
    <p:sldId id="994" r:id="rId35"/>
    <p:sldId id="993" r:id="rId36"/>
    <p:sldId id="996" r:id="rId37"/>
    <p:sldId id="1000" r:id="rId38"/>
    <p:sldId id="998" r:id="rId39"/>
    <p:sldId id="999" r:id="rId40"/>
    <p:sldId id="997" r:id="rId41"/>
    <p:sldId id="944" r:id="rId42"/>
  </p:sldIdLst>
  <p:sldSz cx="9144000" cy="6858000" type="screen4x3"/>
  <p:notesSz cx="6858000" cy="9144000"/>
  <p:custDataLst>
    <p:tags r:id="rId48"/>
  </p:custDataLst>
  <p:defaultTextStyle>
    <a:defPPr>
      <a:defRPr lang="de-DE"/>
    </a:defPPr>
    <a:lvl1pPr marL="0" lvl="0" indent="0" algn="l" defTabSz="914400" rtl="0" eaLnBrk="0" fontAlgn="base" latinLnBrk="0" hangingPunct="0">
      <a:lnSpc>
        <a:spcPct val="100000"/>
      </a:lnSpc>
      <a:spcBef>
        <a:spcPct val="0"/>
      </a:spcBef>
      <a:spcAft>
        <a:spcPct val="0"/>
      </a:spcAft>
      <a:buNone/>
      <a:defRPr sz="1200" b="0" i="0" u="none" kern="1200" baseline="0">
        <a:solidFill>
          <a:schemeClr val="tx1"/>
        </a:solidFill>
        <a:latin typeface="Arial" panose="020B0604020202020204" pitchFamily="34" charset="0"/>
        <a:ea typeface="宋体" panose="02010600030101010101" pitchFamily="2" charset="-122"/>
        <a:cs typeface="+mn-cs"/>
      </a:defRPr>
    </a:lvl1pPr>
    <a:lvl2pPr marL="455930" lvl="1" indent="1270" algn="l" defTabSz="914400" rtl="0" eaLnBrk="0" fontAlgn="base" latinLnBrk="0" hangingPunct="0">
      <a:lnSpc>
        <a:spcPct val="100000"/>
      </a:lnSpc>
      <a:spcBef>
        <a:spcPct val="0"/>
      </a:spcBef>
      <a:spcAft>
        <a:spcPct val="0"/>
      </a:spcAft>
      <a:buNone/>
      <a:defRPr sz="1200" b="0" i="0" u="none" kern="1200" baseline="0">
        <a:solidFill>
          <a:schemeClr val="tx1"/>
        </a:solidFill>
        <a:latin typeface="Arial" panose="020B0604020202020204" pitchFamily="34" charset="0"/>
        <a:ea typeface="宋体" panose="02010600030101010101" pitchFamily="2" charset="-122"/>
        <a:cs typeface="+mn-cs"/>
      </a:defRPr>
    </a:lvl2pPr>
    <a:lvl3pPr marL="913130" lvl="2" indent="1270" algn="l" defTabSz="914400" rtl="0" eaLnBrk="0" fontAlgn="base" latinLnBrk="0" hangingPunct="0">
      <a:lnSpc>
        <a:spcPct val="100000"/>
      </a:lnSpc>
      <a:spcBef>
        <a:spcPct val="0"/>
      </a:spcBef>
      <a:spcAft>
        <a:spcPct val="0"/>
      </a:spcAft>
      <a:buNone/>
      <a:defRPr sz="1200" b="0" i="0" u="none" kern="1200" baseline="0">
        <a:solidFill>
          <a:schemeClr val="tx1"/>
        </a:solidFill>
        <a:latin typeface="Arial" panose="020B0604020202020204" pitchFamily="34" charset="0"/>
        <a:ea typeface="宋体" panose="02010600030101010101" pitchFamily="2" charset="-122"/>
        <a:cs typeface="+mn-cs"/>
      </a:defRPr>
    </a:lvl3pPr>
    <a:lvl4pPr marL="1370330" lvl="3" indent="1270" algn="l" defTabSz="914400" rtl="0" eaLnBrk="0" fontAlgn="base" latinLnBrk="0" hangingPunct="0">
      <a:lnSpc>
        <a:spcPct val="100000"/>
      </a:lnSpc>
      <a:spcBef>
        <a:spcPct val="0"/>
      </a:spcBef>
      <a:spcAft>
        <a:spcPct val="0"/>
      </a:spcAft>
      <a:buNone/>
      <a:defRPr sz="1200" b="0" i="0" u="none" kern="1200" baseline="0">
        <a:solidFill>
          <a:schemeClr val="tx1"/>
        </a:solidFill>
        <a:latin typeface="Arial" panose="020B0604020202020204" pitchFamily="34" charset="0"/>
        <a:ea typeface="宋体" panose="02010600030101010101" pitchFamily="2" charset="-122"/>
        <a:cs typeface="+mn-cs"/>
      </a:defRPr>
    </a:lvl4pPr>
    <a:lvl5pPr marL="1827530" lvl="4" indent="1270" algn="l" defTabSz="914400" rtl="0" eaLnBrk="0" fontAlgn="base" latinLnBrk="0" hangingPunct="0">
      <a:lnSpc>
        <a:spcPct val="100000"/>
      </a:lnSpc>
      <a:spcBef>
        <a:spcPct val="0"/>
      </a:spcBef>
      <a:spcAft>
        <a:spcPct val="0"/>
      </a:spcAft>
      <a:buNone/>
      <a:defRPr sz="12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1270" algn="l" defTabSz="914400" rtl="0" eaLnBrk="0" fontAlgn="base" latinLnBrk="0" hangingPunct="0">
      <a:lnSpc>
        <a:spcPct val="100000"/>
      </a:lnSpc>
      <a:spcBef>
        <a:spcPct val="0"/>
      </a:spcBef>
      <a:spcAft>
        <a:spcPct val="0"/>
      </a:spcAft>
      <a:buNone/>
      <a:defRPr sz="12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1270" algn="l" defTabSz="914400" rtl="0" eaLnBrk="0" fontAlgn="base" latinLnBrk="0" hangingPunct="0">
      <a:lnSpc>
        <a:spcPct val="100000"/>
      </a:lnSpc>
      <a:spcBef>
        <a:spcPct val="0"/>
      </a:spcBef>
      <a:spcAft>
        <a:spcPct val="0"/>
      </a:spcAft>
      <a:buNone/>
      <a:defRPr sz="12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1270" algn="l" defTabSz="914400" rtl="0" eaLnBrk="0" fontAlgn="base" latinLnBrk="0" hangingPunct="0">
      <a:lnSpc>
        <a:spcPct val="100000"/>
      </a:lnSpc>
      <a:spcBef>
        <a:spcPct val="0"/>
      </a:spcBef>
      <a:spcAft>
        <a:spcPct val="0"/>
      </a:spcAft>
      <a:buNone/>
      <a:defRPr sz="12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1270" algn="l" defTabSz="914400" rtl="0" eaLnBrk="0" fontAlgn="base" latinLnBrk="0" hangingPunct="0">
      <a:lnSpc>
        <a:spcPct val="100000"/>
      </a:lnSpc>
      <a:spcBef>
        <a:spcPct val="0"/>
      </a:spcBef>
      <a:spcAft>
        <a:spcPct val="0"/>
      </a:spcAft>
      <a:buNone/>
      <a:defRPr sz="1200"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袁 帅" initials="袁" lastIdx="3" clrIdx="0"/>
  <p:cmAuthor id="2" name="xueman.tian" initials="x" lastIdx="5" clrIdx="1"/>
  <p:cmAuthor id="19" name="Jiang,Xinyu" initials="J" lastIdx="1" clrIdx="18"/>
  <p:cmAuthor id="20" name="刘梦溪" initials="刘梦溪" lastIdx="1" clrIdx="19"/>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0537"/>
    <a:srgbClr val="FF0000"/>
    <a:srgbClr val="CC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50"/>
    <p:restoredTop sz="94414"/>
  </p:normalViewPr>
  <p:slideViewPr>
    <p:cSldViewPr snapToGrid="0" snapToObjects="1" showGuides="1">
      <p:cViewPr varScale="1">
        <p:scale>
          <a:sx n="70" d="100"/>
          <a:sy n="70" d="100"/>
        </p:scale>
        <p:origin x="1266" y="78"/>
      </p:cViewPr>
      <p:guideLst>
        <p:guide orient="horz" pos="839"/>
        <p:guide orient="horz" pos="3867"/>
        <p:guide orient="horz" pos="2448"/>
        <p:guide orient="horz" pos="2337"/>
        <p:guide pos="174"/>
        <p:guide pos="5608"/>
        <p:guide pos="2880"/>
        <p:guide pos="294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8" Type="http://schemas.openxmlformats.org/officeDocument/2006/relationships/tags" Target="tags/tag105.xml"/><Relationship Id="rId47" Type="http://schemas.openxmlformats.org/officeDocument/2006/relationships/commentAuthors" Target="commentAuthors.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handoutMaster" Target="handoutMasters/handoutMaster1.xml"/><Relationship Id="rId42" Type="http://schemas.openxmlformats.org/officeDocument/2006/relationships/slide" Target="slides/slide32.xml"/><Relationship Id="rId41" Type="http://schemas.openxmlformats.org/officeDocument/2006/relationships/slide" Target="slides/slide31.xml"/><Relationship Id="rId40" Type="http://schemas.openxmlformats.org/officeDocument/2006/relationships/slide" Target="slides/slide30.xml"/><Relationship Id="rId4" Type="http://schemas.openxmlformats.org/officeDocument/2006/relationships/slideMaster" Target="slideMasters/slideMaster3.xml"/><Relationship Id="rId39" Type="http://schemas.openxmlformats.org/officeDocument/2006/relationships/slide" Target="slides/slide29.xml"/><Relationship Id="rId38" Type="http://schemas.openxmlformats.org/officeDocument/2006/relationships/slide" Target="slides/slide28.xml"/><Relationship Id="rId37" Type="http://schemas.openxmlformats.org/officeDocument/2006/relationships/slide" Target="slides/slide27.xml"/><Relationship Id="rId36" Type="http://schemas.openxmlformats.org/officeDocument/2006/relationships/slide" Target="slides/slide26.xml"/><Relationship Id="rId35" Type="http://schemas.openxmlformats.org/officeDocument/2006/relationships/slide" Target="slides/slide25.xml"/><Relationship Id="rId34" Type="http://schemas.openxmlformats.org/officeDocument/2006/relationships/slide" Target="slides/slide24.xml"/><Relationship Id="rId33" Type="http://schemas.openxmlformats.org/officeDocument/2006/relationships/slide" Target="slides/slide23.xml"/><Relationship Id="rId32" Type="http://schemas.openxmlformats.org/officeDocument/2006/relationships/slide" Target="slides/slide22.xml"/><Relationship Id="rId31" Type="http://schemas.openxmlformats.org/officeDocument/2006/relationships/slide" Target="slides/slide21.xml"/><Relationship Id="rId30" Type="http://schemas.openxmlformats.org/officeDocument/2006/relationships/slide" Target="slides/slide20.xml"/><Relationship Id="rId3" Type="http://schemas.openxmlformats.org/officeDocument/2006/relationships/slideMaster" Target="slideMasters/slideMaster2.xml"/><Relationship Id="rId29" Type="http://schemas.openxmlformats.org/officeDocument/2006/relationships/slide" Target="slides/slide19.xml"/><Relationship Id="rId28" Type="http://schemas.openxmlformats.org/officeDocument/2006/relationships/slide" Target="slides/slide18.xml"/><Relationship Id="rId27" Type="http://schemas.openxmlformats.org/officeDocument/2006/relationships/slide" Target="slides/slide17.xml"/><Relationship Id="rId26" Type="http://schemas.openxmlformats.org/officeDocument/2006/relationships/slide" Target="slides/slide16.xml"/><Relationship Id="rId25" Type="http://schemas.openxmlformats.org/officeDocument/2006/relationships/slide" Target="slides/slide15.xml"/><Relationship Id="rId24" Type="http://schemas.openxmlformats.org/officeDocument/2006/relationships/slide" Target="slides/slide14.xml"/><Relationship Id="rId23" Type="http://schemas.openxmlformats.org/officeDocument/2006/relationships/slide" Target="slides/slide13.xml"/><Relationship Id="rId22" Type="http://schemas.openxmlformats.org/officeDocument/2006/relationships/slide" Target="slides/slide12.xml"/><Relationship Id="rId21" Type="http://schemas.openxmlformats.org/officeDocument/2006/relationships/slide" Target="slides/slide11.xml"/><Relationship Id="rId20" Type="http://schemas.openxmlformats.org/officeDocument/2006/relationships/slide" Target="slides/slide10.xml"/><Relationship Id="rId2" Type="http://schemas.openxmlformats.org/officeDocument/2006/relationships/theme" Target="theme/theme1.xml"/><Relationship Id="rId19" Type="http://schemas.openxmlformats.org/officeDocument/2006/relationships/slide" Target="slides/slide9.xml"/><Relationship Id="rId18" Type="http://schemas.openxmlformats.org/officeDocument/2006/relationships/slide" Target="slides/slide8.xml"/><Relationship Id="rId17" Type="http://schemas.openxmlformats.org/officeDocument/2006/relationships/slide" Target="slides/slide7.xml"/><Relationship Id="rId16" Type="http://schemas.openxmlformats.org/officeDocument/2006/relationships/slide" Target="slides/slide6.xml"/><Relationship Id="rId15" Type="http://schemas.openxmlformats.org/officeDocument/2006/relationships/slide" Target="slides/slide5.xml"/><Relationship Id="rId14" Type="http://schemas.openxmlformats.org/officeDocument/2006/relationships/slide" Target="slides/slide4.xml"/><Relationship Id="rId13" Type="http://schemas.openxmlformats.org/officeDocument/2006/relationships/slide" Target="slides/slide3.xml"/><Relationship Id="rId12" Type="http://schemas.openxmlformats.org/officeDocument/2006/relationships/slide" Target="slides/slide2.xml"/><Relationship Id="rId11" Type="http://schemas.openxmlformats.org/officeDocument/2006/relationships/notesMaster" Target="notesMasters/notesMaster1.xml"/><Relationship Id="rId10" Type="http://schemas.openxmlformats.org/officeDocument/2006/relationships/slide" Target="slides/slide1.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2536407806495"/>
          <c:y val="0.0934330290177273"/>
          <c:w val="0.651309283630437"/>
          <c:h val="0.749281313440875"/>
        </c:manualLayout>
      </c:layout>
      <c:doughnutChart>
        <c:varyColors val="1"/>
        <c:ser>
          <c:idx val="0"/>
          <c:order val="0"/>
          <c:tx>
            <c:strRef>
              <c:f>Sheet1!$B$1</c:f>
              <c:strCache>
                <c:ptCount val="1"/>
                <c:pt idx="0">
                  <c:v>舆情声量</c:v>
                </c:pt>
              </c:strCache>
            </c:strRef>
          </c:tx>
          <c:explosion val="0"/>
          <c:dPt>
            <c:idx val="0"/>
            <c:bubble3D val="0"/>
            <c:spPr>
              <a:solidFill>
                <a:schemeClr val="bg1">
                  <a:lumMod val="85000"/>
                </a:schemeClr>
              </a:solidFill>
            </c:spPr>
          </c:dPt>
          <c:dPt>
            <c:idx val="1"/>
            <c:bubble3D val="0"/>
            <c:spPr>
              <a:solidFill>
                <a:schemeClr val="tx2">
                  <a:lumMod val="75000"/>
                </a:schemeClr>
              </a:solidFill>
            </c:spPr>
          </c:dPt>
          <c:dLbls>
            <c:dLbl>
              <c:idx val="0"/>
              <c:layout>
                <c:manualLayout>
                  <c:x val="-6.05498564132938e-5"/>
                  <c:y val="0.015037960138815"/>
                </c:manualLayout>
              </c:layout>
              <c:tx>
                <c:rich>
                  <a:bodyPr rot="0" spcFirstLastPara="0" vertOverflow="ellipsis" vert="horz" wrap="square" lIns="38100" tIns="19050" rIns="38100" bIns="19050" anchor="ctr" anchorCtr="1"/>
                  <a:lstStyle/>
                  <a:p>
                    <a:pPr defTabSz="914400">
                      <a:defRPr lang="zh-CN" sz="1200" b="0"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负面</a:t>
                    </a:r>
                    <a:r>
                      <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敏感</a:t>
                    </a:r>
                    <a:endPar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defTabSz="914400">
                      <a:defRPr lang="zh-CN" sz="1200" b="0"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0.0</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c:rich>
              </c:tx>
              <c:numFmt formatCode="0.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showLegendKey val="0"/>
              <c:showVal val="0"/>
              <c:showCatName val="1"/>
              <c:showSerName val="0"/>
              <c:showPercent val="1"/>
              <c:showBubbleSize val="0"/>
              <c:separator>
</c:separator>
              <c:extLst>
                <c:ext xmlns:c15="http://schemas.microsoft.com/office/drawing/2012/chart" uri="{CE6537A1-D6FC-4f65-9D91-7224C49458BB}">
                  <c15:layout>
                    <c:manualLayout>
                      <c:w val="0.394857005527517"/>
                      <c:h val="0.215065807896948"/>
                    </c:manualLayout>
                  </c15:layout>
                </c:ext>
              </c:extLst>
            </c:dLbl>
            <c:dLbl>
              <c:idx val="1"/>
              <c:layout>
                <c:manualLayout>
                  <c:x val="0.00528719057918769"/>
                  <c:y val="0"/>
                </c:manualLayout>
              </c:layout>
              <c:tx>
                <c:rich>
                  <a:bodyPr rot="0" spcFirstLastPara="0" vertOverflow="ellipsis" vert="horz" wrap="square" lIns="38100" tIns="19050" rIns="38100" bIns="19050" anchor="ctr" anchorCtr="1"/>
                  <a:lstStyle/>
                  <a:p>
                    <a:pPr defTabSz="914400">
                      <a:defRPr lang="zh-CN" sz="1200" b="0"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正面</a:t>
                    </a:r>
                    <a:r>
                      <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中性</a:t>
                    </a:r>
                    <a:endPar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defTabSz="914400">
                      <a:defRPr lang="zh-CN" sz="1200" b="0"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100.0%</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c:rich>
              </c:tx>
              <c:numFmt formatCode="0.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showLegendKey val="0"/>
              <c:showVal val="0"/>
              <c:showCatName val="1"/>
              <c:showSerName val="0"/>
              <c:showPercent val="1"/>
              <c:showBubbleSize val="0"/>
              <c:separator>
</c:separator>
              <c:extLst>
                <c:ext xmlns:c15="http://schemas.microsoft.com/office/drawing/2012/chart" uri="{CE6537A1-D6FC-4f65-9D91-7224C49458BB}">
                  <c15:layout>
                    <c:manualLayout>
                      <c:w val="0.580149002643595"/>
                      <c:h val="0.554466535984318"/>
                    </c:manualLayout>
                  </c15:layout>
                </c:ext>
              </c:extLst>
            </c:dLbl>
            <c:numFmt formatCode="0.0%" sourceLinked="0"/>
            <c:spPr>
              <a:noFill/>
              <a:ln>
                <a:noFill/>
              </a:ln>
              <a:effectLst/>
            </c:spPr>
            <c:txPr>
              <a:bodyPr rot="0" spcFirstLastPara="0" vertOverflow="ellipsis" vert="horz" wrap="square" lIns="38100" tIns="19050" rIns="38100" bIns="19050" anchor="ctr" anchorCtr="1">
                <a:spAutoFit/>
              </a:bodyPr>
              <a:lstStyle/>
              <a:p>
                <a:pPr>
                  <a:defRPr lang="zh-CN" sz="1200" b="0"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showLegendKey val="0"/>
            <c:showVal val="0"/>
            <c:showCatName val="1"/>
            <c:showSerName val="0"/>
            <c:showPercent val="1"/>
            <c:showBubbleSize val="0"/>
            <c:showLeaderLines val="1"/>
            <c:extLst>
              <c:ext xmlns:c15="http://schemas.microsoft.com/office/drawing/2012/chart" uri="{CE6537A1-D6FC-4f65-9D91-7224C49458BB}">
                <c15:layout/>
                <c15:showLeaderLines val="1"/>
                <c15:leaderLines/>
              </c:ext>
            </c:extLst>
          </c:dLbls>
          <c:cat>
            <c:strRef>
              <c:f>Sheet1!$A$2:$A$3</c:f>
              <c:strCache>
                <c:ptCount val="2"/>
                <c:pt idx="0">
                  <c:v>负面/敏感</c:v>
                </c:pt>
                <c:pt idx="1">
                  <c:v>正面/中性</c:v>
                </c:pt>
              </c:strCache>
            </c:strRef>
          </c:cat>
          <c:val>
            <c:numRef>
              <c:f>Sheet1!$B$2:$B$3</c:f>
              <c:numCache>
                <c:formatCode>General</c:formatCode>
                <c:ptCount val="2"/>
                <c:pt idx="0">
                  <c:v>0</c:v>
                </c:pt>
                <c:pt idx="1">
                  <c:v>2358</c:v>
                </c:pt>
              </c:numCache>
            </c:numRef>
          </c:val>
        </c:ser>
        <c:dLbls>
          <c:showLegendKey val="0"/>
          <c:showVal val="1"/>
          <c:showCatName val="0"/>
          <c:showSerName val="0"/>
          <c:showPercent val="0"/>
          <c:showBubbleSize val="0"/>
          <c:showLeaderLines val="1"/>
        </c:dLbls>
        <c:firstSliceAng val="0"/>
        <c:holeSize val="50"/>
      </c:doughnutChart>
    </c:plotArea>
    <c:legend>
      <c:legendPos val="r"/>
      <c:legendEntry>
        <c:idx val="0"/>
        <c:txPr>
          <a:bodyPr rot="0" spcFirstLastPara="0" vertOverflow="ellipsis" vert="horz" wrap="square" anchor="ctr" anchorCtr="1"/>
          <a:lstStyle/>
          <a:p>
            <a:pPr>
              <a:defRPr lang="zh-CN" sz="1200" b="1" i="0" u="none" strike="noStrike" kern="1200" baseline="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legendEntry>
      <c:legendEntry>
        <c:idx val="1"/>
        <c:txPr>
          <a:bodyPr rot="0" spcFirstLastPara="0" vertOverflow="ellipsis" vert="horz" wrap="square" anchor="ctr" anchorCtr="1"/>
          <a:lstStyle/>
          <a:p>
            <a:pPr>
              <a:defRPr lang="zh-CN" sz="1200" b="1" i="0" u="none" strike="noStrike" kern="1200" baseline="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legendEntry>
      <c:layout>
        <c:manualLayout>
          <c:xMode val="edge"/>
          <c:yMode val="edge"/>
          <c:x val="0.0915192239561059"/>
          <c:y val="0.891640342385954"/>
          <c:w val="0.752174451747593"/>
          <c:h val="0.0999586494930718"/>
        </c:manualLayout>
      </c:layout>
      <c:overlay val="0"/>
      <c:txPr>
        <a:bodyPr rot="0" spcFirstLastPara="0" vertOverflow="ellipsis" vert="horz" wrap="square" anchor="ctr" anchorCtr="1"/>
        <a:lstStyle/>
        <a:p>
          <a:pPr>
            <a:defRPr lang="zh-CN" sz="1200" b="1" i="0" u="none" strike="noStrike" kern="1200" baseline="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legend>
    <c:plotVisOnly val="1"/>
    <c:dispBlanksAs val="zero"/>
    <c:showDLblsOverMax val="0"/>
  </c:chart>
  <c:txPr>
    <a:bodyPr/>
    <a:lstStyle/>
    <a:p>
      <a:pPr>
        <a:defRPr lang="zh-CN" sz="12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2536407806495"/>
          <c:y val="0.0934330290177273"/>
          <c:w val="0.651309283630437"/>
          <c:h val="0.749281313440875"/>
        </c:manualLayout>
      </c:layout>
      <c:doughnutChart>
        <c:varyColors val="1"/>
        <c:ser>
          <c:idx val="0"/>
          <c:order val="0"/>
          <c:tx>
            <c:strRef>
              <c:f>Sheet1!$B$1</c:f>
              <c:strCache>
                <c:ptCount val="1"/>
                <c:pt idx="0">
                  <c:v>舆情声量</c:v>
                </c:pt>
              </c:strCache>
            </c:strRef>
          </c:tx>
          <c:explosion val="0"/>
          <c:dPt>
            <c:idx val="0"/>
            <c:bubble3D val="0"/>
            <c:spPr>
              <a:solidFill>
                <a:schemeClr val="bg1">
                  <a:lumMod val="50000"/>
                </a:schemeClr>
              </a:solidFill>
            </c:spPr>
          </c:dPt>
          <c:dPt>
            <c:idx val="1"/>
            <c:bubble3D val="0"/>
            <c:spPr>
              <a:solidFill>
                <a:schemeClr val="tx2">
                  <a:lumMod val="75000"/>
                </a:schemeClr>
              </a:solidFill>
            </c:spPr>
          </c:dPt>
          <c:dLbls>
            <c:dLbl>
              <c:idx val="0"/>
              <c:layout>
                <c:manualLayout>
                  <c:x val="0.00234252441588277"/>
                  <c:y val="-0.0129653353678032"/>
                </c:manualLayout>
              </c:layout>
              <c:tx>
                <c:rich>
                  <a:bodyPr rot="0" spcFirstLastPara="0" vertOverflow="ellipsis" vert="horz" wrap="square" lIns="38100" tIns="19050" rIns="38100" bIns="19050" anchor="ctr" anchorCtr="0"/>
                  <a:lstStyle/>
                  <a:p>
                    <a:pPr algn="ctr" defTabSz="914400" rtl="0">
                      <a:defRPr lang="en-US" sz="1050" b="0" i="0" u="none" strike="noStrike" kern="1200" baseline="0" dirty="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sz="1050" b="0" i="0" u="none" strike="noStrike" kern="1200" baseline="0" dirty="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Negative/sens</a:t>
                    </a:r>
                    <a:endParaRPr lang="en-US" sz="1050" b="0" i="0" u="none" strike="noStrike" kern="1200" baseline="0" dirty="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ctr" defTabSz="914400" rtl="0">
                      <a:defRPr lang="en-US" sz="1050" b="0" i="0" u="none" strike="noStrike" kern="1200" baseline="0" dirty="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sz="1050" b="0" i="0" u="none" strike="noStrike" kern="1200" baseline="0" dirty="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Itive</a:t>
                    </a:r>
                    <a:endParaRPr lang="en-US" sz="1050" b="0" i="0" u="none" strike="noStrike" kern="1200" baseline="0" dirty="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ctr" defTabSz="914400" rtl="0">
                      <a:defRPr lang="en-US" sz="1050" b="0" i="0" u="none" strike="noStrike" kern="1200" baseline="0" dirty="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sz="1050" b="0" i="0" u="none" strike="noStrike" kern="1200" baseline="0" dirty="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0.0%</a:t>
                    </a:r>
                    <a:endParaRPr lang="en-US" sz="1050" b="0" i="0" u="none" strike="noStrike" kern="1200" baseline="0" dirty="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c:rich>
              </c:tx>
              <c:numFmt formatCode="0.0%" sourceLinked="0"/>
              <c:spPr>
                <a:noFill/>
                <a:ln>
                  <a:noFill/>
                </a:ln>
                <a:effectLst/>
              </c:spPr>
              <c:txPr>
                <a:bodyPr rot="0" spcFirstLastPara="0" vertOverflow="ellipsis" vert="horz" wrap="square" lIns="38100" tIns="19050" rIns="38100" bIns="19050" anchor="ctr" anchorCtr="0"/>
                <a:lstStyle/>
                <a:p>
                  <a:pPr algn="ctr">
                    <a:defRPr lang="en-US" sz="1050" b="0" i="0" u="none" strike="noStrike" kern="1200" baseline="0" dirty="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showLegendKey val="0"/>
              <c:showVal val="0"/>
              <c:showCatName val="1"/>
              <c:showSerName val="0"/>
              <c:showPercent val="1"/>
              <c:showBubbleSize val="0"/>
              <c:separator>
</c:separator>
              <c:extLst>
                <c:ext xmlns:c15="http://schemas.microsoft.com/office/drawing/2012/chart" uri="{CE6537A1-D6FC-4f65-9D91-7224C49458BB}">
                  <c15:layout>
                    <c:manualLayout>
                      <c:w val="0.418889689978371"/>
                      <c:h val="0.215065807896948"/>
                    </c:manualLayout>
                  </c15:layout>
                </c:ext>
              </c:extLst>
            </c:dLbl>
            <c:dLbl>
              <c:idx val="1"/>
              <c:layout>
                <c:manualLayout>
                  <c:x val="0.00528719057918769"/>
                  <c:y val="0"/>
                </c:manualLayout>
              </c:layout>
              <c:tx>
                <c:rich>
                  <a:bodyPr rot="0" spcFirstLastPara="0" vertOverflow="ellipsis" vert="horz" wrap="square" lIns="38100" tIns="19050" rIns="38100" bIns="19050" anchor="ctr" anchorCtr="1"/>
                  <a:lstStyle/>
                  <a:p>
                    <a:pPr defTabSz="914400">
                      <a:defRPr lang="zh-CN" sz="1200" b="0"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sz="105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Positive/neutral</a:t>
                    </a:r>
                    <a:endParaRPr lang="en-US" sz="105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defTabSz="914400">
                      <a:defRPr lang="zh-CN" sz="1200" b="0"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sz="1050" dirty="0" smtClean="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100.0</a:t>
                    </a:r>
                    <a:r>
                      <a:rPr lang="en-US" altLang="zh-CN" sz="1050" dirty="0" smtClean="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endParaRPr lang="en-US" altLang="zh-CN" sz="105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c:rich>
              </c:tx>
              <c:numFmt formatCode="0.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showLegendKey val="0"/>
              <c:showVal val="0"/>
              <c:showCatName val="1"/>
              <c:showSerName val="0"/>
              <c:showPercent val="1"/>
              <c:showBubbleSize val="0"/>
              <c:separator>
</c:separator>
              <c:extLst>
                <c:ext xmlns:c15="http://schemas.microsoft.com/office/drawing/2012/chart" uri="{CE6537A1-D6FC-4f65-9D91-7224C49458BB}">
                  <c15:layout>
                    <c:manualLayout>
                      <c:w val="0.580149002643595"/>
                      <c:h val="0.554466535984318"/>
                    </c:manualLayout>
                  </c15:layout>
                </c:ext>
              </c:extLst>
            </c:dLbl>
            <c:numFmt formatCode="0.0%" sourceLinked="0"/>
            <c:spPr>
              <a:noFill/>
              <a:ln>
                <a:noFill/>
              </a:ln>
              <a:effectLst/>
            </c:spPr>
            <c:txPr>
              <a:bodyPr rot="0" spcFirstLastPara="0" vertOverflow="ellipsis" vert="horz" wrap="square" lIns="38100" tIns="19050" rIns="38100" bIns="19050" anchor="ctr" anchorCtr="1">
                <a:spAutoFit/>
              </a:bodyPr>
              <a:lstStyle/>
              <a:p>
                <a:pPr>
                  <a:defRPr lang="zh-CN" sz="1200" b="0"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showLegendKey val="0"/>
            <c:showVal val="0"/>
            <c:showCatName val="1"/>
            <c:showSerName val="0"/>
            <c:showPercent val="1"/>
            <c:showBubbleSize val="0"/>
            <c:showLeaderLines val="1"/>
            <c:extLst>
              <c:ext xmlns:c15="http://schemas.microsoft.com/office/drawing/2012/chart" uri="{CE6537A1-D6FC-4f65-9D91-7224C49458BB}">
                <c15:layout/>
                <c15:showLeaderLines val="1"/>
                <c15:leaderLines/>
              </c:ext>
            </c:extLst>
          </c:dLbls>
          <c:cat>
            <c:strRef>
              <c:f>Sheet1!$A$2:$A$3</c:f>
              <c:strCache>
                <c:ptCount val="2"/>
                <c:pt idx="0">
                  <c:v>负面/敏感</c:v>
                </c:pt>
                <c:pt idx="1">
                  <c:v>正面/中性</c:v>
                </c:pt>
              </c:strCache>
            </c:strRef>
          </c:cat>
          <c:val>
            <c:numRef>
              <c:f>Sheet1!$B$2:$B$3</c:f>
              <c:numCache>
                <c:formatCode>General</c:formatCode>
                <c:ptCount val="2"/>
                <c:pt idx="0">
                  <c:v>0</c:v>
                </c:pt>
                <c:pt idx="1">
                  <c:v>2358</c:v>
                </c:pt>
              </c:numCache>
            </c:numRef>
          </c:val>
        </c:ser>
        <c:dLbls>
          <c:showLegendKey val="0"/>
          <c:showVal val="1"/>
          <c:showCatName val="0"/>
          <c:showSerName val="0"/>
          <c:showPercent val="0"/>
          <c:showBubbleSize val="0"/>
          <c:showLeaderLines val="1"/>
        </c:dLbls>
        <c:firstSliceAng val="0"/>
        <c:holeSize val="50"/>
      </c:doughnutChart>
    </c:plotArea>
    <c:legend>
      <c:legendPos val="r"/>
      <c:legendEntry>
        <c:idx val="0"/>
        <c:txPr>
          <a:bodyPr rot="0" spcFirstLastPara="0" vertOverflow="ellipsis" vert="horz" wrap="square" anchor="ctr" anchorCtr="1"/>
          <a:lstStyle/>
          <a:p>
            <a:pPr>
              <a:defRPr lang="zh-CN" sz="1200" b="1" i="0" u="none" strike="noStrike" kern="1200" baseline="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legendEntry>
      <c:legendEntry>
        <c:idx val="1"/>
        <c:txPr>
          <a:bodyPr rot="0" spcFirstLastPara="0" vertOverflow="ellipsis" vert="horz" wrap="square" anchor="ctr" anchorCtr="1"/>
          <a:lstStyle/>
          <a:p>
            <a:pPr>
              <a:defRPr lang="zh-CN" sz="1200" b="1" i="0" u="none" strike="noStrike" kern="1200" baseline="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legendEntry>
      <c:layout>
        <c:manualLayout>
          <c:xMode val="edge"/>
          <c:yMode val="edge"/>
          <c:x val="0.0915192239561059"/>
          <c:y val="0.891640342385954"/>
          <c:w val="0.752174451747593"/>
          <c:h val="0.0999586494930718"/>
        </c:manualLayout>
      </c:layout>
      <c:overlay val="0"/>
      <c:txPr>
        <a:bodyPr rot="0" spcFirstLastPara="0" vertOverflow="ellipsis" vert="horz" wrap="square" anchor="ctr" anchorCtr="1"/>
        <a:lstStyle/>
        <a:p>
          <a:pPr>
            <a:defRPr lang="zh-CN" sz="1200" b="1"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legend>
    <c:plotVisOnly val="1"/>
    <c:dispBlanksAs val="zero"/>
    <c:showDLblsOverMax val="0"/>
  </c:chart>
  <c:txPr>
    <a:bodyPr/>
    <a:lstStyle/>
    <a:p>
      <a:pPr>
        <a:defRPr lang="zh-CN" sz="12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drawing1.xml><?xml version="1.0" encoding="utf-8"?>
<c:userShapes xmlns:c="http://schemas.openxmlformats.org/drawingml/2006/chart">
  <cdr:relSizeAnchor xmlns:cdr="http://schemas.openxmlformats.org/drawingml/2006/chartDrawing">
    <cdr:from>
      <cdr:x>0.31982</cdr:x>
      <cdr:y>0.37491</cdr:y>
    </cdr:from>
    <cdr:to>
      <cdr:x>0.72545</cdr:x>
      <cdr:y>0.62509</cdr:y>
    </cdr:to>
    <cdr:sp>
      <cdr:nvSpPr>
        <cdr:cNvPr id="2" name="矩形 1"/>
        <cdr:cNvSpPr/>
      </cdr:nvSpPr>
      <cdr:spPr xmlns:a="http://schemas.openxmlformats.org/drawingml/2006/main">
        <a:xfrm xmlns:a="http://schemas.openxmlformats.org/drawingml/2006/main">
          <a:off x="1055569" y="1061842"/>
          <a:ext cx="1338776" cy="708608"/>
        </a:xfrm>
        <a:prstGeom xmlns:a="http://schemas.openxmlformats.org/drawingml/2006/main" prst="rect">
          <a:avLst/>
        </a:prstGeom>
        <a:noFill/>
        <a:ln>
          <a:noFill/>
        </a:ln>
      </cdr:spPr>
      <cdr:txBody xmlns:a="http://schemas.openxmlformats.org/drawingml/2006/main">
        <a:bodyPr rot="0" vert="horz" wrap="square" lIns="121821" tIns="60911" rIns="121821" bIns="60911" anchor="t" anchorCtr="0" upright="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zh-CN" altLang="en-US" sz="1400" b="0" dirty="0">
              <a:solidFill>
                <a:schemeClr val="bg2"/>
              </a:solidFill>
              <a:latin typeface="微软雅黑" panose="020B0503020204020204" pitchFamily="34" charset="-122"/>
              <a:ea typeface="微软雅黑" panose="020B0503020204020204" pitchFamily="34" charset="-122"/>
              <a:cs typeface="微软雅黑" panose="020B0503020204020204" pitchFamily="34" charset="-122"/>
            </a:rPr>
            <a:t>舆情总量</a:t>
          </a:r>
          <a:endParaRPr lang="en-US" altLang="zh-CN" sz="1400" b="0" dirty="0">
            <a:solidFill>
              <a:schemeClr val="bg2"/>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en-US" altLang="zh-CN" sz="1400" b="0" dirty="0" smtClean="0">
              <a:solidFill>
                <a:schemeClr val="bg2"/>
              </a:solidFill>
              <a:latin typeface="微软雅黑" panose="020B0503020204020204" pitchFamily="34" charset="-122"/>
              <a:ea typeface="微软雅黑" panose="020B0503020204020204" pitchFamily="34" charset="-122"/>
              <a:sym typeface="+mn-ea"/>
            </a:rPr>
            <a:t>2,408</a:t>
          </a:r>
          <a:endParaRPr lang="zh-CN" altLang="en-US" sz="1400" b="0" dirty="0">
            <a:solidFill>
              <a:schemeClr val="bg2"/>
            </a:solidFill>
            <a:latin typeface="微软雅黑" panose="020B0503020204020204" pitchFamily="34" charset="-122"/>
            <a:ea typeface="微软雅黑" panose="020B0503020204020204" pitchFamily="34" charset="-122"/>
            <a:cs typeface="微软雅黑" panose="020B0503020204020204" pitchFamily="34" charset="-122"/>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6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3363"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a:latin typeface="Arial" panose="020B0604020202020204" pitchFamily="34" charset="0"/>
                <a:ea typeface="宋体" panose="02010600030101010101" pitchFamily="2"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3364"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3365"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E4AA5B1-0FAB-4FE1-96D6-A8BCFF713E18}"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de-DE"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a:latin typeface="Arial" panose="020B0604020202020204" pitchFamily="34" charset="0"/>
                <a:ea typeface="宋体" panose="02010600030101010101" pitchFamily="2"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de-DE"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7892"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de-DE"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Textmasterformate durch Klicken bearbeiten</a:t>
            </a:r>
            <a:endParaRPr kumimoji="0" lang="de-DE"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p>
            <a:pPr marL="455930" marR="0" lvl="1" indent="0" algn="l" defTabSz="914400" rtl="0" eaLnBrk="0" fontAlgn="base" latinLnBrk="0" hangingPunct="0">
              <a:lnSpc>
                <a:spcPct val="100000"/>
              </a:lnSpc>
              <a:spcBef>
                <a:spcPct val="30000"/>
              </a:spcBef>
              <a:spcAft>
                <a:spcPct val="0"/>
              </a:spcAft>
              <a:buClrTx/>
              <a:buSzTx/>
              <a:buFontTx/>
              <a:buNone/>
              <a:defRPr/>
            </a:pPr>
            <a:r>
              <a:rPr kumimoji="0" lang="de-DE"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Zweite Ebene</a:t>
            </a:r>
            <a:endParaRPr kumimoji="0" lang="de-DE"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p>
            <a:pPr marL="913130" marR="0" lvl="2" indent="0" algn="l" defTabSz="914400" rtl="0" eaLnBrk="0" fontAlgn="base" latinLnBrk="0" hangingPunct="0">
              <a:lnSpc>
                <a:spcPct val="100000"/>
              </a:lnSpc>
              <a:spcBef>
                <a:spcPct val="30000"/>
              </a:spcBef>
              <a:spcAft>
                <a:spcPct val="0"/>
              </a:spcAft>
              <a:buClrTx/>
              <a:buSzTx/>
              <a:buFontTx/>
              <a:buNone/>
              <a:defRPr/>
            </a:pPr>
            <a:r>
              <a:rPr kumimoji="0" lang="de-DE"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Dritte Ebene</a:t>
            </a:r>
            <a:endParaRPr kumimoji="0" lang="de-DE"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p>
            <a:pPr marL="1370330" marR="0" lvl="3" indent="0" algn="l" defTabSz="914400" rtl="0" eaLnBrk="0" fontAlgn="base" latinLnBrk="0" hangingPunct="0">
              <a:lnSpc>
                <a:spcPct val="100000"/>
              </a:lnSpc>
              <a:spcBef>
                <a:spcPct val="30000"/>
              </a:spcBef>
              <a:spcAft>
                <a:spcPct val="0"/>
              </a:spcAft>
              <a:buClrTx/>
              <a:buSzTx/>
              <a:buFontTx/>
              <a:buNone/>
              <a:defRPr/>
            </a:pPr>
            <a:r>
              <a:rPr kumimoji="0" lang="de-DE"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Vierte Ebene</a:t>
            </a:r>
            <a:endParaRPr kumimoji="0" lang="de-DE"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p>
            <a:pPr marL="1827530" marR="0" lvl="4" indent="0" algn="l" defTabSz="914400" rtl="0" eaLnBrk="0" fontAlgn="base" latinLnBrk="0" hangingPunct="0">
              <a:lnSpc>
                <a:spcPct val="100000"/>
              </a:lnSpc>
              <a:spcBef>
                <a:spcPct val="30000"/>
              </a:spcBef>
              <a:spcAft>
                <a:spcPct val="0"/>
              </a:spcAft>
              <a:buClrTx/>
              <a:buSzTx/>
              <a:buFontTx/>
              <a:buNone/>
              <a:defRPr/>
            </a:pPr>
            <a:r>
              <a:rPr kumimoji="0" lang="de-DE"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Fünfte Ebene</a:t>
            </a:r>
            <a:endParaRPr kumimoji="0" lang="de-DE"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de-DE"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7881DBF-BD6D-401F-B63E-503AC729D0CF}" type="slidenum">
              <a:rPr kumimoji="0" lang="zh-CN" altLang="de-DE"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de-DE"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593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313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033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753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rPr>
              <a:t>效率会文件中的立项</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rPr>
              <a:t>KPI</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rPr>
              <a:t>：抖音直播累积观看量达</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rPr>
              <a:t>2000w+</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rPr>
              <a:t>；奥迪官方抖音新增粉丝数</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rPr>
              <a:t>14w+</a:t>
            </a: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rPr>
              <a:t>京东奥迪官方旗舰店粉丝数目前</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rPr>
              <a:t>20w+</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rPr>
              <a:t>，建议 访问量、预约量、涨粉量</a:t>
            </a: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rPr>
              <a:t>奥迪官方直播这件事 触达人次</a:t>
            </a: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rPr>
              <a:t>内部全员营销</a:t>
            </a: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endParaRPr>
          </a:p>
        </p:txBody>
      </p:sp>
      <p:sp>
        <p:nvSpPr>
          <p:cNvPr id="4" name="灯片编号占位符 3"/>
          <p:cNvSpPr>
            <a:spLocks noGrp="1"/>
          </p:cNvSpPr>
          <p:nvPr>
            <p:ph type="sldNum" sz="quarter" idx="10"/>
          </p:nvPr>
        </p:nvSpPr>
        <p:spPr/>
        <p:txBody>
          <a:bodyPr/>
          <a:lstStyle/>
          <a:p>
            <a:fld id="{7321989A-92A0-46B8-8882-64828DCB153E}" type="slidenum">
              <a:rPr lang="de-DE" smtClean="0"/>
            </a:fld>
            <a:endParaRPr 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976009-DDFD-46B6-A68B-05C9770FC91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image" Target="../media/image10.emf"/><Relationship Id="rId3" Type="http://schemas.openxmlformats.org/officeDocument/2006/relationships/oleObject" Target="../embeddings/oleObject1.bin"/><Relationship Id="rId2" Type="http://schemas.openxmlformats.org/officeDocument/2006/relationships/tags" Target="../tags/tag11.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image" Target="../media/image10.emf"/><Relationship Id="rId3" Type="http://schemas.openxmlformats.org/officeDocument/2006/relationships/oleObject" Target="../embeddings/oleObject2.bin"/><Relationship Id="rId2" Type="http://schemas.openxmlformats.org/officeDocument/2006/relationships/tags" Target="../tags/tag26.xml"/><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1" Type="http://schemas.openxmlformats.org/officeDocument/2006/relationships/tags" Target="../tags/tag40.xml"/><Relationship Id="rId10" Type="http://schemas.openxmlformats.org/officeDocument/2006/relationships/tags" Target="../tags/tag39.xml"/><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image" Target="../media/image10.emf"/><Relationship Id="rId3" Type="http://schemas.openxmlformats.org/officeDocument/2006/relationships/oleObject" Target="../embeddings/oleObject3.bin"/><Relationship Id="rId2" Type="http://schemas.openxmlformats.org/officeDocument/2006/relationships/tags" Target="../tags/tag41.xml"/><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image" Target="../media/image10.emf"/><Relationship Id="rId3" Type="http://schemas.openxmlformats.org/officeDocument/2006/relationships/oleObject" Target="../embeddings/oleObject4.bin"/><Relationship Id="rId2" Type="http://schemas.openxmlformats.org/officeDocument/2006/relationships/tags" Target="../tags/tag56.xml"/><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1" Type="http://schemas.openxmlformats.org/officeDocument/2006/relationships/tags" Target="../tags/tag70.xml"/><Relationship Id="rId10" Type="http://schemas.openxmlformats.org/officeDocument/2006/relationships/tags" Target="../tags/tag69.xml"/><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image" Target="../media/image10.emf"/><Relationship Id="rId3" Type="http://schemas.openxmlformats.org/officeDocument/2006/relationships/oleObject" Target="../embeddings/oleObject5.bin"/><Relationship Id="rId2" Type="http://schemas.openxmlformats.org/officeDocument/2006/relationships/tags" Target="../tags/tag73.xml"/><Relationship Id="rId10" Type="http://schemas.openxmlformats.org/officeDocument/2006/relationships/vmlDrawing" Target="../drawings/vmlDrawing5.vml"/><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8.xml"/></Relationships>
</file>

<file path=ppt/slideLayouts/_rels/slideLayout58.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1" Type="http://schemas.openxmlformats.org/officeDocument/2006/relationships/tags" Target="../tags/tag88.xml"/><Relationship Id="rId10" Type="http://schemas.openxmlformats.org/officeDocument/2006/relationships/tags" Target="../tags/tag87.xml"/><Relationship Id="rId1" Type="http://schemas.openxmlformats.org/officeDocument/2006/relationships/slideMaster" Target="../slideMasters/slideMaster8.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0.xml.rels><?xml version="1.0" encoding="UTF-8" standalone="yes"?>
<Relationships xmlns="http://schemas.openxmlformats.org/package/2006/relationships"><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slideMaster" Target="../slideMasters/slideMaster8.xml"/></Relationships>
</file>

<file path=ppt/slideLayouts/_rels/slideLayout61.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image" Target="../media/image10.emf"/><Relationship Id="rId3" Type="http://schemas.openxmlformats.org/officeDocument/2006/relationships/oleObject" Target="../embeddings/oleObject6.bin"/><Relationship Id="rId2" Type="http://schemas.openxmlformats.org/officeDocument/2006/relationships/tags" Target="../tags/tag91.xml"/><Relationship Id="rId10" Type="http://schemas.openxmlformats.org/officeDocument/2006/relationships/vmlDrawing" Target="../drawings/vmlDrawing6.vml"/><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9"/>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9"/>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900"/>
            </a:lvl2pPr>
            <a:lvl3pPr marL="914400" indent="0">
              <a:buNone/>
              <a:defRPr sz="1600"/>
            </a:lvl3pPr>
            <a:lvl4pPr marL="1371600" indent="0">
              <a:buNone/>
              <a:defRPr sz="1500"/>
            </a:lvl4pPr>
            <a:lvl5pPr marL="1828800" indent="0">
              <a:buNone/>
              <a:defRPr sz="1500"/>
            </a:lvl5pPr>
            <a:lvl6pPr marL="2286000" indent="0">
              <a:buNone/>
              <a:defRPr sz="1500"/>
            </a:lvl6pPr>
            <a:lvl7pPr marL="2743200" indent="0">
              <a:buNone/>
              <a:defRPr sz="1500"/>
            </a:lvl7pPr>
            <a:lvl8pPr marL="3200400" indent="0">
              <a:buNone/>
              <a:defRPr sz="1500"/>
            </a:lvl8pPr>
            <a:lvl9pPr marL="3657600" indent="0">
              <a:buNone/>
              <a:defRPr sz="1500"/>
            </a:lvl9pPr>
          </a:lstStyle>
          <a:p>
            <a:pPr lvl="0"/>
            <a:r>
              <a:rPr lang="zh-CN" altLang="en-US"/>
              <a:t>单击此处编辑母版文本样式</a:t>
            </a:r>
            <a:endParaRPr lang="zh-CN" alt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58780" y="1341437"/>
            <a:ext cx="4137025" cy="4895851"/>
          </a:xfrm>
        </p:spPr>
        <p:txBody>
          <a:bodyPr/>
          <a:lstStyle>
            <a:lvl1pPr>
              <a:defRPr sz="2800"/>
            </a:lvl1pPr>
            <a:lvl2pPr>
              <a:defRPr sz="2400"/>
            </a:lvl2pPr>
            <a:lvl3pPr>
              <a:defRPr sz="2000"/>
            </a:lvl3pPr>
            <a:lvl4pPr>
              <a:defRPr sz="1900"/>
            </a:lvl4pPr>
            <a:lvl5pPr>
              <a:defRPr sz="1900"/>
            </a:lvl5pPr>
            <a:lvl6pPr>
              <a:defRPr sz="1900"/>
            </a:lvl6pPr>
            <a:lvl7pPr>
              <a:defRPr sz="1900"/>
            </a:lvl7pPr>
            <a:lvl8pPr>
              <a:defRPr sz="1900"/>
            </a:lvl8pPr>
            <a:lvl9pPr>
              <a:defRPr sz="19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4" y="1341437"/>
            <a:ext cx="4137025" cy="4895851"/>
          </a:xfrm>
        </p:spPr>
        <p:txBody>
          <a:bodyPr/>
          <a:lstStyle>
            <a:lvl1pPr>
              <a:defRPr sz="2800"/>
            </a:lvl1pPr>
            <a:lvl2pPr>
              <a:defRPr sz="2400"/>
            </a:lvl2pPr>
            <a:lvl3pPr>
              <a:defRPr sz="2000"/>
            </a:lvl3pPr>
            <a:lvl4pPr>
              <a:defRPr sz="1900"/>
            </a:lvl4pPr>
            <a:lvl5pPr>
              <a:defRPr sz="1900"/>
            </a:lvl5pPr>
            <a:lvl6pPr>
              <a:defRPr sz="1900"/>
            </a:lvl6pPr>
            <a:lvl7pPr>
              <a:defRPr sz="1900"/>
            </a:lvl7pPr>
            <a:lvl8pPr>
              <a:defRPr sz="1900"/>
            </a:lvl8pPr>
            <a:lvl9pPr>
              <a:defRPr sz="19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9"/>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3" y="1535113"/>
            <a:ext cx="4040188" cy="639763"/>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3" y="2174875"/>
            <a:ext cx="4040188" cy="3951288"/>
          </a:xfrm>
        </p:spPr>
        <p:txBody>
          <a:bodyPr/>
          <a:lstStyle>
            <a:lvl1pPr>
              <a:defRPr sz="2400"/>
            </a:lvl1pPr>
            <a:lvl2pPr>
              <a:defRPr sz="2000"/>
            </a:lvl2pPr>
            <a:lvl3pPr>
              <a:defRPr sz="19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9" y="1535113"/>
            <a:ext cx="4041775" cy="639763"/>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9" y="2174875"/>
            <a:ext cx="4041775" cy="3951288"/>
          </a:xfrm>
        </p:spPr>
        <p:txBody>
          <a:bodyPr/>
          <a:lstStyle>
            <a:lvl1pPr>
              <a:defRPr sz="2400"/>
            </a:lvl1pPr>
            <a:lvl2pPr>
              <a:defRPr sz="2000"/>
            </a:lvl2pPr>
            <a:lvl3pPr>
              <a:defRPr sz="19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4" y="273049"/>
            <a:ext cx="3008313" cy="1162051"/>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3" y="273054"/>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4" y="1435104"/>
            <a:ext cx="3008313" cy="4691063"/>
          </a:xfrm>
        </p:spPr>
        <p:txBody>
          <a:bodyPr/>
          <a:lstStyle>
            <a:lvl1pPr marL="0" indent="0">
              <a:buNone/>
              <a:defRPr sz="1500"/>
            </a:lvl1pPr>
            <a:lvl2pPr marL="457200" indent="0">
              <a:buNone/>
              <a:defRPr sz="1200"/>
            </a:lvl2pPr>
            <a:lvl3pPr marL="914400" indent="0">
              <a:buNone/>
              <a:defRPr sz="11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9"/>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0" tIns="0" rIns="0" bIns="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ctr" latinLnBrk="0" hangingPunct="0">
              <a:lnSpc>
                <a:spcPct val="110000"/>
              </a:lnSpc>
              <a:spcBef>
                <a:spcPct val="30000"/>
              </a:spcBef>
              <a:spcAft>
                <a:spcPct val="0"/>
              </a:spcAft>
              <a:buClr>
                <a:schemeClr val="accent2"/>
              </a:buClr>
              <a:buSzPct val="80000"/>
              <a:buFont typeface="Arial" panose="020B0604020202020204" pitchFamily="34" charset="0"/>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41"/>
            <a:ext cx="5486400" cy="804863"/>
          </a:xfrm>
        </p:spPr>
        <p:txBody>
          <a:bodyPr/>
          <a:lstStyle>
            <a:lvl1pPr marL="0" indent="0">
              <a:buNone/>
              <a:defRPr sz="1500"/>
            </a:lvl1pPr>
            <a:lvl2pPr marL="457200" indent="0">
              <a:buNone/>
              <a:defRPr sz="1200"/>
            </a:lvl2pPr>
            <a:lvl3pPr marL="914400" indent="0">
              <a:buNone/>
              <a:defRPr sz="11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2372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2372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2"/>
            <a:ext cx="9144000" cy="10795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358780" y="1341437"/>
            <a:ext cx="4137025" cy="489585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4" y="1341440"/>
            <a:ext cx="4137025" cy="23717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4" y="3865564"/>
            <a:ext cx="4137025" cy="23717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2"/>
            <a:ext cx="9144000" cy="10795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358780" y="1341437"/>
            <a:ext cx="4137025" cy="489585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4" y="1341437"/>
            <a:ext cx="4137025" cy="489585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0" y="0"/>
            <a:ext cx="9144000" cy="62372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0" y="2"/>
            <a:ext cx="9144000" cy="1079500"/>
          </a:xfrm>
        </p:spPr>
        <p:txBody>
          <a:bodyPr/>
          <a:lstStyle/>
          <a:p>
            <a:r>
              <a:rPr lang="zh-CN" altLang="en-US"/>
              <a:t>单击此处编辑母版标题样式</a:t>
            </a:r>
            <a:endParaRPr lang="en-US"/>
          </a:p>
        </p:txBody>
      </p:sp>
      <p:sp>
        <p:nvSpPr>
          <p:cNvPr id="3" name="表格占位符 2"/>
          <p:cNvSpPr>
            <a:spLocks noGrp="1"/>
          </p:cNvSpPr>
          <p:nvPr>
            <p:ph type="tbl" idx="1"/>
          </p:nvPr>
        </p:nvSpPr>
        <p:spPr>
          <a:xfrm>
            <a:off x="358777" y="1341437"/>
            <a:ext cx="8426451" cy="4895851"/>
          </a:xfrm>
        </p:spPr>
        <p:txBody>
          <a:bodyPr vert="horz" wrap="square" lIns="0" tIns="0" rIns="0" bIns="0" numCol="1" anchor="t" anchorCtr="0" compatLnSpc="1"/>
          <a:lstStyle/>
          <a:p>
            <a:pPr marL="265430" marR="0" lvl="0" indent="-265430" algn="l" defTabSz="914400" rtl="0" eaLnBrk="0" fontAlgn="ctr" latinLnBrk="0" hangingPunct="0">
              <a:lnSpc>
                <a:spcPct val="110000"/>
              </a:lnSpc>
              <a:spcBef>
                <a:spcPct val="30000"/>
              </a:spcBef>
              <a:spcAft>
                <a:spcPct val="0"/>
              </a:spcAft>
              <a:buClr>
                <a:schemeClr val="accent2"/>
              </a:buClr>
              <a:buSzPct val="80000"/>
              <a:buFont typeface="Arial" panose="020B0604020202020204" pitchFamily="34" charset="0"/>
              <a:buChar char="►"/>
              <a:defRPr/>
            </a:pPr>
            <a:endParaRPr kumimoji="0" lang="en-US" sz="1600" b="0" i="0" u="none" strike="noStrike" kern="0" cap="none" spc="0" normalizeH="0" baseline="0" noProof="0">
              <a:ln>
                <a:noFill/>
              </a:ln>
              <a:solidFill>
                <a:schemeClr val="tx1"/>
              </a:solidFill>
              <a:effectLst/>
              <a:uLnTx/>
              <a:uFillTx/>
              <a:latin typeface="+mn-lt"/>
              <a:ea typeface="+mn-ea"/>
              <a:cs typeface="+mn-cs"/>
            </a:endParaRPr>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elfolie">
    <p:spTree>
      <p:nvGrpSpPr>
        <p:cNvPr id="1" name=""/>
        <p:cNvGrpSpPr/>
        <p:nvPr/>
      </p:nvGrpSpPr>
      <p:grpSpPr>
        <a:xfrm>
          <a:off x="0" y="0"/>
          <a:ext cx="0" cy="0"/>
          <a:chOff x="0" y="0"/>
          <a:chExt cx="0" cy="0"/>
        </a:xfrm>
      </p:grpSpPr>
      <p:sp>
        <p:nvSpPr>
          <p:cNvPr id="3" name="Untertitel 2"/>
          <p:cNvSpPr>
            <a:spLocks noGrp="1"/>
          </p:cNvSpPr>
          <p:nvPr>
            <p:ph type="subTitle" idx="1"/>
          </p:nvPr>
        </p:nvSpPr>
        <p:spPr bwMode="gray">
          <a:xfrm>
            <a:off x="521495" y="3897313"/>
            <a:ext cx="8505000" cy="251767"/>
          </a:xfrm>
        </p:spPr>
        <p:txBody>
          <a:bodyPr anchor="t"/>
          <a:lstStyle>
            <a:lvl1pPr marL="0" indent="0" algn="l">
              <a:buNone/>
              <a:defRPr sz="1050" b="0">
                <a:solidFill>
                  <a:schemeClr val="bg1"/>
                </a:solidFill>
                <a:latin typeface="+mj-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de-DE" noProof="0" dirty="0"/>
              <a:t>Formatvorlage des Untertitelmasters durch Klicken bearbeiten</a:t>
            </a:r>
            <a:endParaRPr lang="de-DE" noProof="0" dirty="0"/>
          </a:p>
        </p:txBody>
      </p:sp>
      <p:sp>
        <p:nvSpPr>
          <p:cNvPr id="8" name="Titel 7"/>
          <p:cNvSpPr>
            <a:spLocks noGrp="1"/>
          </p:cNvSpPr>
          <p:nvPr>
            <p:ph type="title"/>
          </p:nvPr>
        </p:nvSpPr>
        <p:spPr bwMode="gray">
          <a:xfrm>
            <a:off x="521495" y="3573016"/>
            <a:ext cx="8505000" cy="288032"/>
          </a:xfrm>
        </p:spPr>
        <p:txBody>
          <a:bodyPr anchor="t" anchorCtr="0"/>
          <a:lstStyle>
            <a:lvl1pPr>
              <a:defRPr>
                <a:solidFill>
                  <a:schemeClr val="bg1"/>
                </a:solidFill>
              </a:defRPr>
            </a:lvl1pPr>
          </a:lstStyle>
          <a:p>
            <a:r>
              <a:rPr lang="de-DE" noProof="0" dirty="0"/>
              <a:t>Titelmasterformat durch Klicken bearbeiten</a:t>
            </a:r>
            <a:endParaRPr lang="de-DE" noProof="0" dirty="0"/>
          </a:p>
        </p:txBody>
      </p:sp>
      <p:pic>
        <p:nvPicPr>
          <p:cNvPr id="6" name="Bild 13"/>
          <p:cNvPicPr>
            <a:picLocks noChangeAspect="1"/>
          </p:cNvPicPr>
          <p:nvPr userDrawn="1"/>
        </p:nvPicPr>
        <p:blipFill>
          <a:blip r:embed="rId2" cstate="print"/>
          <a:srcRect/>
          <a:stretch>
            <a:fillRect/>
          </a:stretch>
        </p:blipFill>
        <p:spPr bwMode="gray">
          <a:xfrm>
            <a:off x="438150" y="734278"/>
            <a:ext cx="5511003" cy="2545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首页1">
    <p:bg>
      <p:bgPr>
        <a:solidFill>
          <a:schemeClr val="bg1"/>
        </a:solidFill>
        <a:effectLst/>
      </p:bgPr>
    </p:bg>
    <p:spTree>
      <p:nvGrpSpPr>
        <p:cNvPr id="1" name=""/>
        <p:cNvGrpSpPr/>
        <p:nvPr/>
      </p:nvGrpSpPr>
      <p:grpSpPr>
        <a:xfrm>
          <a:off x="0" y="0"/>
          <a:ext cx="0" cy="0"/>
          <a:chOff x="0" y="0"/>
          <a:chExt cx="0" cy="0"/>
        </a:xfrm>
      </p:grpSpPr>
      <p:sp>
        <p:nvSpPr>
          <p:cNvPr id="8" name="矩形 7"/>
          <p:cNvSpPr/>
          <p:nvPr/>
        </p:nvSpPr>
        <p:spPr>
          <a:xfrm>
            <a:off x="155575" y="6249988"/>
            <a:ext cx="2592388" cy="5032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mn-ea"/>
              <a:cs typeface="+mn-cs"/>
            </a:endParaRPr>
          </a:p>
        </p:txBody>
      </p:sp>
      <p:sp>
        <p:nvSpPr>
          <p:cNvPr id="2" name="矩形 8"/>
          <p:cNvSpPr/>
          <p:nvPr/>
        </p:nvSpPr>
        <p:spPr>
          <a:xfrm>
            <a:off x="6108700" y="6169025"/>
            <a:ext cx="2592388" cy="5032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mn-ea"/>
              <a:cs typeface="+mn-cs"/>
            </a:endParaRPr>
          </a:p>
        </p:txBody>
      </p:sp>
      <p:pic>
        <p:nvPicPr>
          <p:cNvPr id="7176" name="Bild 13"/>
          <p:cNvPicPr>
            <a:picLocks noChangeAspect="1"/>
          </p:cNvPicPr>
          <p:nvPr userDrawn="1"/>
        </p:nvPicPr>
        <p:blipFill>
          <a:blip r:embed="rId2" cstate="email"/>
          <a:stretch>
            <a:fillRect/>
          </a:stretch>
        </p:blipFill>
        <p:spPr>
          <a:xfrm>
            <a:off x="539750" y="3629025"/>
            <a:ext cx="2749550" cy="952500"/>
          </a:xfrm>
          <a:prstGeom prst="rect">
            <a:avLst/>
          </a:prstGeom>
          <a:noFill/>
          <a:ln w="9525">
            <a:noFill/>
          </a:ln>
        </p:spPr>
      </p:pic>
      <p:sp>
        <p:nvSpPr>
          <p:cNvPr id="9" name="Bildplatzhalter 12"/>
          <p:cNvSpPr>
            <a:spLocks noGrp="1" noChangeAspect="1"/>
          </p:cNvSpPr>
          <p:nvPr>
            <p:ph type="pic" sz="quarter" idx="15"/>
          </p:nvPr>
        </p:nvSpPr>
        <p:spPr bwMode="gray">
          <a:xfrm>
            <a:off x="0" y="0"/>
            <a:ext cx="9144000" cy="3429000"/>
          </a:xfrm>
          <a:prstGeom prst="rect">
            <a:avLst/>
          </a:prstGeom>
          <a:noFill/>
        </p:spPr>
        <p:txBody>
          <a:bodyPr lIns="121917" tIns="60958" rIns="121917" bIns="1199970" anchor="ctr" anchorCtr="0"/>
          <a:lstStyle>
            <a:lvl1pPr algn="ctr">
              <a:lnSpc>
                <a:spcPct val="100000"/>
              </a:lnSpc>
              <a:spcBef>
                <a:spcPts val="0"/>
              </a:spcBef>
              <a:defRPr baseline="0">
                <a:latin typeface="微软雅黑" panose="020B0503020204020204" pitchFamily="34" charset="-122"/>
                <a:ea typeface="微软雅黑" panose="020B0503020204020204" pitchFamily="34" charset="-122"/>
              </a:defRPr>
            </a:lvl1pPr>
          </a:lstStyle>
          <a:p>
            <a:pPr marL="0" marR="0" lvl="0" indent="0" algn="ctr" defTabSz="913130" rtl="0" eaLnBrk="0" fontAlgn="base" latinLnBrk="0" hangingPunct="0">
              <a:lnSpc>
                <a:spcPct val="100000"/>
              </a:lnSpc>
              <a:spcBef>
                <a:spcPts val="0"/>
              </a:spcBef>
              <a:spcAft>
                <a:spcPct val="0"/>
              </a:spcAft>
              <a:buClrTx/>
              <a:buSzTx/>
              <a:buFont typeface="Arial" panose="020B0604020202020204" pitchFamily="34" charset="0"/>
              <a:buNone/>
              <a:defRPr/>
            </a:pPr>
            <a:endParaRPr kumimoji="0" lang="en-GB"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12" name="Titel 7"/>
          <p:cNvSpPr>
            <a:spLocks noGrp="1"/>
          </p:cNvSpPr>
          <p:nvPr>
            <p:ph type="title"/>
          </p:nvPr>
        </p:nvSpPr>
        <p:spPr bwMode="gray">
          <a:xfrm>
            <a:off x="539554" y="4749146"/>
            <a:ext cx="8316913" cy="948369"/>
          </a:xfrm>
        </p:spPr>
        <p:txBody>
          <a:bodyPr anchor="t">
            <a:noAutofit/>
          </a:bodyPr>
          <a:lstStyle>
            <a:lvl1pPr>
              <a:lnSpc>
                <a:spcPct val="100000"/>
              </a:lnSpc>
              <a:defRPr sz="2700" b="1" baseline="0">
                <a:solidFill>
                  <a:schemeClr val="bg2"/>
                </a:solidFill>
                <a:latin typeface="Audi Type Extended" pitchFamily="34" charset="0"/>
                <a:ea typeface="华康黑体W9(P)" pitchFamily="34" charset="-122"/>
              </a:defRPr>
            </a:lvl1pPr>
          </a:lstStyle>
          <a:p>
            <a:r>
              <a:rPr lang="zh-CN" altLang="en-US" noProof="0"/>
              <a:t>单击此处编辑母版标题样式</a:t>
            </a:r>
            <a:endParaRPr lang="en-GB" noProof="0" dirty="0"/>
          </a:p>
        </p:txBody>
      </p:sp>
      <p:sp>
        <p:nvSpPr>
          <p:cNvPr id="13" name="Untertitel 2"/>
          <p:cNvSpPr>
            <a:spLocks noGrp="1"/>
          </p:cNvSpPr>
          <p:nvPr>
            <p:ph type="subTitle" idx="1"/>
          </p:nvPr>
        </p:nvSpPr>
        <p:spPr bwMode="gray">
          <a:xfrm>
            <a:off x="539554" y="5697517"/>
            <a:ext cx="8316913" cy="803825"/>
          </a:xfrm>
          <a:prstGeom prst="rect">
            <a:avLst/>
          </a:prstGeom>
        </p:spPr>
        <p:txBody>
          <a:bodyPr lIns="121917" tIns="60958" rIns="121917" bIns="60958" anchor="t"/>
          <a:lstStyle>
            <a:lvl1pPr marL="0" indent="0" algn="l">
              <a:lnSpc>
                <a:spcPct val="100000"/>
              </a:lnSpc>
              <a:buNone/>
              <a:defRPr sz="1900" b="0" baseline="0">
                <a:solidFill>
                  <a:schemeClr val="bg2"/>
                </a:solidFill>
                <a:latin typeface="Audi Type" pitchFamily="34" charset="0"/>
                <a:ea typeface="华康黑体W5(P)"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0"/>
              <a:t>单击此处编辑母版副标题样式</a:t>
            </a:r>
            <a:endParaRPr lang="en-GB" noProof="0" dirty="0"/>
          </a:p>
        </p:txBody>
      </p:sp>
    </p:spTree>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
        <p:nvSpPr>
          <p:cNvPr id="8" name="矩形 7"/>
          <p:cNvSpPr/>
          <p:nvPr>
            <p:custDataLst>
              <p:tags r:id="rId2"/>
            </p:custDataLst>
          </p:nvPr>
        </p:nvSpPr>
        <p:spPr>
          <a:xfrm>
            <a:off x="250825" y="260350"/>
            <a:ext cx="1944688" cy="6731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anchor="ctr"/>
          <a:lstStyle>
            <a:lvl1pPr defTabSz="1217930">
              <a:defRPr sz="1200">
                <a:solidFill>
                  <a:schemeClr val="tx1"/>
                </a:solidFill>
                <a:latin typeface="Arial" panose="020B0604020202020204" pitchFamily="34" charset="0"/>
                <a:ea typeface="宋体" panose="02010600030101010101" pitchFamily="2" charset="-122"/>
              </a:defRPr>
            </a:lvl1pPr>
            <a:lvl2pPr defTabSz="1217930">
              <a:defRPr sz="1200">
                <a:solidFill>
                  <a:schemeClr val="tx1"/>
                </a:solidFill>
                <a:latin typeface="Arial" panose="020B0604020202020204" pitchFamily="34" charset="0"/>
                <a:ea typeface="宋体" panose="02010600030101010101" pitchFamily="2" charset="-122"/>
              </a:defRPr>
            </a:lvl2pPr>
            <a:lvl3pPr defTabSz="1217930">
              <a:defRPr sz="1200">
                <a:solidFill>
                  <a:schemeClr val="tx1"/>
                </a:solidFill>
                <a:latin typeface="Arial" panose="020B0604020202020204" pitchFamily="34" charset="0"/>
                <a:ea typeface="宋体" panose="02010600030101010101" pitchFamily="2" charset="-122"/>
              </a:defRPr>
            </a:lvl3pPr>
            <a:lvl4pPr defTabSz="1217930">
              <a:defRPr sz="1200">
                <a:solidFill>
                  <a:schemeClr val="tx1"/>
                </a:solidFill>
                <a:latin typeface="Arial" panose="020B0604020202020204" pitchFamily="34" charset="0"/>
                <a:ea typeface="宋体" panose="02010600030101010101" pitchFamily="2" charset="-122"/>
              </a:defRPr>
            </a:lvl4pPr>
            <a:lvl5pPr defTabSz="1217930">
              <a:defRPr sz="1200">
                <a:solidFill>
                  <a:schemeClr val="tx1"/>
                </a:solidFill>
                <a:latin typeface="Arial" panose="020B0604020202020204" pitchFamily="34" charset="0"/>
                <a:ea typeface="宋体" panose="02010600030101010101" pitchFamily="2" charset="-122"/>
              </a:defRPr>
            </a:lvl5pPr>
            <a:lvl6pPr marL="2284730" indent="1905"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741930" indent="1905"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199130" indent="1905"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656330" indent="1905"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ctr" defTabSz="121793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smtClean="0">
                <a:ln>
                  <a:noFill/>
                </a:ln>
                <a:solidFill>
                  <a:srgbClr val="CC0033"/>
                </a:solidFill>
                <a:effectLst/>
                <a:uLnTx/>
                <a:uFillTx/>
                <a:latin typeface="Audi Type" pitchFamily="34" charset="0"/>
                <a:ea typeface="华康黑体W5(P)" pitchFamily="34" charset="-122"/>
                <a:cs typeface="+mn-cs"/>
              </a:rPr>
              <a:t>目录</a:t>
            </a:r>
            <a:endParaRPr kumimoji="0" lang="en-US" altLang="zh-CN" sz="1400" b="0" i="0" u="none" strike="noStrike" kern="1200" cap="none" spc="0" normalizeH="0" baseline="0" noProof="0" smtClean="0">
              <a:ln>
                <a:noFill/>
              </a:ln>
              <a:solidFill>
                <a:srgbClr val="CC0033"/>
              </a:solidFill>
              <a:effectLst/>
              <a:uLnTx/>
              <a:uFillTx/>
              <a:latin typeface="Audi Type" pitchFamily="34" charset="0"/>
              <a:ea typeface="华康黑体W5(P)" pitchFamily="34" charset="-122"/>
              <a:cs typeface="+mn-cs"/>
            </a:endParaRPr>
          </a:p>
          <a:p>
            <a:pPr marL="0" marR="0" lvl="0" indent="0" algn="ctr" defTabSz="121793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rgbClr val="CC0033"/>
                </a:solidFill>
                <a:effectLst/>
                <a:uLnTx/>
                <a:uFillTx/>
                <a:latin typeface="Audi Type" pitchFamily="34" charset="0"/>
                <a:ea typeface="微软雅黑" panose="020B0503020204020204" pitchFamily="34" charset="-122"/>
                <a:cs typeface="+mn-cs"/>
              </a:rPr>
              <a:t>Contents</a:t>
            </a:r>
            <a:endParaRPr kumimoji="0" lang="zh-CN" altLang="en-US" sz="1400" b="0" i="0" u="none" strike="noStrike" kern="1200" cap="none" spc="0" normalizeH="0" baseline="0" noProof="0" smtClean="0">
              <a:ln>
                <a:noFill/>
              </a:ln>
              <a:solidFill>
                <a:srgbClr val="CC0033"/>
              </a:solidFill>
              <a:effectLst/>
              <a:uLnTx/>
              <a:uFillTx/>
              <a:latin typeface="Audi Type" pitchFamily="34" charset="0"/>
              <a:ea typeface="微软雅黑" panose="020B0503020204020204" pitchFamily="34" charset="-122"/>
              <a:cs typeface="+mn-cs"/>
            </a:endParaRPr>
          </a:p>
        </p:txBody>
      </p:sp>
      <p:sp>
        <p:nvSpPr>
          <p:cNvPr id="9" name="矩形 8"/>
          <p:cNvSpPr/>
          <p:nvPr>
            <p:custDataLst>
              <p:tags r:id="rId3"/>
            </p:custDataLst>
          </p:nvPr>
        </p:nvSpPr>
        <p:spPr>
          <a:xfrm>
            <a:off x="250825" y="0"/>
            <a:ext cx="1944688" cy="206375"/>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anchor="ctr"/>
          <a:lstStyle/>
          <a:p>
            <a:pPr marL="0" marR="0" lvl="0" indent="0" algn="ctr" defTabSz="1219200" rtl="0" eaLnBrk="1" fontAlgn="auto" latinLnBrk="0" hangingPunct="1">
              <a:lnSpc>
                <a:spcPct val="15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endParaRPr>
          </a:p>
        </p:txBody>
      </p:sp>
      <p:sp>
        <p:nvSpPr>
          <p:cNvPr id="10" name="矩形 9"/>
          <p:cNvSpPr/>
          <p:nvPr>
            <p:custDataLst>
              <p:tags r:id="rId4"/>
            </p:custDataLst>
          </p:nvPr>
        </p:nvSpPr>
        <p:spPr>
          <a:xfrm>
            <a:off x="827088" y="1941513"/>
            <a:ext cx="7561263" cy="673100"/>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anchor="ctr"/>
          <a:lstStyle/>
          <a:p>
            <a:pPr marL="0" marR="0" lvl="0" indent="0" algn="ctr" defTabSz="1219200" rtl="0" eaLnBrk="1" fontAlgn="auto" latinLnBrk="0" hangingPunct="1">
              <a:lnSpc>
                <a:spcPct val="15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CC0033"/>
              </a:solidFill>
              <a:effectLst/>
              <a:uLnTx/>
              <a:uFillTx/>
              <a:latin typeface="Audi Type"/>
              <a:ea typeface="华康黑体W5(P)" pitchFamily="34" charset="-122"/>
              <a:cs typeface="+mn-cs"/>
            </a:endParaRPr>
          </a:p>
        </p:txBody>
      </p:sp>
      <p:sp>
        <p:nvSpPr>
          <p:cNvPr id="11" name="矩形 10"/>
          <p:cNvSpPr/>
          <p:nvPr>
            <p:custDataLst>
              <p:tags r:id="rId5"/>
            </p:custDataLst>
          </p:nvPr>
        </p:nvSpPr>
        <p:spPr>
          <a:xfrm>
            <a:off x="827088" y="3013075"/>
            <a:ext cx="7561263" cy="671513"/>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anchor="ctr"/>
          <a:lstStyle/>
          <a:p>
            <a:pPr marL="0" marR="0" lvl="0" indent="0" algn="ctr" defTabSz="1219200" rtl="0" eaLnBrk="1" fontAlgn="auto" latinLnBrk="0" hangingPunct="1">
              <a:lnSpc>
                <a:spcPct val="15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CC0033"/>
              </a:solidFill>
              <a:effectLst/>
              <a:uLnTx/>
              <a:uFillTx/>
              <a:latin typeface="Audi Type"/>
              <a:ea typeface="华康黑体W5(P)" pitchFamily="34" charset="-122"/>
              <a:cs typeface="+mn-cs"/>
            </a:endParaRPr>
          </a:p>
        </p:txBody>
      </p:sp>
      <p:sp>
        <p:nvSpPr>
          <p:cNvPr id="12" name="矩形 11"/>
          <p:cNvSpPr/>
          <p:nvPr>
            <p:custDataLst>
              <p:tags r:id="rId6"/>
            </p:custDataLst>
          </p:nvPr>
        </p:nvSpPr>
        <p:spPr>
          <a:xfrm>
            <a:off x="827088" y="4037013"/>
            <a:ext cx="7561263" cy="671513"/>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anchor="ctr"/>
          <a:lstStyle/>
          <a:p>
            <a:pPr marL="0" marR="0" lvl="0" indent="0" algn="ctr" defTabSz="1219200" rtl="0" eaLnBrk="1" fontAlgn="auto" latinLnBrk="0" hangingPunct="1">
              <a:lnSpc>
                <a:spcPct val="15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CC0033"/>
              </a:solidFill>
              <a:effectLst/>
              <a:uLnTx/>
              <a:uFillTx/>
              <a:latin typeface="Audi Type"/>
              <a:ea typeface="华康黑体W5(P)" pitchFamily="34" charset="-122"/>
              <a:cs typeface="+mn-cs"/>
            </a:endParaRPr>
          </a:p>
        </p:txBody>
      </p:sp>
      <p:sp>
        <p:nvSpPr>
          <p:cNvPr id="13" name="矩形 12"/>
          <p:cNvSpPr/>
          <p:nvPr>
            <p:custDataLst>
              <p:tags r:id="rId7"/>
            </p:custDataLst>
          </p:nvPr>
        </p:nvSpPr>
        <p:spPr>
          <a:xfrm>
            <a:off x="827088" y="5060950"/>
            <a:ext cx="7561263" cy="671513"/>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anchor="ctr"/>
          <a:lstStyle/>
          <a:p>
            <a:pPr marL="0" marR="0" lvl="0" indent="0" algn="ctr" defTabSz="1219200" rtl="0" eaLnBrk="1" fontAlgn="auto" latinLnBrk="0" hangingPunct="1">
              <a:lnSpc>
                <a:spcPct val="15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CC0033"/>
              </a:solidFill>
              <a:effectLst/>
              <a:uLnTx/>
              <a:uFillTx/>
              <a:latin typeface="Audi Type"/>
              <a:ea typeface="华康黑体W5(P)" pitchFamily="34" charset="-122"/>
              <a:cs typeface="+mn-cs"/>
            </a:endParaRPr>
          </a:p>
        </p:txBody>
      </p:sp>
      <p:sp>
        <p:nvSpPr>
          <p:cNvPr id="14" name="矩形 13"/>
          <p:cNvSpPr/>
          <p:nvPr>
            <p:custDataLst>
              <p:tags r:id="rId8"/>
            </p:custDataLst>
          </p:nvPr>
        </p:nvSpPr>
        <p:spPr>
          <a:xfrm>
            <a:off x="971550" y="1749425"/>
            <a:ext cx="720725" cy="528638"/>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anchor="ctr"/>
          <a:lstStyle/>
          <a:p>
            <a:pPr marL="0" marR="0" lvl="0" indent="0" algn="ctr" defTabSz="1219200" rtl="0" eaLnBrk="1" fontAlgn="auto" latinLnBrk="0" hangingPunct="1">
              <a:lnSpc>
                <a:spcPct val="15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rPr>
              <a:t>1</a:t>
            </a:r>
            <a:endParaRPr kumimoji="0" lang="zh-CN" altLang="en-US"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endParaRPr>
          </a:p>
        </p:txBody>
      </p:sp>
      <p:sp>
        <p:nvSpPr>
          <p:cNvPr id="15" name="矩形 14"/>
          <p:cNvSpPr/>
          <p:nvPr>
            <p:custDataLst>
              <p:tags r:id="rId9"/>
            </p:custDataLst>
          </p:nvPr>
        </p:nvSpPr>
        <p:spPr>
          <a:xfrm>
            <a:off x="971550" y="2852738"/>
            <a:ext cx="720725" cy="528638"/>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anchor="ctr"/>
          <a:lstStyle/>
          <a:p>
            <a:pPr marL="0" marR="0" lvl="0" indent="0" algn="ctr" defTabSz="1219200" rtl="0" eaLnBrk="1" fontAlgn="auto" latinLnBrk="0" hangingPunct="1">
              <a:lnSpc>
                <a:spcPct val="15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rPr>
              <a:t>2</a:t>
            </a:r>
            <a:endParaRPr kumimoji="0" lang="zh-CN" altLang="en-US"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endParaRPr>
          </a:p>
        </p:txBody>
      </p:sp>
      <p:sp>
        <p:nvSpPr>
          <p:cNvPr id="16" name="矩形 15"/>
          <p:cNvSpPr/>
          <p:nvPr>
            <p:custDataLst>
              <p:tags r:id="rId10"/>
            </p:custDataLst>
          </p:nvPr>
        </p:nvSpPr>
        <p:spPr>
          <a:xfrm>
            <a:off x="971550" y="3860800"/>
            <a:ext cx="720725" cy="528638"/>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anchor="ctr"/>
          <a:lstStyle/>
          <a:p>
            <a:pPr marL="0" marR="0" lvl="0" indent="0" algn="ctr" defTabSz="1219200" rtl="0" eaLnBrk="1" fontAlgn="auto" latinLnBrk="0" hangingPunct="1">
              <a:lnSpc>
                <a:spcPct val="15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rPr>
              <a:t>3</a:t>
            </a:r>
            <a:endParaRPr kumimoji="0" lang="zh-CN" altLang="en-US"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endParaRPr>
          </a:p>
        </p:txBody>
      </p:sp>
      <p:sp>
        <p:nvSpPr>
          <p:cNvPr id="17" name="矩形 16"/>
          <p:cNvSpPr/>
          <p:nvPr>
            <p:custDataLst>
              <p:tags r:id="rId11"/>
            </p:custDataLst>
          </p:nvPr>
        </p:nvSpPr>
        <p:spPr>
          <a:xfrm>
            <a:off x="971550" y="4916488"/>
            <a:ext cx="720725" cy="528638"/>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anchor="ctr"/>
          <a:lstStyle/>
          <a:p>
            <a:pPr marL="0" marR="0" lvl="0" indent="0" algn="ctr" defTabSz="1219200" rtl="0" eaLnBrk="1" fontAlgn="auto" latinLnBrk="0" hangingPunct="1">
              <a:lnSpc>
                <a:spcPct val="15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rPr>
              <a:t>4</a:t>
            </a:r>
            <a:endParaRPr kumimoji="0" lang="zh-CN" altLang="en-US"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endParaRPr>
          </a:p>
        </p:txBody>
      </p:sp>
      <p:sp>
        <p:nvSpPr>
          <p:cNvPr id="28" name="Textplatzhalter 3"/>
          <p:cNvSpPr>
            <a:spLocks noGrp="1"/>
          </p:cNvSpPr>
          <p:nvPr>
            <p:ph type="body" sz="quarter" idx="17"/>
          </p:nvPr>
        </p:nvSpPr>
        <p:spPr bwMode="gray">
          <a:xfrm>
            <a:off x="1825196" y="3134976"/>
            <a:ext cx="6121177" cy="396000"/>
          </a:xfrm>
          <a:prstGeom prst="rect">
            <a:avLst/>
          </a:prstGeom>
          <a:noFill/>
        </p:spPr>
        <p:txBody>
          <a:bodyPr lIns="0" tIns="143996" rIns="121917" bIns="143996"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900" b="0" baseline="0">
                <a:solidFill>
                  <a:schemeClr val="bg2"/>
                </a:solidFill>
                <a:latin typeface="Audi Type"/>
                <a:ea typeface="华康黑体W5(P)" pitchFamily="34" charset="-122"/>
              </a:defRPr>
            </a:lvl1pPr>
          </a:lstStyle>
          <a:p>
            <a:pPr lvl="0"/>
            <a:r>
              <a:rPr lang="zh-CN" altLang="en-US"/>
              <a:t>单击此处编辑母版文本样式</a:t>
            </a:r>
            <a:endParaRPr lang="zh-CN" altLang="en-US"/>
          </a:p>
        </p:txBody>
      </p:sp>
      <p:sp>
        <p:nvSpPr>
          <p:cNvPr id="29" name="Textplatzhalter 3"/>
          <p:cNvSpPr>
            <a:spLocks noGrp="1"/>
          </p:cNvSpPr>
          <p:nvPr>
            <p:ph type="body" sz="quarter" idx="18"/>
          </p:nvPr>
        </p:nvSpPr>
        <p:spPr bwMode="gray">
          <a:xfrm>
            <a:off x="1825196" y="4146084"/>
            <a:ext cx="6121177" cy="396000"/>
          </a:xfrm>
          <a:prstGeom prst="rect">
            <a:avLst/>
          </a:prstGeom>
          <a:noFill/>
        </p:spPr>
        <p:txBody>
          <a:bodyPr lIns="0" tIns="143996" rIns="121917" bIns="143996"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900" b="0" baseline="0">
                <a:solidFill>
                  <a:schemeClr val="bg2"/>
                </a:solidFill>
                <a:latin typeface="Audi Type"/>
                <a:ea typeface="华康黑体W5(P)" pitchFamily="34" charset="-122"/>
              </a:defRPr>
            </a:lvl1pPr>
          </a:lstStyle>
          <a:p>
            <a:pPr lvl="0"/>
            <a:r>
              <a:rPr lang="zh-CN" altLang="en-US"/>
              <a:t>单击此处编辑母版文本样式</a:t>
            </a:r>
            <a:endParaRPr lang="zh-CN" altLang="en-US"/>
          </a:p>
        </p:txBody>
      </p:sp>
      <p:sp>
        <p:nvSpPr>
          <p:cNvPr id="30" name="Textplatzhalter 3"/>
          <p:cNvSpPr>
            <a:spLocks noGrp="1"/>
          </p:cNvSpPr>
          <p:nvPr>
            <p:ph type="body" sz="quarter" idx="19"/>
          </p:nvPr>
        </p:nvSpPr>
        <p:spPr bwMode="gray">
          <a:xfrm>
            <a:off x="1825196" y="5157192"/>
            <a:ext cx="6121177" cy="396000"/>
          </a:xfrm>
          <a:prstGeom prst="rect">
            <a:avLst/>
          </a:prstGeom>
          <a:noFill/>
        </p:spPr>
        <p:txBody>
          <a:bodyPr lIns="0" tIns="143996" rIns="121917" bIns="143996"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900" b="0" baseline="0">
                <a:solidFill>
                  <a:schemeClr val="bg2"/>
                </a:solidFill>
                <a:latin typeface="Audi Type"/>
                <a:ea typeface="华康黑体W5(P)" pitchFamily="34" charset="-122"/>
              </a:defRPr>
            </a:lvl1pPr>
          </a:lstStyle>
          <a:p>
            <a:pPr lvl="0"/>
            <a:r>
              <a:rPr lang="zh-CN" altLang="en-US"/>
              <a:t>单击此处编辑母版文本样式</a:t>
            </a:r>
            <a:endParaRPr lang="zh-CN" altLang="en-US"/>
          </a:p>
        </p:txBody>
      </p:sp>
      <p:sp>
        <p:nvSpPr>
          <p:cNvPr id="18" name="Textplatzhalter 3"/>
          <p:cNvSpPr>
            <a:spLocks noGrp="1"/>
          </p:cNvSpPr>
          <p:nvPr>
            <p:ph type="body" sz="quarter" idx="20"/>
          </p:nvPr>
        </p:nvSpPr>
        <p:spPr bwMode="gray">
          <a:xfrm>
            <a:off x="1825196" y="2084851"/>
            <a:ext cx="6121177" cy="396000"/>
          </a:xfrm>
          <a:prstGeom prst="rect">
            <a:avLst/>
          </a:prstGeom>
          <a:noFill/>
        </p:spPr>
        <p:txBody>
          <a:bodyPr lIns="0" tIns="143996" rIns="121917" bIns="143996"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900" b="0" baseline="0">
                <a:solidFill>
                  <a:schemeClr val="bg2"/>
                </a:solidFill>
                <a:latin typeface="Audi Type"/>
                <a:ea typeface="华康黑体W5(P)" pitchFamily="34" charset="-122"/>
              </a:defRPr>
            </a:lvl1pPr>
          </a:lstStyle>
          <a:p>
            <a:pPr lvl="0"/>
            <a:r>
              <a:rPr lang="zh-CN" altLang="en-US"/>
              <a:t>单击此处编辑母版文本样式</a:t>
            </a:r>
            <a:endParaRPr lang="zh-CN" altLang="en-US"/>
          </a:p>
        </p:txBody>
      </p:sp>
    </p:spTree>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自定义版式">
    <p:bg>
      <p:bgPr>
        <a:solidFill>
          <a:schemeClr val="bg1"/>
        </a:solidFill>
        <a:effectLst/>
      </p:bgPr>
    </p:bg>
    <p:spTree>
      <p:nvGrpSpPr>
        <p:cNvPr id="1" name=""/>
        <p:cNvGrpSpPr/>
        <p:nvPr/>
      </p:nvGrpSpPr>
      <p:grpSpPr>
        <a:xfrm>
          <a:off x="0" y="0"/>
          <a:ext cx="0" cy="0"/>
          <a:chOff x="0" y="0"/>
          <a:chExt cx="0" cy="0"/>
        </a:xfrm>
      </p:grpSpPr>
      <p:sp>
        <p:nvSpPr>
          <p:cNvPr id="8" name="AutoShape 7"/>
          <p:cNvSpPr>
            <a:spLocks noChangeArrowheads="1"/>
          </p:cNvSpPr>
          <p:nvPr/>
        </p:nvSpPr>
        <p:spPr bwMode="auto">
          <a:xfrm>
            <a:off x="565150" y="2655888"/>
            <a:ext cx="1130300" cy="658813"/>
          </a:xfrm>
          <a:prstGeom prst="homePlate">
            <a:avLst>
              <a:gd name="adj" fmla="val 22447"/>
            </a:avLst>
          </a:prstGeom>
          <a:solidFill>
            <a:srgbClr val="E7E6E6"/>
          </a:solidFill>
          <a:ln>
            <a:noFill/>
          </a:ln>
        </p:spPr>
        <p:txBody>
          <a:bodyPr lIns="0" tIns="0" rIns="0" bIns="0" anchor="ctr"/>
          <a:lstStyle>
            <a:lvl1pPr defTabSz="913130" eaLnBrk="0" hangingPunct="0">
              <a:defRPr sz="1200">
                <a:solidFill>
                  <a:schemeClr val="tx1"/>
                </a:solidFill>
                <a:latin typeface="Arial" panose="020B0604020202020204" pitchFamily="34" charset="0"/>
                <a:ea typeface="宋体" panose="02010600030101010101" pitchFamily="2" charset="-122"/>
              </a:defRPr>
            </a:lvl1pPr>
            <a:lvl2pPr marL="742950" indent="-285750" defTabSz="913130" eaLnBrk="0" hangingPunct="0">
              <a:defRPr sz="1200">
                <a:solidFill>
                  <a:schemeClr val="tx1"/>
                </a:solidFill>
                <a:latin typeface="Arial" panose="020B0604020202020204" pitchFamily="34" charset="0"/>
                <a:ea typeface="宋体" panose="02010600030101010101" pitchFamily="2" charset="-122"/>
              </a:defRPr>
            </a:lvl2pPr>
            <a:lvl3pPr marL="1143000" indent="-228600" defTabSz="913130" eaLnBrk="0" hangingPunct="0">
              <a:defRPr sz="1200">
                <a:solidFill>
                  <a:schemeClr val="tx1"/>
                </a:solidFill>
                <a:latin typeface="Arial" panose="020B0604020202020204" pitchFamily="34" charset="0"/>
                <a:ea typeface="宋体" panose="02010600030101010101" pitchFamily="2" charset="-122"/>
              </a:defRPr>
            </a:lvl3pPr>
            <a:lvl4pPr marL="1600200" indent="-228600" defTabSz="913130" eaLnBrk="0" hangingPunct="0">
              <a:defRPr sz="1200">
                <a:solidFill>
                  <a:schemeClr val="tx1"/>
                </a:solidFill>
                <a:latin typeface="Arial" panose="020B0604020202020204" pitchFamily="34" charset="0"/>
                <a:ea typeface="宋体" panose="02010600030101010101" pitchFamily="2" charset="-122"/>
              </a:defRPr>
            </a:lvl4pPr>
            <a:lvl5pPr marL="2057400" indent="-228600" defTabSz="913130" eaLnBrk="0" hangingPunct="0">
              <a:defRPr sz="1200">
                <a:solidFill>
                  <a:schemeClr val="tx1"/>
                </a:solidFill>
                <a:latin typeface="Arial" panose="020B0604020202020204" pitchFamily="34" charset="0"/>
                <a:ea typeface="宋体" panose="02010600030101010101" pitchFamily="2" charset="-122"/>
              </a:defRPr>
            </a:lvl5pPr>
            <a:lvl6pPr marL="25146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ctr" defTabSz="913130" rtl="0" eaLnBrk="1" fontAlgn="base" latinLnBrk="0" hangingPunct="1">
              <a:lnSpc>
                <a:spcPct val="100000"/>
              </a:lnSpc>
              <a:spcBef>
                <a:spcPct val="30000"/>
              </a:spcBef>
              <a:spcAft>
                <a:spcPct val="0"/>
              </a:spcAft>
              <a:buClr>
                <a:srgbClr val="CC0033"/>
              </a:buClr>
              <a:buSzTx/>
              <a:buFont typeface="Audi Type" pitchFamily="34" charset="0"/>
              <a:buNone/>
              <a:defRPr/>
            </a:pPr>
            <a:endParaRPr kumimoji="0" lang="zh-CN" alt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Text Box 8"/>
          <p:cNvSpPr txBox="1">
            <a:spLocks noChangeArrowheads="1"/>
          </p:cNvSpPr>
          <p:nvPr/>
        </p:nvSpPr>
        <p:spPr bwMode="auto">
          <a:xfrm>
            <a:off x="642938" y="2862263"/>
            <a:ext cx="879475" cy="246063"/>
          </a:xfrm>
          <a:prstGeom prst="rect">
            <a:avLst/>
          </a:prstGeom>
          <a:noFill/>
          <a:ln>
            <a:noFill/>
          </a:ln>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12192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2</a:t>
            </a:r>
            <a:endPar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9224" name="Freeform 9"/>
          <p:cNvSpPr/>
          <p:nvPr userDrawn="1"/>
        </p:nvSpPr>
        <p:spPr>
          <a:xfrm>
            <a:off x="1635125" y="2655888"/>
            <a:ext cx="6897688" cy="658812"/>
          </a:xfrm>
          <a:custGeom>
            <a:avLst/>
            <a:gdLst>
              <a:gd name="txL" fmla="*/ 0 w 4538"/>
              <a:gd name="txT" fmla="*/ 0 h 1080"/>
              <a:gd name="txR" fmla="*/ 4538 w 4538"/>
              <a:gd name="txB" fmla="*/ 1080 h 1080"/>
            </a:gdLst>
            <a:ahLst/>
            <a:cxnLst>
              <a:cxn ang="0">
                <a:pos x="2147483646" y="0"/>
              </a:cxn>
              <a:cxn ang="0">
                <a:pos x="0" y="0"/>
              </a:cxn>
              <a:cxn ang="0">
                <a:pos x="2147483646" y="2147483646"/>
              </a:cxn>
              <a:cxn ang="0">
                <a:pos x="0" y="2147483646"/>
              </a:cxn>
              <a:cxn ang="0">
                <a:pos x="2147483646" y="2147483646"/>
              </a:cxn>
              <a:cxn ang="0">
                <a:pos x="2147483646" y="0"/>
              </a:cxn>
            </a:cxnLst>
            <a:rect l="txL" t="txT" r="txR" b="txB"/>
            <a:pathLst>
              <a:path w="4538" h="1080">
                <a:moveTo>
                  <a:pt x="4538" y="0"/>
                </a:moveTo>
                <a:lnTo>
                  <a:pt x="0" y="0"/>
                </a:lnTo>
                <a:lnTo>
                  <a:pt x="105" y="541"/>
                </a:lnTo>
                <a:lnTo>
                  <a:pt x="0" y="1080"/>
                </a:lnTo>
                <a:lnTo>
                  <a:pt x="4538" y="1080"/>
                </a:lnTo>
                <a:lnTo>
                  <a:pt x="4538" y="0"/>
                </a:lnTo>
              </a:path>
            </a:pathLst>
          </a:custGeom>
          <a:solidFill>
            <a:srgbClr val="E7E6E6">
              <a:alpha val="100000"/>
            </a:srgbClr>
          </a:solidFill>
          <a:ln w="6350">
            <a:noFill/>
          </a:ln>
        </p:spPr>
        <p:txBody>
          <a:bodyPr/>
          <a:lstStyle/>
          <a:p>
            <a:endParaRPr lang="zh-CN" altLang="en-US"/>
          </a:p>
        </p:txBody>
      </p:sp>
      <p:sp>
        <p:nvSpPr>
          <p:cNvPr id="11" name="AutoShape 11"/>
          <p:cNvSpPr>
            <a:spLocks noChangeArrowheads="1"/>
          </p:cNvSpPr>
          <p:nvPr/>
        </p:nvSpPr>
        <p:spPr bwMode="auto">
          <a:xfrm>
            <a:off x="565150" y="1757363"/>
            <a:ext cx="1130300" cy="658813"/>
          </a:xfrm>
          <a:prstGeom prst="homePlate">
            <a:avLst>
              <a:gd name="adj" fmla="val 22447"/>
            </a:avLst>
          </a:prstGeom>
          <a:solidFill>
            <a:srgbClr val="E7E6E6"/>
          </a:solidFill>
          <a:ln>
            <a:noFill/>
          </a:ln>
        </p:spPr>
        <p:txBody>
          <a:bodyPr lIns="0" tIns="0" rIns="0" bIns="0" anchor="ctr"/>
          <a:lstStyle>
            <a:lvl1pPr defTabSz="1217930" eaLnBrk="0" hangingPunct="0">
              <a:defRPr sz="1200">
                <a:solidFill>
                  <a:schemeClr val="tx1"/>
                </a:solidFill>
                <a:latin typeface="Arial" panose="020B0604020202020204" pitchFamily="34" charset="0"/>
                <a:ea typeface="宋体" panose="02010600030101010101" pitchFamily="2" charset="-122"/>
              </a:defRPr>
            </a:lvl1pPr>
            <a:lvl2pPr marL="742950" indent="-285750" defTabSz="1217930" eaLnBrk="0" hangingPunct="0">
              <a:defRPr sz="1200">
                <a:solidFill>
                  <a:schemeClr val="tx1"/>
                </a:solidFill>
                <a:latin typeface="Arial" panose="020B0604020202020204" pitchFamily="34" charset="0"/>
                <a:ea typeface="宋体" panose="02010600030101010101" pitchFamily="2" charset="-122"/>
              </a:defRPr>
            </a:lvl2pPr>
            <a:lvl3pPr marL="1143000" indent="-228600" defTabSz="1217930" eaLnBrk="0" hangingPunct="0">
              <a:defRPr sz="1200">
                <a:solidFill>
                  <a:schemeClr val="tx1"/>
                </a:solidFill>
                <a:latin typeface="Arial" panose="020B0604020202020204" pitchFamily="34" charset="0"/>
                <a:ea typeface="宋体" panose="02010600030101010101" pitchFamily="2" charset="-122"/>
              </a:defRPr>
            </a:lvl3pPr>
            <a:lvl4pPr marL="1600200" indent="-228600" defTabSz="1217930" eaLnBrk="0" hangingPunct="0">
              <a:defRPr sz="1200">
                <a:solidFill>
                  <a:schemeClr val="tx1"/>
                </a:solidFill>
                <a:latin typeface="Arial" panose="020B0604020202020204" pitchFamily="34" charset="0"/>
                <a:ea typeface="宋体" panose="02010600030101010101" pitchFamily="2" charset="-122"/>
              </a:defRPr>
            </a:lvl4pPr>
            <a:lvl5pPr marL="2057400" indent="-228600" defTabSz="1217930" eaLnBrk="0" hangingPunct="0">
              <a:defRPr sz="1200">
                <a:solidFill>
                  <a:schemeClr val="tx1"/>
                </a:solidFill>
                <a:latin typeface="Arial" panose="020B0604020202020204" pitchFamily="34" charset="0"/>
                <a:ea typeface="宋体" panose="02010600030101010101" pitchFamily="2" charset="-122"/>
              </a:defRPr>
            </a:lvl5pPr>
            <a:lvl6pPr marL="2514600" indent="-228600"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ctr" defTabSz="1217930" rtl="0" eaLnBrk="1" fontAlgn="base" latinLnBrk="0" hangingPunct="1">
              <a:lnSpc>
                <a:spcPct val="100000"/>
              </a:lnSpc>
              <a:spcBef>
                <a:spcPct val="30000"/>
              </a:spcBef>
              <a:spcAft>
                <a:spcPct val="0"/>
              </a:spcAft>
              <a:buClr>
                <a:srgbClr val="CC0033"/>
              </a:buClr>
              <a:buSzTx/>
              <a:buFont typeface="Audi Type" pitchFamily="34" charset="0"/>
              <a:buNone/>
              <a:defRPr/>
            </a:pPr>
            <a:endParaRPr kumimoji="0" lang="zh-CN" alt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2" name="Text Box 12"/>
          <p:cNvSpPr txBox="1">
            <a:spLocks noChangeArrowheads="1"/>
          </p:cNvSpPr>
          <p:nvPr/>
        </p:nvSpPr>
        <p:spPr bwMode="auto">
          <a:xfrm>
            <a:off x="642938" y="1963738"/>
            <a:ext cx="879475" cy="246063"/>
          </a:xfrm>
          <a:prstGeom prst="rect">
            <a:avLst/>
          </a:prstGeom>
          <a:noFill/>
          <a:ln>
            <a:noFill/>
          </a:ln>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12192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9227" name="Freeform 13"/>
          <p:cNvSpPr/>
          <p:nvPr userDrawn="1"/>
        </p:nvSpPr>
        <p:spPr>
          <a:xfrm>
            <a:off x="1635125" y="1757363"/>
            <a:ext cx="6897688" cy="658812"/>
          </a:xfrm>
          <a:custGeom>
            <a:avLst/>
            <a:gdLst>
              <a:gd name="txL" fmla="*/ 0 w 4538"/>
              <a:gd name="txT" fmla="*/ 0 h 1080"/>
              <a:gd name="txR" fmla="*/ 4538 w 4538"/>
              <a:gd name="txB" fmla="*/ 1080 h 1080"/>
            </a:gdLst>
            <a:ahLst/>
            <a:cxnLst>
              <a:cxn ang="0">
                <a:pos x="2147483646" y="0"/>
              </a:cxn>
              <a:cxn ang="0">
                <a:pos x="0" y="0"/>
              </a:cxn>
              <a:cxn ang="0">
                <a:pos x="2147483646" y="2147483646"/>
              </a:cxn>
              <a:cxn ang="0">
                <a:pos x="0" y="2147483646"/>
              </a:cxn>
              <a:cxn ang="0">
                <a:pos x="2147483646" y="2147483646"/>
              </a:cxn>
              <a:cxn ang="0">
                <a:pos x="2147483646" y="0"/>
              </a:cxn>
            </a:cxnLst>
            <a:rect l="txL" t="txT" r="txR" b="txB"/>
            <a:pathLst>
              <a:path w="4538" h="1080">
                <a:moveTo>
                  <a:pt x="4538" y="0"/>
                </a:moveTo>
                <a:lnTo>
                  <a:pt x="0" y="0"/>
                </a:lnTo>
                <a:lnTo>
                  <a:pt x="105" y="541"/>
                </a:lnTo>
                <a:lnTo>
                  <a:pt x="0" y="1080"/>
                </a:lnTo>
                <a:lnTo>
                  <a:pt x="4538" y="1080"/>
                </a:lnTo>
                <a:lnTo>
                  <a:pt x="4538" y="0"/>
                </a:lnTo>
              </a:path>
            </a:pathLst>
          </a:custGeom>
          <a:solidFill>
            <a:srgbClr val="E7E6E6">
              <a:alpha val="100000"/>
            </a:srgbClr>
          </a:solidFill>
          <a:ln w="6350">
            <a:noFill/>
          </a:ln>
        </p:spPr>
        <p:txBody>
          <a:bodyPr/>
          <a:lstStyle/>
          <a:p>
            <a:endParaRPr lang="zh-CN" altLang="en-US"/>
          </a:p>
        </p:txBody>
      </p:sp>
      <p:sp>
        <p:nvSpPr>
          <p:cNvPr id="14" name="AutoShape 7"/>
          <p:cNvSpPr>
            <a:spLocks noChangeArrowheads="1"/>
          </p:cNvSpPr>
          <p:nvPr/>
        </p:nvSpPr>
        <p:spPr bwMode="auto">
          <a:xfrm>
            <a:off x="574675" y="3552825"/>
            <a:ext cx="1130300" cy="658813"/>
          </a:xfrm>
          <a:prstGeom prst="homePlate">
            <a:avLst>
              <a:gd name="adj" fmla="val 22447"/>
            </a:avLst>
          </a:prstGeom>
          <a:solidFill>
            <a:srgbClr val="E7E6E6"/>
          </a:solidFill>
          <a:ln>
            <a:noFill/>
          </a:ln>
        </p:spPr>
        <p:txBody>
          <a:bodyPr lIns="0" tIns="0" rIns="0" bIns="0" anchor="ctr"/>
          <a:lstStyle>
            <a:lvl1pPr defTabSz="913130" eaLnBrk="0" hangingPunct="0">
              <a:defRPr sz="1200">
                <a:solidFill>
                  <a:schemeClr val="tx1"/>
                </a:solidFill>
                <a:latin typeface="Arial" panose="020B0604020202020204" pitchFamily="34" charset="0"/>
                <a:ea typeface="宋体" panose="02010600030101010101" pitchFamily="2" charset="-122"/>
              </a:defRPr>
            </a:lvl1pPr>
            <a:lvl2pPr marL="742950" indent="-285750" defTabSz="913130" eaLnBrk="0" hangingPunct="0">
              <a:defRPr sz="1200">
                <a:solidFill>
                  <a:schemeClr val="tx1"/>
                </a:solidFill>
                <a:latin typeface="Arial" panose="020B0604020202020204" pitchFamily="34" charset="0"/>
                <a:ea typeface="宋体" panose="02010600030101010101" pitchFamily="2" charset="-122"/>
              </a:defRPr>
            </a:lvl2pPr>
            <a:lvl3pPr marL="1143000" indent="-228600" defTabSz="913130" eaLnBrk="0" hangingPunct="0">
              <a:defRPr sz="1200">
                <a:solidFill>
                  <a:schemeClr val="tx1"/>
                </a:solidFill>
                <a:latin typeface="Arial" panose="020B0604020202020204" pitchFamily="34" charset="0"/>
                <a:ea typeface="宋体" panose="02010600030101010101" pitchFamily="2" charset="-122"/>
              </a:defRPr>
            </a:lvl3pPr>
            <a:lvl4pPr marL="1600200" indent="-228600" defTabSz="913130" eaLnBrk="0" hangingPunct="0">
              <a:defRPr sz="1200">
                <a:solidFill>
                  <a:schemeClr val="tx1"/>
                </a:solidFill>
                <a:latin typeface="Arial" panose="020B0604020202020204" pitchFamily="34" charset="0"/>
                <a:ea typeface="宋体" panose="02010600030101010101" pitchFamily="2" charset="-122"/>
              </a:defRPr>
            </a:lvl4pPr>
            <a:lvl5pPr marL="2057400" indent="-228600" defTabSz="913130" eaLnBrk="0" hangingPunct="0">
              <a:defRPr sz="1200">
                <a:solidFill>
                  <a:schemeClr val="tx1"/>
                </a:solidFill>
                <a:latin typeface="Arial" panose="020B0604020202020204" pitchFamily="34" charset="0"/>
                <a:ea typeface="宋体" panose="02010600030101010101" pitchFamily="2" charset="-122"/>
              </a:defRPr>
            </a:lvl5pPr>
            <a:lvl6pPr marL="25146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ctr" defTabSz="913130" rtl="0" eaLnBrk="1" fontAlgn="base" latinLnBrk="0" hangingPunct="1">
              <a:lnSpc>
                <a:spcPct val="100000"/>
              </a:lnSpc>
              <a:spcBef>
                <a:spcPct val="30000"/>
              </a:spcBef>
              <a:spcAft>
                <a:spcPct val="0"/>
              </a:spcAft>
              <a:buClr>
                <a:srgbClr val="CC0033"/>
              </a:buClr>
              <a:buSzTx/>
              <a:buFont typeface="Audi Type" pitchFamily="34" charset="0"/>
              <a:buNone/>
              <a:defRPr/>
            </a:pPr>
            <a:endParaRPr kumimoji="0" lang="zh-CN" alt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Text Box 8"/>
          <p:cNvSpPr txBox="1">
            <a:spLocks noChangeArrowheads="1"/>
          </p:cNvSpPr>
          <p:nvPr/>
        </p:nvSpPr>
        <p:spPr bwMode="auto">
          <a:xfrm>
            <a:off x="652463" y="3760788"/>
            <a:ext cx="879475" cy="246063"/>
          </a:xfrm>
          <a:prstGeom prst="rect">
            <a:avLst/>
          </a:prstGeom>
          <a:noFill/>
          <a:ln>
            <a:noFill/>
          </a:ln>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12192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3</a:t>
            </a:r>
            <a:endPar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9230" name="Freeform 9"/>
          <p:cNvSpPr/>
          <p:nvPr userDrawn="1"/>
        </p:nvSpPr>
        <p:spPr>
          <a:xfrm>
            <a:off x="1644650" y="3552825"/>
            <a:ext cx="6897688" cy="658813"/>
          </a:xfrm>
          <a:custGeom>
            <a:avLst/>
            <a:gdLst>
              <a:gd name="txL" fmla="*/ 0 w 4538"/>
              <a:gd name="txT" fmla="*/ 0 h 1080"/>
              <a:gd name="txR" fmla="*/ 4538 w 4538"/>
              <a:gd name="txB" fmla="*/ 1080 h 1080"/>
            </a:gdLst>
            <a:ahLst/>
            <a:cxnLst>
              <a:cxn ang="0">
                <a:pos x="2147483646" y="0"/>
              </a:cxn>
              <a:cxn ang="0">
                <a:pos x="0" y="0"/>
              </a:cxn>
              <a:cxn ang="0">
                <a:pos x="2147483646" y="2147483646"/>
              </a:cxn>
              <a:cxn ang="0">
                <a:pos x="0" y="2147483646"/>
              </a:cxn>
              <a:cxn ang="0">
                <a:pos x="2147483646" y="2147483646"/>
              </a:cxn>
              <a:cxn ang="0">
                <a:pos x="2147483646" y="0"/>
              </a:cxn>
            </a:cxnLst>
            <a:rect l="txL" t="txT" r="txR" b="txB"/>
            <a:pathLst>
              <a:path w="4538" h="1080">
                <a:moveTo>
                  <a:pt x="4538" y="0"/>
                </a:moveTo>
                <a:lnTo>
                  <a:pt x="0" y="0"/>
                </a:lnTo>
                <a:lnTo>
                  <a:pt x="105" y="541"/>
                </a:lnTo>
                <a:lnTo>
                  <a:pt x="0" y="1080"/>
                </a:lnTo>
                <a:lnTo>
                  <a:pt x="4538" y="1080"/>
                </a:lnTo>
                <a:lnTo>
                  <a:pt x="4538" y="0"/>
                </a:lnTo>
              </a:path>
            </a:pathLst>
          </a:custGeom>
          <a:solidFill>
            <a:srgbClr val="E7E6E6">
              <a:alpha val="100000"/>
            </a:srgbClr>
          </a:solidFill>
          <a:ln w="6350">
            <a:noFill/>
          </a:ln>
        </p:spPr>
        <p:txBody>
          <a:bodyPr/>
          <a:lstStyle/>
          <a:p>
            <a:endParaRPr lang="zh-CN" altLang="en-US"/>
          </a:p>
        </p:txBody>
      </p:sp>
      <p:sp>
        <p:nvSpPr>
          <p:cNvPr id="17" name="AutoShape 7"/>
          <p:cNvSpPr>
            <a:spLocks noChangeArrowheads="1"/>
          </p:cNvSpPr>
          <p:nvPr/>
        </p:nvSpPr>
        <p:spPr bwMode="auto">
          <a:xfrm>
            <a:off x="584200" y="4451350"/>
            <a:ext cx="1130300" cy="658813"/>
          </a:xfrm>
          <a:prstGeom prst="homePlate">
            <a:avLst>
              <a:gd name="adj" fmla="val 22447"/>
            </a:avLst>
          </a:prstGeom>
          <a:solidFill>
            <a:srgbClr val="E7E6E6"/>
          </a:solidFill>
          <a:ln>
            <a:noFill/>
          </a:ln>
        </p:spPr>
        <p:txBody>
          <a:bodyPr lIns="0" tIns="0" rIns="0" bIns="0" anchor="ctr"/>
          <a:lstStyle>
            <a:lvl1pPr defTabSz="913130" eaLnBrk="0" hangingPunct="0">
              <a:defRPr sz="1200">
                <a:solidFill>
                  <a:schemeClr val="tx1"/>
                </a:solidFill>
                <a:latin typeface="Arial" panose="020B0604020202020204" pitchFamily="34" charset="0"/>
                <a:ea typeface="宋体" panose="02010600030101010101" pitchFamily="2" charset="-122"/>
              </a:defRPr>
            </a:lvl1pPr>
            <a:lvl2pPr marL="742950" indent="-285750" defTabSz="913130" eaLnBrk="0" hangingPunct="0">
              <a:defRPr sz="1200">
                <a:solidFill>
                  <a:schemeClr val="tx1"/>
                </a:solidFill>
                <a:latin typeface="Arial" panose="020B0604020202020204" pitchFamily="34" charset="0"/>
                <a:ea typeface="宋体" panose="02010600030101010101" pitchFamily="2" charset="-122"/>
              </a:defRPr>
            </a:lvl2pPr>
            <a:lvl3pPr marL="1143000" indent="-228600" defTabSz="913130" eaLnBrk="0" hangingPunct="0">
              <a:defRPr sz="1200">
                <a:solidFill>
                  <a:schemeClr val="tx1"/>
                </a:solidFill>
                <a:latin typeface="Arial" panose="020B0604020202020204" pitchFamily="34" charset="0"/>
                <a:ea typeface="宋体" panose="02010600030101010101" pitchFamily="2" charset="-122"/>
              </a:defRPr>
            </a:lvl3pPr>
            <a:lvl4pPr marL="1600200" indent="-228600" defTabSz="913130" eaLnBrk="0" hangingPunct="0">
              <a:defRPr sz="1200">
                <a:solidFill>
                  <a:schemeClr val="tx1"/>
                </a:solidFill>
                <a:latin typeface="Arial" panose="020B0604020202020204" pitchFamily="34" charset="0"/>
                <a:ea typeface="宋体" panose="02010600030101010101" pitchFamily="2" charset="-122"/>
              </a:defRPr>
            </a:lvl4pPr>
            <a:lvl5pPr marL="2057400" indent="-228600" defTabSz="913130" eaLnBrk="0" hangingPunct="0">
              <a:defRPr sz="1200">
                <a:solidFill>
                  <a:schemeClr val="tx1"/>
                </a:solidFill>
                <a:latin typeface="Arial" panose="020B0604020202020204" pitchFamily="34" charset="0"/>
                <a:ea typeface="宋体" panose="02010600030101010101" pitchFamily="2" charset="-122"/>
              </a:defRPr>
            </a:lvl5pPr>
            <a:lvl6pPr marL="25146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ctr" defTabSz="913130" rtl="0" eaLnBrk="1" fontAlgn="base" latinLnBrk="0" hangingPunct="1">
              <a:lnSpc>
                <a:spcPct val="100000"/>
              </a:lnSpc>
              <a:spcBef>
                <a:spcPct val="30000"/>
              </a:spcBef>
              <a:spcAft>
                <a:spcPct val="0"/>
              </a:spcAft>
              <a:buClr>
                <a:srgbClr val="CC0033"/>
              </a:buClr>
              <a:buSzTx/>
              <a:buFont typeface="Audi Type" pitchFamily="34" charset="0"/>
              <a:buNone/>
              <a:defRPr/>
            </a:pPr>
            <a:endParaRPr kumimoji="0" lang="zh-CN" alt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8" name="Text Box 8"/>
          <p:cNvSpPr txBox="1">
            <a:spLocks noChangeArrowheads="1"/>
          </p:cNvSpPr>
          <p:nvPr/>
        </p:nvSpPr>
        <p:spPr bwMode="auto">
          <a:xfrm>
            <a:off x="661988" y="4659313"/>
            <a:ext cx="879475" cy="246063"/>
          </a:xfrm>
          <a:prstGeom prst="rect">
            <a:avLst/>
          </a:prstGeom>
          <a:noFill/>
          <a:ln>
            <a:noFill/>
          </a:ln>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12192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4</a:t>
            </a:r>
            <a:endPar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9233" name="Freeform 9"/>
          <p:cNvSpPr/>
          <p:nvPr userDrawn="1"/>
        </p:nvSpPr>
        <p:spPr>
          <a:xfrm>
            <a:off x="1654175" y="4451350"/>
            <a:ext cx="6897688" cy="658813"/>
          </a:xfrm>
          <a:custGeom>
            <a:avLst/>
            <a:gdLst>
              <a:gd name="txL" fmla="*/ 0 w 4538"/>
              <a:gd name="txT" fmla="*/ 0 h 1080"/>
              <a:gd name="txR" fmla="*/ 4538 w 4538"/>
              <a:gd name="txB" fmla="*/ 1080 h 1080"/>
            </a:gdLst>
            <a:ahLst/>
            <a:cxnLst>
              <a:cxn ang="0">
                <a:pos x="2147483646" y="0"/>
              </a:cxn>
              <a:cxn ang="0">
                <a:pos x="0" y="0"/>
              </a:cxn>
              <a:cxn ang="0">
                <a:pos x="2147483646" y="2147483646"/>
              </a:cxn>
              <a:cxn ang="0">
                <a:pos x="0" y="2147483646"/>
              </a:cxn>
              <a:cxn ang="0">
                <a:pos x="2147483646" y="2147483646"/>
              </a:cxn>
              <a:cxn ang="0">
                <a:pos x="2147483646" y="0"/>
              </a:cxn>
            </a:cxnLst>
            <a:rect l="txL" t="txT" r="txR" b="txB"/>
            <a:pathLst>
              <a:path w="4538" h="1080">
                <a:moveTo>
                  <a:pt x="4538" y="0"/>
                </a:moveTo>
                <a:lnTo>
                  <a:pt x="0" y="0"/>
                </a:lnTo>
                <a:lnTo>
                  <a:pt x="105" y="541"/>
                </a:lnTo>
                <a:lnTo>
                  <a:pt x="0" y="1080"/>
                </a:lnTo>
                <a:lnTo>
                  <a:pt x="4538" y="1080"/>
                </a:lnTo>
                <a:lnTo>
                  <a:pt x="4538" y="0"/>
                </a:lnTo>
              </a:path>
            </a:pathLst>
          </a:custGeom>
          <a:solidFill>
            <a:srgbClr val="E7E6E6">
              <a:alpha val="100000"/>
            </a:srgbClr>
          </a:solidFill>
          <a:ln w="6350">
            <a:noFill/>
          </a:ln>
        </p:spPr>
        <p:txBody>
          <a:bodyPr/>
          <a:lstStyle/>
          <a:p>
            <a:endParaRPr lang="zh-CN" altLang="en-US"/>
          </a:p>
        </p:txBody>
      </p:sp>
      <p:sp>
        <p:nvSpPr>
          <p:cNvPr id="26" name="Textplatzhalter 3"/>
          <p:cNvSpPr>
            <a:spLocks noGrp="1"/>
          </p:cNvSpPr>
          <p:nvPr>
            <p:ph type="body" sz="quarter" idx="17"/>
          </p:nvPr>
        </p:nvSpPr>
        <p:spPr bwMode="gray">
          <a:xfrm>
            <a:off x="1907209" y="2788929"/>
            <a:ext cx="6121177" cy="396000"/>
          </a:xfrm>
          <a:prstGeom prst="rect">
            <a:avLst/>
          </a:prstGeom>
          <a:noFill/>
        </p:spPr>
        <p:txBody>
          <a:bodyPr lIns="0" tIns="143996" rIns="121917" bIns="143996"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900" b="0" baseline="0">
                <a:solidFill>
                  <a:schemeClr val="bg2"/>
                </a:solidFill>
                <a:latin typeface="Audi Type"/>
                <a:ea typeface="华康黑体W5(P)" pitchFamily="34" charset="-122"/>
              </a:defRPr>
            </a:lvl1pPr>
          </a:lstStyle>
          <a:p>
            <a:pPr lvl="0"/>
            <a:r>
              <a:rPr lang="zh-CN" altLang="en-US" noProof="0"/>
              <a:t>单击此处编辑母版文本样式</a:t>
            </a:r>
            <a:endParaRPr lang="zh-CN" altLang="en-US" noProof="0"/>
          </a:p>
        </p:txBody>
      </p:sp>
      <p:sp>
        <p:nvSpPr>
          <p:cNvPr id="27" name="Textplatzhalter 3"/>
          <p:cNvSpPr>
            <a:spLocks noGrp="1"/>
          </p:cNvSpPr>
          <p:nvPr>
            <p:ph type="body" sz="quarter" idx="18"/>
          </p:nvPr>
        </p:nvSpPr>
        <p:spPr bwMode="gray">
          <a:xfrm>
            <a:off x="1907209" y="3685029"/>
            <a:ext cx="6121177" cy="396000"/>
          </a:xfrm>
          <a:prstGeom prst="rect">
            <a:avLst/>
          </a:prstGeom>
          <a:noFill/>
        </p:spPr>
        <p:txBody>
          <a:bodyPr lIns="0" tIns="143996" rIns="121917" bIns="143996"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900" b="0" baseline="0">
                <a:solidFill>
                  <a:schemeClr val="bg2"/>
                </a:solidFill>
                <a:latin typeface="Audi Type"/>
                <a:ea typeface="华康黑体W5(P)" pitchFamily="34" charset="-122"/>
              </a:defRPr>
            </a:lvl1pPr>
          </a:lstStyle>
          <a:p>
            <a:pPr lvl="0"/>
            <a:r>
              <a:rPr lang="zh-CN" altLang="en-US" noProof="0"/>
              <a:t>单击此处编辑母版文本样式</a:t>
            </a:r>
            <a:endParaRPr lang="zh-CN" altLang="en-US" noProof="0"/>
          </a:p>
        </p:txBody>
      </p:sp>
      <p:sp>
        <p:nvSpPr>
          <p:cNvPr id="28" name="Textplatzhalter 3"/>
          <p:cNvSpPr>
            <a:spLocks noGrp="1"/>
          </p:cNvSpPr>
          <p:nvPr>
            <p:ph type="body" sz="quarter" idx="19"/>
          </p:nvPr>
        </p:nvSpPr>
        <p:spPr bwMode="gray">
          <a:xfrm>
            <a:off x="1907209" y="4581128"/>
            <a:ext cx="6121177" cy="396000"/>
          </a:xfrm>
          <a:prstGeom prst="rect">
            <a:avLst/>
          </a:prstGeom>
          <a:noFill/>
        </p:spPr>
        <p:txBody>
          <a:bodyPr lIns="0" tIns="143996" rIns="121917" bIns="143996"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900" b="0" baseline="0">
                <a:solidFill>
                  <a:schemeClr val="bg2"/>
                </a:solidFill>
                <a:latin typeface="Audi Type"/>
                <a:ea typeface="华康黑体W5(P)" pitchFamily="34" charset="-122"/>
              </a:defRPr>
            </a:lvl1pPr>
          </a:lstStyle>
          <a:p>
            <a:pPr lvl="0"/>
            <a:r>
              <a:rPr lang="zh-CN" altLang="en-US" noProof="0"/>
              <a:t>单击此处编辑母版文本样式</a:t>
            </a:r>
            <a:endParaRPr lang="zh-CN" altLang="en-US" noProof="0"/>
          </a:p>
        </p:txBody>
      </p:sp>
      <p:sp>
        <p:nvSpPr>
          <p:cNvPr id="29" name="Textplatzhalter 3"/>
          <p:cNvSpPr>
            <a:spLocks noGrp="1"/>
          </p:cNvSpPr>
          <p:nvPr>
            <p:ph type="body" sz="quarter" idx="20"/>
          </p:nvPr>
        </p:nvSpPr>
        <p:spPr bwMode="gray">
          <a:xfrm>
            <a:off x="1907209" y="1892829"/>
            <a:ext cx="6121177" cy="396000"/>
          </a:xfrm>
          <a:prstGeom prst="rect">
            <a:avLst/>
          </a:prstGeom>
          <a:noFill/>
        </p:spPr>
        <p:txBody>
          <a:bodyPr lIns="0" tIns="143996" rIns="121917" bIns="143996"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900" b="0" baseline="0">
                <a:solidFill>
                  <a:schemeClr val="bg2"/>
                </a:solidFill>
                <a:latin typeface="Audi Type"/>
                <a:ea typeface="华康黑体W5(P)" pitchFamily="34" charset="-122"/>
              </a:defRPr>
            </a:lvl1pPr>
          </a:lstStyle>
          <a:p>
            <a:pPr lvl="0"/>
            <a:r>
              <a:rPr lang="zh-CN" altLang="en-US" noProof="0"/>
              <a:t>单击此处编辑母版文本样式</a:t>
            </a:r>
            <a:endParaRPr lang="zh-CN" altLang="en-US" noProof="0"/>
          </a:p>
        </p:txBody>
      </p:sp>
      <p:sp>
        <p:nvSpPr>
          <p:cNvPr id="19" name="标题占位符 1"/>
          <p:cNvSpPr>
            <a:spLocks noGrp="1"/>
          </p:cNvSpPr>
          <p:nvPr>
            <p:ph type="title"/>
          </p:nvPr>
        </p:nvSpPr>
        <p:spPr>
          <a:xfrm>
            <a:off x="457200" y="274637"/>
            <a:ext cx="8229600" cy="1138139"/>
          </a:xfrm>
          <a:prstGeom prst="rect">
            <a:avLst/>
          </a:prstGeom>
        </p:spPr>
        <p:txBody>
          <a:bodyPr rtlCol="0">
            <a:normAutofit/>
          </a:bodyPr>
          <a:lstStyle>
            <a:lvl1pPr>
              <a:defRPr/>
            </a:lvl1pPr>
          </a:lstStyle>
          <a:p>
            <a:r>
              <a:rPr lang="zh-CN" altLang="en-US"/>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文本1">
    <p:bg>
      <p:bgPr>
        <a:solidFill>
          <a:schemeClr val="bg1"/>
        </a:solidFill>
        <a:effectLst/>
      </p:bgPr>
    </p:bg>
    <p:spTree>
      <p:nvGrpSpPr>
        <p:cNvPr id="1" name=""/>
        <p:cNvGrpSpPr/>
        <p:nvPr/>
      </p:nvGrpSpPr>
      <p:grpSpPr>
        <a:xfrm>
          <a:off x="0" y="0"/>
          <a:ext cx="0" cy="0"/>
          <a:chOff x="0" y="0"/>
          <a:chExt cx="0" cy="0"/>
        </a:xfrm>
      </p:grpSpPr>
      <p:sp>
        <p:nvSpPr>
          <p:cNvPr id="2" name="AutoShape 4" descr="http://achizi.com/images/xruler_0_10.jpg.pagespeed.ic.XIeyeCWzr-.webp"/>
          <p:cNvSpPr>
            <a:spLocks noChangeAspect="1" noChangeArrowheads="1"/>
          </p:cNvSpPr>
          <p:nvPr/>
        </p:nvSpPr>
        <p:spPr bwMode="auto">
          <a:xfrm>
            <a:off x="155575" y="-144462"/>
            <a:ext cx="304800" cy="304800"/>
          </a:xfrm>
          <a:prstGeom prst="rect">
            <a:avLst/>
          </a:prstGeom>
          <a:noFill/>
          <a:ln>
            <a:noFill/>
          </a:ln>
        </p:spPr>
        <p:txBody>
          <a:bodyPr lIns="91438" tIns="45719" rIns="91438" bIns="45719"/>
          <a:lstStyle>
            <a:lvl1pPr defTabSz="1217930" eaLnBrk="0" hangingPunct="0">
              <a:defRPr sz="1200">
                <a:solidFill>
                  <a:schemeClr val="tx1"/>
                </a:solidFill>
                <a:latin typeface="Arial" panose="020B0604020202020204" pitchFamily="34" charset="0"/>
                <a:ea typeface="宋体" panose="02010600030101010101" pitchFamily="2" charset="-122"/>
              </a:defRPr>
            </a:lvl1pPr>
            <a:lvl2pPr marL="742950" indent="-285750" defTabSz="1217930" eaLnBrk="0" hangingPunct="0">
              <a:defRPr sz="1200">
                <a:solidFill>
                  <a:schemeClr val="tx1"/>
                </a:solidFill>
                <a:latin typeface="Arial" panose="020B0604020202020204" pitchFamily="34" charset="0"/>
                <a:ea typeface="宋体" panose="02010600030101010101" pitchFamily="2" charset="-122"/>
              </a:defRPr>
            </a:lvl2pPr>
            <a:lvl3pPr marL="1143000" indent="-228600" defTabSz="1217930" eaLnBrk="0" hangingPunct="0">
              <a:defRPr sz="1200">
                <a:solidFill>
                  <a:schemeClr val="tx1"/>
                </a:solidFill>
                <a:latin typeface="Arial" panose="020B0604020202020204" pitchFamily="34" charset="0"/>
                <a:ea typeface="宋体" panose="02010600030101010101" pitchFamily="2" charset="-122"/>
              </a:defRPr>
            </a:lvl3pPr>
            <a:lvl4pPr marL="1600200" indent="-228600" defTabSz="1217930" eaLnBrk="0" hangingPunct="0">
              <a:defRPr sz="1200">
                <a:solidFill>
                  <a:schemeClr val="tx1"/>
                </a:solidFill>
                <a:latin typeface="Arial" panose="020B0604020202020204" pitchFamily="34" charset="0"/>
                <a:ea typeface="宋体" panose="02010600030101010101" pitchFamily="2" charset="-122"/>
              </a:defRPr>
            </a:lvl4pPr>
            <a:lvl5pPr marL="2057400" indent="-228600" defTabSz="1217930" eaLnBrk="0" hangingPunct="0">
              <a:defRPr sz="1200">
                <a:solidFill>
                  <a:schemeClr val="tx1"/>
                </a:solidFill>
                <a:latin typeface="Arial" panose="020B0604020202020204" pitchFamily="34" charset="0"/>
                <a:ea typeface="宋体" panose="02010600030101010101" pitchFamily="2" charset="-122"/>
              </a:defRPr>
            </a:lvl5pPr>
            <a:lvl6pPr marL="2514600" indent="-228600"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l" defTabSz="121793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Franklin Gothic Book" panose="020B0503020102020204" pitchFamily="34" charset="0"/>
              <a:ea typeface="黑体" panose="02010609060101010101" charset="-122"/>
              <a:cs typeface="+mn-cs"/>
            </a:endParaRPr>
          </a:p>
        </p:txBody>
      </p:sp>
      <p:sp>
        <p:nvSpPr>
          <p:cNvPr id="10" name="Inhaltsplatzhalter 6"/>
          <p:cNvSpPr>
            <a:spLocks noGrp="1"/>
          </p:cNvSpPr>
          <p:nvPr>
            <p:ph sz="quarter" idx="13"/>
          </p:nvPr>
        </p:nvSpPr>
        <p:spPr bwMode="gray">
          <a:xfrm>
            <a:off x="460380" y="1417637"/>
            <a:ext cx="8216081" cy="4711123"/>
          </a:xfrm>
          <a:prstGeom prst="rect">
            <a:avLst/>
          </a:prstGeom>
        </p:spPr>
        <p:txBody>
          <a:bodyPr lIns="121917" tIns="60958" rIns="121917" bIns="60958"/>
          <a:lstStyle>
            <a:lvl1pPr>
              <a:lnSpc>
                <a:spcPct val="150000"/>
              </a:lnSpc>
              <a:defRPr sz="2400" b="0" baseline="0">
                <a:solidFill>
                  <a:schemeClr val="bg2"/>
                </a:solidFill>
                <a:latin typeface="Audi Type"/>
                <a:ea typeface="华康黑体W5(P)" pitchFamily="34" charset="-122"/>
              </a:defRPr>
            </a:lvl1pPr>
            <a:lvl2pPr marL="0" indent="284480">
              <a:lnSpc>
                <a:spcPct val="150000"/>
              </a:lnSpc>
              <a:buClr>
                <a:schemeClr val="tx1"/>
              </a:buClr>
              <a:buFont typeface="Audi Type" pitchFamily="34" charset="0"/>
              <a:buChar char="•"/>
              <a:defRPr sz="2100" b="0">
                <a:solidFill>
                  <a:schemeClr val="bg2"/>
                </a:solidFill>
                <a:latin typeface="Audi Type"/>
                <a:ea typeface="华康黑体W5(P)" pitchFamily="34" charset="-122"/>
              </a:defRPr>
            </a:lvl2pPr>
            <a:lvl3pPr marL="539750" indent="-285750">
              <a:lnSpc>
                <a:spcPct val="150000"/>
              </a:lnSpc>
              <a:buClr>
                <a:schemeClr val="accent1"/>
              </a:buClr>
              <a:buFont typeface="Audi Type" pitchFamily="34" charset="0"/>
              <a:buChar char="•"/>
              <a:defRPr sz="1900" b="0">
                <a:solidFill>
                  <a:schemeClr val="bg2"/>
                </a:solidFill>
                <a:latin typeface="Audi Type"/>
                <a:ea typeface="华康黑体W5(P)" pitchFamily="34" charset="-122"/>
              </a:defRPr>
            </a:lvl3pPr>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p:txBody>
      </p:sp>
      <p:sp>
        <p:nvSpPr>
          <p:cNvPr id="8" name="标题占位符 1"/>
          <p:cNvSpPr>
            <a:spLocks noGrp="1"/>
          </p:cNvSpPr>
          <p:nvPr>
            <p:ph type="title" hasCustomPrompt="1"/>
          </p:nvPr>
        </p:nvSpPr>
        <p:spPr>
          <a:xfrm>
            <a:off x="457200" y="274637"/>
            <a:ext cx="8229600" cy="1143000"/>
          </a:xfrm>
          <a:prstGeom prst="rect">
            <a:avLst/>
          </a:prstGeom>
        </p:spPr>
        <p:txBody>
          <a:bodyPr rtlCol="0">
            <a:normAutofit/>
          </a:bodyPr>
          <a:lstStyle/>
          <a:p>
            <a:r>
              <a:rPr lang="zh-CN" altLang="en-US" dirty="0"/>
              <a:t>页面标题 </a:t>
            </a:r>
            <a:r>
              <a:rPr lang="en-US" altLang="zh-CN" dirty="0"/>
              <a:t>Page Title</a:t>
            </a:r>
            <a:r>
              <a:rPr lang="zh-CN" altLang="en-US" dirty="0"/>
              <a:t>，华康黑体</a:t>
            </a:r>
            <a:r>
              <a:rPr lang="en-US" altLang="zh-CN" dirty="0"/>
              <a:t>W9(P)</a:t>
            </a:r>
            <a:r>
              <a:rPr lang="zh-CN" altLang="en-US" dirty="0"/>
              <a:t> </a:t>
            </a:r>
            <a:r>
              <a:rPr lang="en-US" altLang="zh-CN" dirty="0"/>
              <a:t>Audi Type Extended</a:t>
            </a:r>
            <a:r>
              <a:rPr lang="zh-CN" altLang="en-US" dirty="0"/>
              <a:t>，</a:t>
            </a:r>
            <a:r>
              <a:rPr lang="en-US" altLang="zh-CN" dirty="0"/>
              <a:t>18</a:t>
            </a:r>
            <a:endParaRPr lang="zh-CN" altLang="en-US" dirty="0"/>
          </a:p>
        </p:txBody>
      </p:sp>
    </p:spTree>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文本2">
    <p:bg>
      <p:bgPr>
        <a:solidFill>
          <a:schemeClr val="bg1"/>
        </a:solidFill>
        <a:effectLst/>
      </p:bgPr>
    </p:bg>
    <p:spTree>
      <p:nvGrpSpPr>
        <p:cNvPr id="1" name=""/>
        <p:cNvGrpSpPr/>
        <p:nvPr/>
      </p:nvGrpSpPr>
      <p:grpSpPr>
        <a:xfrm>
          <a:off x="0" y="0"/>
          <a:ext cx="0" cy="0"/>
          <a:chOff x="0" y="0"/>
          <a:chExt cx="0" cy="0"/>
        </a:xfrm>
      </p:grpSpPr>
      <p:cxnSp>
        <p:nvCxnSpPr>
          <p:cNvPr id="11270" name="Gerade Verbindung 10"/>
          <p:cNvCxnSpPr/>
          <p:nvPr userDrawn="1"/>
        </p:nvCxnSpPr>
        <p:spPr>
          <a:xfrm>
            <a:off x="4795838" y="2266950"/>
            <a:ext cx="3887787" cy="0"/>
          </a:xfrm>
          <a:prstGeom prst="line">
            <a:avLst/>
          </a:prstGeom>
          <a:ln w="28575" cap="flat" cmpd="sng">
            <a:solidFill>
              <a:schemeClr val="bg2"/>
            </a:solidFill>
            <a:prstDash val="solid"/>
            <a:headEnd type="none" w="med" len="med"/>
            <a:tailEnd type="none" w="med" len="med"/>
          </a:ln>
        </p:spPr>
      </p:cxnSp>
      <p:cxnSp>
        <p:nvCxnSpPr>
          <p:cNvPr id="11271" name="Gerade Verbindung 10"/>
          <p:cNvCxnSpPr/>
          <p:nvPr userDrawn="1"/>
        </p:nvCxnSpPr>
        <p:spPr>
          <a:xfrm>
            <a:off x="477838" y="2276475"/>
            <a:ext cx="3887787" cy="0"/>
          </a:xfrm>
          <a:prstGeom prst="line">
            <a:avLst/>
          </a:prstGeom>
          <a:ln w="28575" cap="flat" cmpd="sng">
            <a:solidFill>
              <a:schemeClr val="bg2"/>
            </a:solidFill>
            <a:prstDash val="solid"/>
            <a:headEnd type="none" w="med" len="med"/>
            <a:tailEnd type="none" w="med" len="med"/>
          </a:ln>
        </p:spPr>
      </p:cxnSp>
      <p:sp>
        <p:nvSpPr>
          <p:cNvPr id="9" name="Textplatzhalter 3"/>
          <p:cNvSpPr>
            <a:spLocks noGrp="1"/>
          </p:cNvSpPr>
          <p:nvPr>
            <p:ph type="body" sz="quarter" idx="16"/>
          </p:nvPr>
        </p:nvSpPr>
        <p:spPr bwMode="gray">
          <a:xfrm>
            <a:off x="450967" y="1508360"/>
            <a:ext cx="3898776" cy="768512"/>
          </a:xfrm>
          <a:prstGeom prst="rect">
            <a:avLst/>
          </a:prstGeom>
          <a:noFill/>
        </p:spPr>
        <p:txBody>
          <a:bodyPr lIns="0" tIns="143996" rIns="121917" bIns="143996"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2400" b="0" baseline="0">
                <a:solidFill>
                  <a:schemeClr val="bg2"/>
                </a:solidFill>
                <a:latin typeface="Audi Type"/>
                <a:ea typeface="华康黑体W5(P)" pitchFamily="34" charset="-122"/>
              </a:defRPr>
            </a:lvl1pPr>
          </a:lstStyle>
          <a:p>
            <a:pPr lvl="0"/>
            <a:r>
              <a:rPr lang="zh-CN" altLang="en-US" noProof="0"/>
              <a:t>单击此处编辑母版文本样式</a:t>
            </a:r>
            <a:endParaRPr lang="zh-CN" altLang="en-US" noProof="0"/>
          </a:p>
        </p:txBody>
      </p:sp>
      <p:sp>
        <p:nvSpPr>
          <p:cNvPr id="14" name="Textplatzhalter 3"/>
          <p:cNvSpPr>
            <a:spLocks noGrp="1"/>
          </p:cNvSpPr>
          <p:nvPr>
            <p:ph type="body" sz="quarter" idx="17"/>
          </p:nvPr>
        </p:nvSpPr>
        <p:spPr bwMode="gray">
          <a:xfrm>
            <a:off x="4768270" y="1508360"/>
            <a:ext cx="3915355" cy="768513"/>
          </a:xfrm>
          <a:prstGeom prst="rect">
            <a:avLst/>
          </a:prstGeom>
          <a:noFill/>
        </p:spPr>
        <p:txBody>
          <a:bodyPr lIns="0" tIns="143996" rIns="121917" bIns="143996"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2400" b="0" baseline="0">
                <a:solidFill>
                  <a:schemeClr val="bg2"/>
                </a:solidFill>
                <a:latin typeface="Audi Type"/>
                <a:ea typeface="华康黑体W5(P)" pitchFamily="34" charset="-122"/>
              </a:defRPr>
            </a:lvl1pPr>
          </a:lstStyle>
          <a:p>
            <a:pPr lvl="0"/>
            <a:r>
              <a:rPr lang="zh-CN" altLang="en-US" noProof="0"/>
              <a:t>单击此处编辑母版文本样式</a:t>
            </a:r>
            <a:endParaRPr lang="zh-CN" altLang="en-US" noProof="0"/>
          </a:p>
        </p:txBody>
      </p:sp>
      <p:sp>
        <p:nvSpPr>
          <p:cNvPr id="12" name="Inhaltsplatzhalter 6"/>
          <p:cNvSpPr>
            <a:spLocks noGrp="1"/>
          </p:cNvSpPr>
          <p:nvPr>
            <p:ph sz="quarter" idx="18"/>
          </p:nvPr>
        </p:nvSpPr>
        <p:spPr bwMode="gray">
          <a:xfrm>
            <a:off x="460375" y="2276872"/>
            <a:ext cx="3895601" cy="3888432"/>
          </a:xfrm>
          <a:prstGeom prst="rect">
            <a:avLst/>
          </a:prstGeom>
        </p:spPr>
        <p:txBody>
          <a:bodyPr lIns="121917" tIns="60958" rIns="121917" bIns="60958"/>
          <a:lstStyle>
            <a:lvl1pPr marL="285750" indent="-285750">
              <a:lnSpc>
                <a:spcPct val="150000"/>
              </a:lnSpc>
              <a:buClr>
                <a:schemeClr val="tx1"/>
              </a:buClr>
              <a:buFont typeface="Audi Type" pitchFamily="34" charset="0"/>
              <a:buChar char="•"/>
              <a:defRPr sz="2100" b="0" baseline="0">
                <a:solidFill>
                  <a:schemeClr val="bg2"/>
                </a:solidFill>
                <a:latin typeface="Audi Type"/>
                <a:ea typeface="华康黑体W5(P)" pitchFamily="34" charset="-122"/>
              </a:defRPr>
            </a:lvl1pPr>
            <a:lvl2pPr marL="539750" indent="-285750">
              <a:lnSpc>
                <a:spcPct val="150000"/>
              </a:lnSpc>
              <a:buClr>
                <a:schemeClr val="accent1"/>
              </a:buClr>
              <a:buFont typeface="Audi Type" pitchFamily="34" charset="0"/>
              <a:buChar char="•"/>
              <a:defRPr sz="1900" b="0" baseline="0">
                <a:solidFill>
                  <a:schemeClr val="bg2"/>
                </a:solidFill>
                <a:latin typeface="Audi Type"/>
                <a:ea typeface="华康黑体W5(P)" pitchFamily="34" charset="-122"/>
              </a:defRPr>
            </a:lvl2pPr>
            <a:lvl3pPr marL="1200150" indent="-285750">
              <a:buFont typeface="Arial" panose="020B0604020202020204" pitchFamily="34" charset="0"/>
              <a:buChar char="•"/>
              <a:defRPr b="0">
                <a:latin typeface="Audi Type"/>
                <a:ea typeface="华康黑体W5(P)" pitchFamily="34" charset="-122"/>
              </a:defRPr>
            </a:lvl3pPr>
          </a:lstStyle>
          <a:p>
            <a:pPr lvl="0"/>
            <a:r>
              <a:rPr lang="zh-CN" altLang="en-US" noProof="0"/>
              <a:t>单击此处编辑母版文本样式</a:t>
            </a:r>
            <a:endParaRPr lang="zh-CN" altLang="en-US" noProof="0"/>
          </a:p>
          <a:p>
            <a:pPr lvl="1"/>
            <a:r>
              <a:rPr lang="zh-CN" altLang="en-US" noProof="0"/>
              <a:t>第二级</a:t>
            </a:r>
            <a:endParaRPr lang="zh-CN" altLang="en-US" noProof="0"/>
          </a:p>
        </p:txBody>
      </p:sp>
      <p:sp>
        <p:nvSpPr>
          <p:cNvPr id="16" name="Inhaltsplatzhalter 6"/>
          <p:cNvSpPr>
            <a:spLocks noGrp="1"/>
          </p:cNvSpPr>
          <p:nvPr>
            <p:ph sz="quarter" idx="19"/>
          </p:nvPr>
        </p:nvSpPr>
        <p:spPr bwMode="gray">
          <a:xfrm>
            <a:off x="4780857" y="2276874"/>
            <a:ext cx="3895601" cy="3912433"/>
          </a:xfrm>
          <a:prstGeom prst="rect">
            <a:avLst/>
          </a:prstGeom>
        </p:spPr>
        <p:txBody>
          <a:bodyPr lIns="121917" tIns="60958" rIns="121917" bIns="60958"/>
          <a:lstStyle>
            <a:lvl1pPr marL="285750" indent="-285750">
              <a:lnSpc>
                <a:spcPct val="150000"/>
              </a:lnSpc>
              <a:buClr>
                <a:schemeClr val="tx1"/>
              </a:buClr>
              <a:buFont typeface="Audi Type" pitchFamily="34" charset="0"/>
              <a:buChar char="•"/>
              <a:defRPr sz="2100" b="0" baseline="0">
                <a:solidFill>
                  <a:schemeClr val="bg2"/>
                </a:solidFill>
                <a:latin typeface="Audi Type"/>
                <a:ea typeface="华康黑体W5(P)" pitchFamily="34" charset="-122"/>
              </a:defRPr>
            </a:lvl1pPr>
            <a:lvl2pPr marL="539750" indent="-285750">
              <a:lnSpc>
                <a:spcPct val="150000"/>
              </a:lnSpc>
              <a:buClr>
                <a:schemeClr val="accent1"/>
              </a:buClr>
              <a:buFont typeface="Audi Type" pitchFamily="34" charset="0"/>
              <a:buChar char="•"/>
              <a:defRPr sz="1900" b="0" baseline="0">
                <a:solidFill>
                  <a:schemeClr val="bg2"/>
                </a:solidFill>
                <a:latin typeface="Audi Type"/>
                <a:ea typeface="华康黑体W5(P)" pitchFamily="34" charset="-122"/>
              </a:defRPr>
            </a:lvl2pPr>
            <a:lvl3pPr marL="1200150" indent="-285750">
              <a:buFont typeface="Arial" panose="020B0604020202020204" pitchFamily="34" charset="0"/>
              <a:buChar char="•"/>
              <a:defRPr b="0">
                <a:latin typeface="Audi Type"/>
                <a:ea typeface="华康黑体W5(P)" pitchFamily="34" charset="-122"/>
              </a:defRPr>
            </a:lvl3pPr>
          </a:lstStyle>
          <a:p>
            <a:pPr lvl="0"/>
            <a:r>
              <a:rPr lang="zh-CN" altLang="en-US" noProof="0"/>
              <a:t>单击此处编辑母版文本样式</a:t>
            </a:r>
            <a:endParaRPr lang="zh-CN" altLang="en-US" noProof="0"/>
          </a:p>
          <a:p>
            <a:pPr lvl="1"/>
            <a:r>
              <a:rPr lang="zh-CN" altLang="en-US" noProof="0"/>
              <a:t>第二级</a:t>
            </a:r>
            <a:endParaRPr lang="zh-CN" altLang="en-US" noProof="0"/>
          </a:p>
        </p:txBody>
      </p:sp>
      <p:sp>
        <p:nvSpPr>
          <p:cNvPr id="13" name="标题占位符 1"/>
          <p:cNvSpPr>
            <a:spLocks noGrp="1"/>
          </p:cNvSpPr>
          <p:nvPr>
            <p:ph type="title" hasCustomPrompt="1"/>
          </p:nvPr>
        </p:nvSpPr>
        <p:spPr>
          <a:xfrm>
            <a:off x="457200" y="274637"/>
            <a:ext cx="8229600" cy="1143000"/>
          </a:xfrm>
          <a:prstGeom prst="rect">
            <a:avLst/>
          </a:prstGeom>
        </p:spPr>
        <p:txBody>
          <a:bodyPr rtlCol="0">
            <a:normAutofit/>
          </a:bodyPr>
          <a:lstStyle/>
          <a:p>
            <a:r>
              <a:rPr lang="zh-CN" altLang="en-US" dirty="0"/>
              <a:t>页面标题 </a:t>
            </a:r>
            <a:r>
              <a:rPr lang="en-US" altLang="zh-CN" dirty="0"/>
              <a:t>Page Title</a:t>
            </a:r>
            <a:r>
              <a:rPr lang="zh-CN" altLang="en-US" dirty="0"/>
              <a:t>，华康黑体</a:t>
            </a:r>
            <a:r>
              <a:rPr lang="en-US" altLang="zh-CN" dirty="0"/>
              <a:t>W9(P)</a:t>
            </a:r>
            <a:r>
              <a:rPr lang="zh-CN" altLang="en-US" dirty="0"/>
              <a:t> </a:t>
            </a:r>
            <a:r>
              <a:rPr lang="en-US" altLang="zh-CN" dirty="0"/>
              <a:t>Audi Type Extended</a:t>
            </a:r>
            <a:r>
              <a:rPr lang="zh-CN" altLang="en-US" dirty="0"/>
              <a:t>，</a:t>
            </a:r>
            <a:r>
              <a:rPr lang="en-US" altLang="zh-CN" dirty="0"/>
              <a:t>18</a:t>
            </a:r>
            <a:endParaRPr lang="zh-CN" altLang="en-US" dirty="0"/>
          </a:p>
        </p:txBody>
      </p:sp>
    </p:spTree>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过渡页1">
    <p:bg>
      <p:bgPr>
        <a:solidFill>
          <a:schemeClr val="bg1"/>
        </a:solidFill>
        <a:effectLst/>
      </p:bgPr>
    </p:bg>
    <p:spTree>
      <p:nvGrpSpPr>
        <p:cNvPr id="1" name=""/>
        <p:cNvGrpSpPr/>
        <p:nvPr/>
      </p:nvGrpSpPr>
      <p:grpSpPr>
        <a:xfrm>
          <a:off x="0" y="0"/>
          <a:ext cx="0" cy="0"/>
          <a:chOff x="0" y="0"/>
          <a:chExt cx="0" cy="0"/>
        </a:xfrm>
      </p:grpSpPr>
      <p:graphicFrame>
        <p:nvGraphicFramePr>
          <p:cNvPr id="12294" name="对象 9" hidden="1"/>
          <p:cNvGraphicFramePr/>
          <p:nvPr userDrawn="1">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3100" name="" r:id="rId3" imgW="12700" imgH="12700" progId="TCLayout.ActiveDocument.1">
                  <p:embed/>
                </p:oleObj>
              </mc:Choice>
              <mc:Fallback>
                <p:oleObj name="" r:id="rId3" imgW="12700" imgH="12700" progId="TCLayout.ActiveDocument.1">
                  <p:embed/>
                  <p:pic>
                    <p:nvPicPr>
                      <p:cNvPr id="0" name="图片 3075"/>
                      <p:cNvPicPr/>
                      <p:nvPr/>
                    </p:nvPicPr>
                    <p:blipFill>
                      <a:blip r:embed="rId4"/>
                      <a:stretch>
                        <a:fillRect/>
                      </a:stretch>
                    </p:blipFill>
                    <p:spPr>
                      <a:xfrm>
                        <a:off x="0" y="0"/>
                        <a:ext cx="158750" cy="158750"/>
                      </a:xfrm>
                      <a:prstGeom prst="rect">
                        <a:avLst/>
                      </a:prstGeom>
                      <a:noFill/>
                      <a:ln w="38100">
                        <a:noFill/>
                        <a:miter/>
                      </a:ln>
                    </p:spPr>
                  </p:pic>
                </p:oleObj>
              </mc:Fallback>
            </mc:AlternateContent>
          </a:graphicData>
        </a:graphic>
      </p:graphicFrame>
      <p:sp>
        <p:nvSpPr>
          <p:cNvPr id="9" name="Rechteck 5"/>
          <p:cNvSpPr/>
          <p:nvPr>
            <p:custDataLst>
              <p:tags r:id="rId5"/>
            </p:custDataLst>
          </p:nvPr>
        </p:nvSpPr>
        <p:spPr bwMode="gray">
          <a:xfrm>
            <a:off x="0" y="0"/>
            <a:ext cx="9144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dirty="0">
              <a:ln>
                <a:noFill/>
              </a:ln>
              <a:solidFill>
                <a:srgbClr val="CC0033"/>
              </a:solidFill>
              <a:effectLst/>
              <a:uLnTx/>
              <a:uFillTx/>
              <a:latin typeface="+mn-lt"/>
              <a:ea typeface="+mn-ea"/>
              <a:cs typeface="+mn-cs"/>
            </a:endParaRPr>
          </a:p>
        </p:txBody>
      </p:sp>
      <p:sp>
        <p:nvSpPr>
          <p:cNvPr id="10" name="TextBox 15"/>
          <p:cNvSpPr txBox="1">
            <a:spLocks noChangeArrowheads="1"/>
          </p:cNvSpPr>
          <p:nvPr>
            <p:custDataLst>
              <p:tags r:id="rId6"/>
            </p:custDataLst>
          </p:nvPr>
        </p:nvSpPr>
        <p:spPr bwMode="auto">
          <a:xfrm>
            <a:off x="7164388" y="1125538"/>
            <a:ext cx="1655763" cy="306388"/>
          </a:xfrm>
          <a:prstGeom prst="rect">
            <a:avLst/>
          </a:prstGeom>
          <a:noFill/>
          <a:ln>
            <a:noFill/>
          </a:ln>
        </p:spPr>
        <p:txBody>
          <a:bodyPr lIns="121917" tIns="60958" rIns="121917" bIns="60958">
            <a:spAutoFit/>
          </a:bodyPr>
          <a:lstStyle>
            <a:lvl1pPr defTabSz="1217930" eaLnBrk="0" hangingPunct="0">
              <a:defRPr sz="1200">
                <a:solidFill>
                  <a:schemeClr val="tx1"/>
                </a:solidFill>
                <a:latin typeface="Arial" panose="020B0604020202020204" pitchFamily="34" charset="0"/>
                <a:ea typeface="宋体" panose="02010600030101010101" pitchFamily="2" charset="-122"/>
              </a:defRPr>
            </a:lvl1pPr>
            <a:lvl2pPr marL="742950" indent="-285750" defTabSz="1217930" eaLnBrk="0" hangingPunct="0">
              <a:defRPr sz="1200">
                <a:solidFill>
                  <a:schemeClr val="tx1"/>
                </a:solidFill>
                <a:latin typeface="Arial" panose="020B0604020202020204" pitchFamily="34" charset="0"/>
                <a:ea typeface="宋体" panose="02010600030101010101" pitchFamily="2" charset="-122"/>
              </a:defRPr>
            </a:lvl2pPr>
            <a:lvl3pPr marL="1143000" indent="-228600" defTabSz="1217930" eaLnBrk="0" hangingPunct="0">
              <a:defRPr sz="1200">
                <a:solidFill>
                  <a:schemeClr val="tx1"/>
                </a:solidFill>
                <a:latin typeface="Arial" panose="020B0604020202020204" pitchFamily="34" charset="0"/>
                <a:ea typeface="宋体" panose="02010600030101010101" pitchFamily="2" charset="-122"/>
              </a:defRPr>
            </a:lvl3pPr>
            <a:lvl4pPr marL="1600200" indent="-228600" defTabSz="1217930" eaLnBrk="0" hangingPunct="0">
              <a:defRPr sz="1200">
                <a:solidFill>
                  <a:schemeClr val="tx1"/>
                </a:solidFill>
                <a:latin typeface="Arial" panose="020B0604020202020204" pitchFamily="34" charset="0"/>
                <a:ea typeface="宋体" panose="02010600030101010101" pitchFamily="2" charset="-122"/>
              </a:defRPr>
            </a:lvl4pPr>
            <a:lvl5pPr marL="2057400" indent="-228600" defTabSz="1217930" eaLnBrk="0" hangingPunct="0">
              <a:defRPr sz="1200">
                <a:solidFill>
                  <a:schemeClr val="tx1"/>
                </a:solidFill>
                <a:latin typeface="Arial" panose="020B0604020202020204" pitchFamily="34" charset="0"/>
                <a:ea typeface="宋体" panose="02010600030101010101" pitchFamily="2" charset="-122"/>
              </a:defRPr>
            </a:lvl5pPr>
            <a:lvl6pPr marL="2514600" indent="-228600"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ctr" defTabSz="121793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FFFFFF"/>
                </a:solidFill>
                <a:effectLst/>
                <a:uLnTx/>
                <a:uFillTx/>
                <a:latin typeface="Audi Type" pitchFamily="34" charset="0"/>
                <a:ea typeface="华康黑体W5(P)" pitchFamily="34" charset="-122"/>
                <a:cs typeface="+mn-cs"/>
              </a:rPr>
              <a:t>Transition Page</a:t>
            </a:r>
            <a:endParaRPr kumimoji="0" lang="en-US" altLang="zh-CN" sz="1200" b="0" i="0" u="none" strike="noStrike" kern="1200" cap="none" spc="0" normalizeH="0" baseline="0" noProof="0">
              <a:ln>
                <a:noFill/>
              </a:ln>
              <a:solidFill>
                <a:srgbClr val="FFFFFF"/>
              </a:solidFill>
              <a:effectLst/>
              <a:uLnTx/>
              <a:uFillTx/>
              <a:latin typeface="Audi Type" pitchFamily="34" charset="0"/>
              <a:ea typeface="华康黑体W5(P)" pitchFamily="34" charset="-122"/>
              <a:cs typeface="+mn-cs"/>
            </a:endParaRPr>
          </a:p>
        </p:txBody>
      </p:sp>
      <p:sp>
        <p:nvSpPr>
          <p:cNvPr id="11" name="文本框 8"/>
          <p:cNvSpPr txBox="1">
            <a:spLocks noChangeArrowheads="1"/>
          </p:cNvSpPr>
          <p:nvPr>
            <p:custDataLst>
              <p:tags r:id="rId7"/>
            </p:custDataLst>
          </p:nvPr>
        </p:nvSpPr>
        <p:spPr bwMode="auto">
          <a:xfrm>
            <a:off x="7235825" y="757238"/>
            <a:ext cx="1512888" cy="400050"/>
          </a:xfrm>
          <a:prstGeom prst="rect">
            <a:avLst/>
          </a:prstGeom>
          <a:noFill/>
          <a:ln>
            <a:noFill/>
          </a:ln>
        </p:spPr>
        <p:txBody>
          <a:bodyPr lIns="121917" tIns="60958" rIns="121917" bIns="60958">
            <a:spAutoFit/>
          </a:bodyPr>
          <a:lstStyle>
            <a:lvl1pPr defTabSz="1217930">
              <a:defRPr sz="1200">
                <a:solidFill>
                  <a:schemeClr val="tx1"/>
                </a:solidFill>
                <a:latin typeface="Arial" panose="020B0604020202020204" pitchFamily="34" charset="0"/>
                <a:ea typeface="宋体" panose="02010600030101010101" pitchFamily="2" charset="-122"/>
              </a:defRPr>
            </a:lvl1pPr>
            <a:lvl2pPr marL="742950" indent="-285750" defTabSz="1217930">
              <a:defRPr sz="1200">
                <a:solidFill>
                  <a:schemeClr val="tx1"/>
                </a:solidFill>
                <a:latin typeface="Arial" panose="020B0604020202020204" pitchFamily="34" charset="0"/>
                <a:ea typeface="宋体" panose="02010600030101010101" pitchFamily="2" charset="-122"/>
              </a:defRPr>
            </a:lvl2pPr>
            <a:lvl3pPr marL="1143000" indent="-228600" defTabSz="1217930">
              <a:defRPr sz="1200">
                <a:solidFill>
                  <a:schemeClr val="tx1"/>
                </a:solidFill>
                <a:latin typeface="Arial" panose="020B0604020202020204" pitchFamily="34" charset="0"/>
                <a:ea typeface="宋体" panose="02010600030101010101" pitchFamily="2" charset="-122"/>
              </a:defRPr>
            </a:lvl3pPr>
            <a:lvl4pPr marL="1600200" indent="-228600" defTabSz="1217930">
              <a:defRPr sz="1200">
                <a:solidFill>
                  <a:schemeClr val="tx1"/>
                </a:solidFill>
                <a:latin typeface="Arial" panose="020B0604020202020204" pitchFamily="34" charset="0"/>
                <a:ea typeface="宋体" panose="02010600030101010101" pitchFamily="2" charset="-122"/>
              </a:defRPr>
            </a:lvl4pPr>
            <a:lvl5pPr marL="2057400" indent="-228600" defTabSz="1217930">
              <a:defRPr sz="1200">
                <a:solidFill>
                  <a:schemeClr val="tx1"/>
                </a:solidFill>
                <a:latin typeface="Arial" panose="020B0604020202020204" pitchFamily="34" charset="0"/>
                <a:ea typeface="宋体" panose="02010600030101010101" pitchFamily="2" charset="-122"/>
              </a:defRPr>
            </a:lvl5pPr>
            <a:lvl6pPr marL="2514600" indent="-228600"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ctr" defTabSz="1217930" rtl="0" eaLnBrk="1" fontAlgn="base"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smtClean="0">
                <a:ln>
                  <a:noFill/>
                </a:ln>
                <a:solidFill>
                  <a:srgbClr val="FFFFFF"/>
                </a:solidFill>
                <a:effectLst/>
                <a:uLnTx/>
                <a:uFillTx/>
                <a:latin typeface="Audi Type" pitchFamily="34" charset="0"/>
                <a:ea typeface="华康黑体W5(P)" pitchFamily="34" charset="-122"/>
                <a:cs typeface="+mn-cs"/>
              </a:rPr>
              <a:t>过渡页</a:t>
            </a:r>
            <a:endParaRPr kumimoji="0" lang="zh-CN" altLang="en-US" sz="1800" b="1" i="0" u="none" strike="noStrike" kern="1200" cap="none" spc="0" normalizeH="0" baseline="0" noProof="0" smtClean="0">
              <a:ln>
                <a:noFill/>
              </a:ln>
              <a:solidFill>
                <a:srgbClr val="FFFFFF"/>
              </a:solidFill>
              <a:effectLst/>
              <a:uLnTx/>
              <a:uFillTx/>
              <a:latin typeface="Audi Type" pitchFamily="34" charset="0"/>
              <a:ea typeface="华康黑体W5(P)" pitchFamily="34" charset="-122"/>
              <a:cs typeface="+mn-cs"/>
            </a:endParaRPr>
          </a:p>
        </p:txBody>
      </p:sp>
      <p:cxnSp>
        <p:nvCxnSpPr>
          <p:cNvPr id="12298" name="直接连接符 13"/>
          <p:cNvCxnSpPr/>
          <p:nvPr userDrawn="1">
            <p:custDataLst>
              <p:tags r:id="rId8"/>
            </p:custDataLst>
          </p:nvPr>
        </p:nvCxnSpPr>
        <p:spPr>
          <a:xfrm>
            <a:off x="468313" y="4076700"/>
            <a:ext cx="8207375" cy="0"/>
          </a:xfrm>
          <a:prstGeom prst="line">
            <a:avLst/>
          </a:prstGeom>
          <a:ln w="57150" cap="flat" cmpd="sng">
            <a:solidFill>
              <a:schemeClr val="tx1"/>
            </a:solidFill>
            <a:prstDash val="solid"/>
            <a:headEnd type="none" w="med" len="med"/>
            <a:tailEnd type="triangle" w="med" len="med"/>
          </a:ln>
        </p:spPr>
      </p:cxnSp>
      <p:sp>
        <p:nvSpPr>
          <p:cNvPr id="2" name="标题 1"/>
          <p:cNvSpPr>
            <a:spLocks noGrp="1"/>
          </p:cNvSpPr>
          <p:nvPr>
            <p:ph type="title"/>
          </p:nvPr>
        </p:nvSpPr>
        <p:spPr>
          <a:xfrm>
            <a:off x="457200" y="2564904"/>
            <a:ext cx="8229600" cy="1368152"/>
          </a:xfrm>
          <a:solidFill>
            <a:schemeClr val="tx1"/>
          </a:solidFill>
        </p:spPr>
        <p:txBody>
          <a:bodyPr>
            <a:normAutofit/>
          </a:bodyPr>
          <a:lstStyle>
            <a:lvl1pPr>
              <a:lnSpc>
                <a:spcPct val="100000"/>
              </a:lnSpc>
              <a:defRPr sz="2700" baseline="0">
                <a:solidFill>
                  <a:schemeClr val="bg1"/>
                </a:solidFill>
                <a:latin typeface="Audi Type Extended"/>
                <a:ea typeface="华康黑体W9(P)" pitchFamily="34" charset="-122"/>
              </a:defRPr>
            </a:lvl1pPr>
          </a:lstStyle>
          <a:p>
            <a:r>
              <a:rPr lang="zh-CN" altLang="en-US"/>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过渡页2">
    <p:bg>
      <p:bgPr>
        <a:solidFill>
          <a:schemeClr val="bg1"/>
        </a:solidFill>
        <a:effectLst/>
      </p:bgPr>
    </p:bg>
    <p:spTree>
      <p:nvGrpSpPr>
        <p:cNvPr id="1" name=""/>
        <p:cNvGrpSpPr/>
        <p:nvPr/>
      </p:nvGrpSpPr>
      <p:grpSpPr>
        <a:xfrm>
          <a:off x="0" y="0"/>
          <a:ext cx="0" cy="0"/>
          <a:chOff x="0" y="0"/>
          <a:chExt cx="0" cy="0"/>
        </a:xfrm>
      </p:grpSpPr>
      <p:grpSp>
        <p:nvGrpSpPr>
          <p:cNvPr id="13318" name="组合 9"/>
          <p:cNvGrpSpPr/>
          <p:nvPr userDrawn="1"/>
        </p:nvGrpSpPr>
        <p:grpSpPr>
          <a:xfrm>
            <a:off x="-36512" y="2154238"/>
            <a:ext cx="9180512" cy="2427287"/>
            <a:chOff x="154978" y="162560"/>
            <a:chExt cx="3951720" cy="783685"/>
          </a:xfrm>
        </p:grpSpPr>
        <p:sp>
          <p:nvSpPr>
            <p:cNvPr id="9" name="等腰三角形 8"/>
            <p:cNvSpPr/>
            <p:nvPr/>
          </p:nvSpPr>
          <p:spPr>
            <a:xfrm>
              <a:off x="1341246" y="162560"/>
              <a:ext cx="438017" cy="356733"/>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mn-ea"/>
                <a:cs typeface="+mn-cs"/>
              </a:endParaRPr>
            </a:p>
          </p:txBody>
        </p:sp>
        <p:sp>
          <p:nvSpPr>
            <p:cNvPr id="10" name="等腰三角形 9"/>
            <p:cNvSpPr/>
            <p:nvPr/>
          </p:nvSpPr>
          <p:spPr>
            <a:xfrm flipV="1">
              <a:off x="154978" y="589512"/>
              <a:ext cx="454417" cy="356221"/>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mn-ea"/>
                <a:cs typeface="+mn-cs"/>
              </a:endParaRPr>
            </a:p>
          </p:txBody>
        </p:sp>
        <p:sp>
          <p:nvSpPr>
            <p:cNvPr id="11" name="矩形 10"/>
            <p:cNvSpPr/>
            <p:nvPr/>
          </p:nvSpPr>
          <p:spPr>
            <a:xfrm>
              <a:off x="154978" y="261994"/>
              <a:ext cx="3951720" cy="6119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mn-ea"/>
                <a:cs typeface="+mn-cs"/>
              </a:endParaRPr>
            </a:p>
          </p:txBody>
        </p:sp>
        <p:sp>
          <p:nvSpPr>
            <p:cNvPr id="2" name="平行四边形 11"/>
            <p:cNvSpPr/>
            <p:nvPr/>
          </p:nvSpPr>
          <p:spPr>
            <a:xfrm>
              <a:off x="377745" y="167173"/>
              <a:ext cx="1183534" cy="779072"/>
            </a:xfrm>
            <a:prstGeom prst="parallelogram">
              <a:avLst>
                <a:gd name="adj" fmla="val 4820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mn-ea"/>
                <a:cs typeface="+mn-cs"/>
              </a:endParaRPr>
            </a:p>
          </p:txBody>
        </p:sp>
      </p:grpSp>
      <p:sp>
        <p:nvSpPr>
          <p:cNvPr id="12" name="文本占位符 11"/>
          <p:cNvSpPr>
            <a:spLocks noGrp="1"/>
          </p:cNvSpPr>
          <p:nvPr>
            <p:ph type="body" sz="quarter" idx="10"/>
          </p:nvPr>
        </p:nvSpPr>
        <p:spPr>
          <a:xfrm>
            <a:off x="3095626" y="2461973"/>
            <a:ext cx="6048375" cy="1910145"/>
          </a:xfrm>
          <a:prstGeom prst="rect">
            <a:avLst/>
          </a:prstGeom>
        </p:spPr>
        <p:txBody>
          <a:bodyPr lIns="121917" tIns="60958" rIns="121917" bIns="60958" anchor="ctr"/>
          <a:lstStyle>
            <a:lvl1pPr>
              <a:lnSpc>
                <a:spcPct val="100000"/>
              </a:lnSpc>
              <a:defRPr sz="2700" b="1" baseline="0">
                <a:solidFill>
                  <a:schemeClr val="bg1"/>
                </a:solidFill>
                <a:latin typeface="Audi Type Extended" pitchFamily="34" charset="0"/>
                <a:ea typeface="华康黑体W9(P)" pitchFamily="34" charset="-122"/>
              </a:defRPr>
            </a:lvl1pPr>
          </a:lstStyle>
          <a:p>
            <a:pPr lvl="0"/>
            <a:r>
              <a:rPr lang="zh-CN" altLang="en-US"/>
              <a:t>单击此处编辑母版文本样式</a:t>
            </a:r>
            <a:endParaRPr lang="zh-CN" altLang="en-US"/>
          </a:p>
        </p:txBody>
      </p:sp>
      <p:sp>
        <p:nvSpPr>
          <p:cNvPr id="14" name="文本占位符 13"/>
          <p:cNvSpPr>
            <a:spLocks noGrp="1"/>
          </p:cNvSpPr>
          <p:nvPr>
            <p:ph type="body" sz="quarter" idx="11"/>
          </p:nvPr>
        </p:nvSpPr>
        <p:spPr>
          <a:xfrm>
            <a:off x="1499659" y="1796819"/>
            <a:ext cx="864096" cy="807547"/>
          </a:xfrm>
          <a:prstGeom prst="rect">
            <a:avLst/>
          </a:prstGeom>
        </p:spPr>
        <p:txBody>
          <a:bodyPr lIns="121917" tIns="60958" rIns="121917" bIns="60958"/>
          <a:lstStyle>
            <a:lvl1pPr algn="ctr">
              <a:defRPr sz="11500">
                <a:solidFill>
                  <a:schemeClr val="bg1"/>
                </a:solidFill>
                <a:latin typeface="Audi Type Extended" pitchFamily="34" charset="0"/>
              </a:defRPr>
            </a:lvl1pPr>
          </a:lstStyle>
          <a:p>
            <a:pPr lvl="0"/>
            <a:r>
              <a:rPr lang="zh-CN" altLang="en-US"/>
              <a:t>单击此处编辑母版文本样式</a:t>
            </a:r>
            <a:endParaRPr lang="zh-CN" altLang="en-US"/>
          </a:p>
        </p:txBody>
      </p:sp>
    </p:spTree>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结束页1">
    <p:bg>
      <p:bgPr>
        <a:solidFill>
          <a:schemeClr val="bg1"/>
        </a:solidFill>
        <a:effectLst/>
      </p:bgPr>
    </p:bg>
    <p:spTree>
      <p:nvGrpSpPr>
        <p:cNvPr id="1" name=""/>
        <p:cNvGrpSpPr/>
        <p:nvPr/>
      </p:nvGrpSpPr>
      <p:grpSpPr>
        <a:xfrm>
          <a:off x="0" y="0"/>
          <a:ext cx="0" cy="0"/>
          <a:chOff x="0" y="0"/>
          <a:chExt cx="0" cy="0"/>
        </a:xfrm>
      </p:grpSpPr>
      <p:sp>
        <p:nvSpPr>
          <p:cNvPr id="8" name="矩形 7"/>
          <p:cNvSpPr/>
          <p:nvPr/>
        </p:nvSpPr>
        <p:spPr>
          <a:xfrm>
            <a:off x="71438" y="5949950"/>
            <a:ext cx="2413000" cy="7921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mn-ea"/>
              <a:cs typeface="+mn-cs"/>
            </a:endParaRPr>
          </a:p>
        </p:txBody>
      </p:sp>
      <p:sp>
        <p:nvSpPr>
          <p:cNvPr id="9" name="矩形 8"/>
          <p:cNvSpPr/>
          <p:nvPr/>
        </p:nvSpPr>
        <p:spPr>
          <a:xfrm>
            <a:off x="6011863" y="5949950"/>
            <a:ext cx="2881313" cy="7921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mn-ea"/>
              <a:cs typeface="+mn-cs"/>
            </a:endParaRPr>
          </a:p>
        </p:txBody>
      </p:sp>
      <p:pic>
        <p:nvPicPr>
          <p:cNvPr id="14344" name="Bild 13"/>
          <p:cNvPicPr>
            <a:picLocks noChangeAspect="1"/>
          </p:cNvPicPr>
          <p:nvPr userDrawn="1"/>
        </p:nvPicPr>
        <p:blipFill>
          <a:blip r:embed="rId2" cstate="email"/>
          <a:stretch>
            <a:fillRect/>
          </a:stretch>
        </p:blipFill>
        <p:spPr>
          <a:xfrm>
            <a:off x="663575" y="1900238"/>
            <a:ext cx="2749550" cy="952500"/>
          </a:xfrm>
          <a:prstGeom prst="rect">
            <a:avLst/>
          </a:prstGeom>
          <a:noFill/>
          <a:ln w="9525">
            <a:noFill/>
          </a:ln>
        </p:spPr>
      </p:pic>
      <p:sp>
        <p:nvSpPr>
          <p:cNvPr id="2" name="标题 1"/>
          <p:cNvSpPr>
            <a:spLocks noGrp="1"/>
          </p:cNvSpPr>
          <p:nvPr>
            <p:ph type="title"/>
          </p:nvPr>
        </p:nvSpPr>
        <p:spPr>
          <a:xfrm>
            <a:off x="662880" y="3054085"/>
            <a:ext cx="8229600" cy="1143000"/>
          </a:xfrm>
        </p:spPr>
        <p:txBody>
          <a:bodyPr>
            <a:normAutofit/>
          </a:bodyPr>
          <a:lstStyle>
            <a:lvl1pPr>
              <a:lnSpc>
                <a:spcPct val="100000"/>
              </a:lnSpc>
              <a:defRPr sz="2700" b="1" baseline="0">
                <a:solidFill>
                  <a:schemeClr val="bg2"/>
                </a:solidFill>
                <a:latin typeface="Audi Type Extended"/>
                <a:ea typeface="华康黑体W9(P)" pitchFamily="34" charset="-122"/>
              </a:defRPr>
            </a:lvl1pPr>
          </a:lstStyle>
          <a:p>
            <a:r>
              <a:rPr lang="zh-CN" altLang="en-US"/>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showMasterSp="0" userDrawn="1">
  <p:cSld name="Titelfolie">
    <p:spTree>
      <p:nvGrpSpPr>
        <p:cNvPr id="1" name=""/>
        <p:cNvGrpSpPr/>
        <p:nvPr/>
      </p:nvGrpSpPr>
      <p:grpSpPr>
        <a:xfrm>
          <a:off x="0" y="0"/>
          <a:ext cx="0" cy="0"/>
          <a:chOff x="0" y="0"/>
          <a:chExt cx="0" cy="0"/>
        </a:xfrm>
      </p:grpSpPr>
      <p:pic>
        <p:nvPicPr>
          <p:cNvPr id="8" name="Picture 2"/>
          <p:cNvPicPr>
            <a:picLocks noChangeAspect="1" noChangeArrowheads="1"/>
          </p:cNvPicPr>
          <p:nvPr userDrawn="1"/>
        </p:nvPicPr>
        <p:blipFill>
          <a:blip r:embed="rId2"/>
          <a:srcRect/>
          <a:stretch>
            <a:fillRect/>
          </a:stretch>
        </p:blipFill>
        <p:spPr bwMode="auto">
          <a:xfrm>
            <a:off x="0" y="6897"/>
            <a:ext cx="9144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图片占位符 15"/>
          <p:cNvSpPr>
            <a:spLocks noGrp="1"/>
          </p:cNvSpPr>
          <p:nvPr>
            <p:ph type="pic" sz="quarter" idx="12"/>
          </p:nvPr>
        </p:nvSpPr>
        <p:spPr>
          <a:xfrm>
            <a:off x="0" y="0"/>
            <a:ext cx="9144000" cy="3435350"/>
          </a:xfrm>
        </p:spPr>
        <p:txBody>
          <a:bodyPr/>
          <a:lstStyle>
            <a:lvl1pPr marL="0" indent="0">
              <a:buNone/>
              <a:defRPr/>
            </a:lvl1pPr>
          </a:lstStyle>
          <a:p>
            <a:r>
              <a:rPr lang="zh-CN" altLang="en-US"/>
              <a:t>单击图标添加图片</a:t>
            </a:r>
            <a:endParaRPr lang="zh-CN" altLang="en-US" dirty="0"/>
          </a:p>
        </p:txBody>
      </p:sp>
      <p:pic>
        <p:nvPicPr>
          <p:cNvPr id="7" name="Bild 13"/>
          <p:cNvPicPr>
            <a:picLocks noChangeAspect="1"/>
          </p:cNvPicPr>
          <p:nvPr userDrawn="1"/>
        </p:nvPicPr>
        <p:blipFill>
          <a:blip r:embed="rId3" cstate="email"/>
          <a:srcRect/>
          <a:stretch>
            <a:fillRect/>
          </a:stretch>
        </p:blipFill>
        <p:spPr bwMode="gray">
          <a:xfrm>
            <a:off x="584200" y="3753036"/>
            <a:ext cx="206216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占位符 11"/>
          <p:cNvSpPr>
            <a:spLocks noGrp="1"/>
          </p:cNvSpPr>
          <p:nvPr>
            <p:ph type="body" sz="quarter" idx="10" hasCustomPrompt="1"/>
          </p:nvPr>
        </p:nvSpPr>
        <p:spPr>
          <a:xfrm>
            <a:off x="611560" y="4724822"/>
            <a:ext cx="7993063" cy="360362"/>
          </a:xfrm>
        </p:spPr>
        <p:txBody>
          <a:bodyPr/>
          <a:lstStyle>
            <a:lvl1pPr marL="0" indent="0">
              <a:buNone/>
              <a:defRPr sz="2000" b="1">
                <a:latin typeface="微软雅黑" panose="020B0503020204020204" pitchFamily="34" charset="-122"/>
                <a:ea typeface="微软雅黑" panose="020B0503020204020204" pitchFamily="34" charset="-122"/>
              </a:defRPr>
            </a:lvl1pPr>
          </a:lstStyle>
          <a:p>
            <a:pPr lvl="0"/>
            <a:r>
              <a:rPr lang="zh-CN" altLang="en-US" dirty="0"/>
              <a:t>点击此处添加标题</a:t>
            </a:r>
            <a:endParaRPr lang="zh-CN" altLang="en-US" dirty="0"/>
          </a:p>
        </p:txBody>
      </p:sp>
      <p:sp>
        <p:nvSpPr>
          <p:cNvPr id="14" name="文本占位符 13"/>
          <p:cNvSpPr>
            <a:spLocks noGrp="1"/>
          </p:cNvSpPr>
          <p:nvPr>
            <p:ph type="body" sz="quarter" idx="11" hasCustomPrompt="1"/>
          </p:nvPr>
        </p:nvSpPr>
        <p:spPr>
          <a:xfrm>
            <a:off x="611560" y="5228877"/>
            <a:ext cx="8020050" cy="360363"/>
          </a:xfrm>
        </p:spPr>
        <p:txBody>
          <a:bodyPr/>
          <a:lstStyle>
            <a:lvl1pPr marL="0" marR="0" indent="0" algn="l" defTabSz="914400" rtl="0" eaLnBrk="0" fontAlgn="ctr" latinLnBrk="0" hangingPunct="0">
              <a:lnSpc>
                <a:spcPct val="110000"/>
              </a:lnSpc>
              <a:spcBef>
                <a:spcPct val="30000"/>
              </a:spcBef>
              <a:spcAft>
                <a:spcPct val="0"/>
              </a:spcAft>
              <a:buClr>
                <a:schemeClr val="accent2"/>
              </a:buClr>
              <a:buSzPct val="80000"/>
              <a:buFont typeface="Arial" panose="020B0604020202020204" pitchFamily="34" charset="0"/>
              <a:buNone/>
              <a:defRPr sz="1400">
                <a:latin typeface="微软雅黑" panose="020B0503020204020204" pitchFamily="34" charset="-122"/>
                <a:ea typeface="微软雅黑" panose="020B0503020204020204" pitchFamily="34" charset="-122"/>
              </a:defRPr>
            </a:lvl1pPr>
          </a:lstStyle>
          <a:p>
            <a:pPr marL="0" marR="0" lvl="0" indent="0" algn="l" defTabSz="914400" rtl="0" eaLnBrk="0" fontAlgn="ctr" latinLnBrk="0" hangingPunct="0">
              <a:lnSpc>
                <a:spcPct val="110000"/>
              </a:lnSpc>
              <a:spcBef>
                <a:spcPct val="30000"/>
              </a:spcBef>
              <a:spcAft>
                <a:spcPct val="0"/>
              </a:spcAft>
              <a:buClr>
                <a:schemeClr val="accent2"/>
              </a:buClr>
              <a:buSzPct val="80000"/>
              <a:buFont typeface="Arial" panose="020B0604020202020204" pitchFamily="34" charset="0"/>
              <a:buNone/>
              <a:defRPr/>
            </a:pPr>
            <a:r>
              <a:rPr lang="de-DE" altLang="zh-CN" noProof="0" dirty="0"/>
              <a:t>Formatvorlage des Untertitelmasters durch Klicken bearbeiten</a:t>
            </a:r>
            <a:endParaRPr lang="de-DE" altLang="zh-CN" noProof="0" dirty="0"/>
          </a:p>
        </p:txBody>
      </p:sp>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首页1">
    <p:bg>
      <p:bgPr>
        <a:solidFill>
          <a:schemeClr val="bg1"/>
        </a:solidFill>
        <a:effectLst/>
      </p:bgPr>
    </p:bg>
    <p:spTree>
      <p:nvGrpSpPr>
        <p:cNvPr id="1" name=""/>
        <p:cNvGrpSpPr/>
        <p:nvPr/>
      </p:nvGrpSpPr>
      <p:grpSpPr>
        <a:xfrm>
          <a:off x="0" y="0"/>
          <a:ext cx="0" cy="0"/>
          <a:chOff x="0" y="0"/>
          <a:chExt cx="0" cy="0"/>
        </a:xfrm>
      </p:grpSpPr>
      <p:sp>
        <p:nvSpPr>
          <p:cNvPr id="8" name="矩形 7"/>
          <p:cNvSpPr/>
          <p:nvPr/>
        </p:nvSpPr>
        <p:spPr>
          <a:xfrm>
            <a:off x="155575" y="6142038"/>
            <a:ext cx="2592388" cy="5032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矩形 8"/>
          <p:cNvSpPr/>
          <p:nvPr/>
        </p:nvSpPr>
        <p:spPr>
          <a:xfrm>
            <a:off x="6108700" y="6169025"/>
            <a:ext cx="2592388" cy="5032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15368" name="Bild 13"/>
          <p:cNvPicPr>
            <a:picLocks noChangeAspect="1"/>
          </p:cNvPicPr>
          <p:nvPr userDrawn="1"/>
        </p:nvPicPr>
        <p:blipFill>
          <a:blip r:embed="rId2" cstate="email"/>
          <a:stretch>
            <a:fillRect/>
          </a:stretch>
        </p:blipFill>
        <p:spPr>
          <a:xfrm>
            <a:off x="539750" y="3629025"/>
            <a:ext cx="2749550" cy="952500"/>
          </a:xfrm>
          <a:prstGeom prst="rect">
            <a:avLst/>
          </a:prstGeom>
          <a:noFill/>
          <a:ln w="9525">
            <a:noFill/>
          </a:ln>
        </p:spPr>
      </p:pic>
      <p:sp>
        <p:nvSpPr>
          <p:cNvPr id="9" name="Bildplatzhalter 12"/>
          <p:cNvSpPr>
            <a:spLocks noGrp="1" noChangeAspect="1"/>
          </p:cNvSpPr>
          <p:nvPr>
            <p:ph type="pic" sz="quarter" idx="15"/>
          </p:nvPr>
        </p:nvSpPr>
        <p:spPr bwMode="gray">
          <a:xfrm>
            <a:off x="0" y="0"/>
            <a:ext cx="9144000" cy="3429000"/>
          </a:xfrm>
          <a:prstGeom prst="rect">
            <a:avLst/>
          </a:prstGeom>
          <a:noFill/>
        </p:spPr>
        <p:txBody>
          <a:bodyPr bIns="900000" anchor="ctr" anchorCtr="0"/>
          <a:lstStyle>
            <a:lvl1pPr algn="ctr">
              <a:lnSpc>
                <a:spcPct val="100000"/>
              </a:lnSpc>
              <a:spcBef>
                <a:spcPts val="0"/>
              </a:spcBef>
              <a:defRPr baseline="0">
                <a:latin typeface="微软雅黑" panose="020B0503020204020204" pitchFamily="34" charset="-122"/>
                <a:ea typeface="微软雅黑" panose="020B0503020204020204" pitchFamily="34" charset="-122"/>
              </a:defRPr>
            </a:lvl1pPr>
          </a:lstStyle>
          <a:p>
            <a:pPr marL="0" marR="0" lvl="0" indent="0" algn="ctr" defTabSz="913130" rtl="0" eaLnBrk="0" fontAlgn="base" latinLnBrk="0" hangingPunct="0">
              <a:lnSpc>
                <a:spcPct val="100000"/>
              </a:lnSpc>
              <a:spcBef>
                <a:spcPts val="0"/>
              </a:spcBef>
              <a:spcAft>
                <a:spcPct val="0"/>
              </a:spcAft>
              <a:buClrTx/>
              <a:buSzTx/>
              <a:buFont typeface="Arial" panose="020B0604020202020204" pitchFamily="34" charset="0"/>
              <a:buNone/>
              <a:defRPr/>
            </a:pPr>
            <a:endParaRPr kumimoji="0" lang="en-GB"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12" name="Titel 7"/>
          <p:cNvSpPr>
            <a:spLocks noGrp="1"/>
          </p:cNvSpPr>
          <p:nvPr>
            <p:ph type="title"/>
          </p:nvPr>
        </p:nvSpPr>
        <p:spPr bwMode="gray">
          <a:xfrm>
            <a:off x="539554" y="4749146"/>
            <a:ext cx="8316913" cy="948369"/>
          </a:xfrm>
        </p:spPr>
        <p:txBody>
          <a:bodyPr anchor="t">
            <a:noAutofit/>
          </a:bodyPr>
          <a:lstStyle>
            <a:lvl1pPr>
              <a:lnSpc>
                <a:spcPct val="100000"/>
              </a:lnSpc>
              <a:defRPr sz="2665" b="1" baseline="0">
                <a:solidFill>
                  <a:schemeClr val="bg2"/>
                </a:solidFill>
                <a:latin typeface="Audi Type Extended" pitchFamily="34" charset="0"/>
                <a:ea typeface="微软雅黑" panose="020B0503020204020204" pitchFamily="34" charset="-122"/>
              </a:defRPr>
            </a:lvl1pPr>
          </a:lstStyle>
          <a:p>
            <a:r>
              <a:rPr lang="zh-CN" altLang="en-US" noProof="0"/>
              <a:t>单击此处编辑母版标题样式</a:t>
            </a:r>
            <a:endParaRPr lang="en-GB" noProof="0" dirty="0"/>
          </a:p>
        </p:txBody>
      </p:sp>
      <p:sp>
        <p:nvSpPr>
          <p:cNvPr id="13" name="Untertitel 2"/>
          <p:cNvSpPr>
            <a:spLocks noGrp="1"/>
          </p:cNvSpPr>
          <p:nvPr>
            <p:ph type="subTitle" idx="1"/>
          </p:nvPr>
        </p:nvSpPr>
        <p:spPr bwMode="gray">
          <a:xfrm>
            <a:off x="539554" y="5697517"/>
            <a:ext cx="8316913" cy="803825"/>
          </a:xfrm>
          <a:prstGeom prst="rect">
            <a:avLst/>
          </a:prstGeom>
        </p:spPr>
        <p:txBody>
          <a:bodyPr anchor="t"/>
          <a:lstStyle>
            <a:lvl1pPr marL="0" indent="0" algn="l">
              <a:lnSpc>
                <a:spcPct val="100000"/>
              </a:lnSpc>
              <a:buNone/>
              <a:defRPr sz="1865" b="0" baseline="0">
                <a:solidFill>
                  <a:schemeClr val="bg2"/>
                </a:solidFill>
                <a:latin typeface="Audi Type" pitchFamily="34" charset="0"/>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0"/>
              <a:t>单击此处编辑母版副标题样式</a:t>
            </a:r>
            <a:endParaRPr lang="en-GB" noProof="0"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
        <p:nvSpPr>
          <p:cNvPr id="8" name="矩形 7"/>
          <p:cNvSpPr/>
          <p:nvPr>
            <p:custDataLst>
              <p:tags r:id="rId2"/>
            </p:custDataLst>
          </p:nvPr>
        </p:nvSpPr>
        <p:spPr>
          <a:xfrm>
            <a:off x="250825" y="260350"/>
            <a:ext cx="1944688" cy="6731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Audi Type" pitchFamily="34" charset="0"/>
                <a:ea typeface="微软雅黑" panose="020B0503020204020204" pitchFamily="34" charset="-122"/>
                <a:cs typeface="+mn-cs"/>
              </a:rPr>
              <a:t>目录</a:t>
            </a:r>
            <a:endParaRPr kumimoji="0" lang="en-US" altLang="zh-CN" sz="1400" b="0" i="0" u="none" strike="noStrike" kern="1200" cap="none" spc="0" normalizeH="0" baseline="0" noProof="0">
              <a:ln>
                <a:noFill/>
              </a:ln>
              <a:solidFill>
                <a:schemeClr val="tx1"/>
              </a:solidFill>
              <a:effectLst/>
              <a:uLnTx/>
              <a:uFillTx/>
              <a:latin typeface="Audi Type" pitchFamily="34" charset="0"/>
              <a:ea typeface="微软雅黑" panose="020B0503020204020204" pitchFamily="34" charset="-122"/>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udi Type" pitchFamily="34" charset="0"/>
                <a:ea typeface="微软雅黑" panose="020B0503020204020204" pitchFamily="34" charset="-122"/>
                <a:cs typeface="+mn-cs"/>
              </a:rPr>
              <a:t>Contents</a:t>
            </a:r>
            <a:endParaRPr kumimoji="0" lang="zh-CN" altLang="en-US" sz="1400" b="0" i="0" u="none" strike="noStrike" kern="1200" cap="none" spc="0" normalizeH="0" baseline="0" noProof="0">
              <a:ln>
                <a:noFill/>
              </a:ln>
              <a:solidFill>
                <a:schemeClr val="tx1"/>
              </a:solidFill>
              <a:effectLst/>
              <a:uLnTx/>
              <a:uFillTx/>
              <a:latin typeface="Audi Type" pitchFamily="34" charset="0"/>
              <a:ea typeface="微软雅黑" panose="020B0503020204020204" pitchFamily="34" charset="-122"/>
              <a:cs typeface="+mn-cs"/>
            </a:endParaRPr>
          </a:p>
        </p:txBody>
      </p:sp>
      <p:sp>
        <p:nvSpPr>
          <p:cNvPr id="9" name="矩形 8"/>
          <p:cNvSpPr/>
          <p:nvPr>
            <p:custDataLst>
              <p:tags r:id="rId3"/>
            </p:custDataLst>
          </p:nvPr>
        </p:nvSpPr>
        <p:spPr>
          <a:xfrm>
            <a:off x="250825" y="0"/>
            <a:ext cx="1944688" cy="206375"/>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50000"/>
              </a:lnSpc>
              <a:spcBef>
                <a:spcPct val="0"/>
              </a:spcBef>
              <a:spcAft>
                <a:spcPct val="0"/>
              </a:spcAft>
              <a:buClrTx/>
              <a:buSzTx/>
              <a:buFontTx/>
              <a:buNone/>
              <a:defRPr/>
            </a:pPr>
            <a:endParaRPr kumimoji="0" lang="zh-CN" altLang="en-US" sz="1400" b="0" i="0" u="none" strike="noStrike" kern="1200" cap="none" spc="0" normalizeH="0" baseline="0" noProof="0" dirty="0">
              <a:ln>
                <a:noFill/>
              </a:ln>
              <a:solidFill>
                <a:schemeClr val="bg1"/>
              </a:solidFill>
              <a:effectLst/>
              <a:uLnTx/>
              <a:uFillTx/>
              <a:latin typeface="Audi Type" pitchFamily="34" charset="0"/>
              <a:ea typeface="+mj-ea"/>
              <a:cs typeface="+mn-cs"/>
            </a:endParaRPr>
          </a:p>
        </p:txBody>
      </p:sp>
      <p:sp>
        <p:nvSpPr>
          <p:cNvPr id="10" name="矩形 9"/>
          <p:cNvSpPr/>
          <p:nvPr>
            <p:custDataLst>
              <p:tags r:id="rId4"/>
            </p:custDataLst>
          </p:nvPr>
        </p:nvSpPr>
        <p:spPr>
          <a:xfrm>
            <a:off x="827088" y="1941513"/>
            <a:ext cx="7561263" cy="673100"/>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50000"/>
              </a:lnSpc>
              <a:spcBef>
                <a:spcPct val="0"/>
              </a:spcBef>
              <a:spcAft>
                <a:spcPct val="0"/>
              </a:spcAft>
              <a:buClrTx/>
              <a:buSzTx/>
              <a:buFontTx/>
              <a:buNone/>
              <a:defRPr/>
            </a:pPr>
            <a:endParaRPr kumimoji="0" lang="zh-CN" altLang="en-US" sz="1400" b="0" i="0" u="none" strike="noStrike" kern="1200" cap="none" spc="0" normalizeH="0" baseline="0" noProof="0" dirty="0">
              <a:ln>
                <a:noFill/>
              </a:ln>
              <a:solidFill>
                <a:schemeClr val="lt1"/>
              </a:solidFill>
              <a:effectLst/>
              <a:uLnTx/>
              <a:uFillTx/>
              <a:latin typeface="Audi Type"/>
              <a:ea typeface="微软雅黑" panose="020B0503020204020204" pitchFamily="34" charset="-122"/>
              <a:cs typeface="+mn-cs"/>
            </a:endParaRPr>
          </a:p>
        </p:txBody>
      </p:sp>
      <p:sp>
        <p:nvSpPr>
          <p:cNvPr id="11" name="矩形 10"/>
          <p:cNvSpPr/>
          <p:nvPr>
            <p:custDataLst>
              <p:tags r:id="rId5"/>
            </p:custDataLst>
          </p:nvPr>
        </p:nvSpPr>
        <p:spPr>
          <a:xfrm>
            <a:off x="827088" y="3013075"/>
            <a:ext cx="7561263" cy="671513"/>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50000"/>
              </a:lnSpc>
              <a:spcBef>
                <a:spcPct val="0"/>
              </a:spcBef>
              <a:spcAft>
                <a:spcPct val="0"/>
              </a:spcAft>
              <a:buClrTx/>
              <a:buSzTx/>
              <a:buFontTx/>
              <a:buNone/>
              <a:defRPr/>
            </a:pPr>
            <a:endParaRPr kumimoji="0" lang="zh-CN" altLang="en-US" sz="1400" b="0" i="0" u="none" strike="noStrike" kern="1200" cap="none" spc="0" normalizeH="0" baseline="0" noProof="0" dirty="0">
              <a:ln>
                <a:noFill/>
              </a:ln>
              <a:solidFill>
                <a:schemeClr val="lt1"/>
              </a:solidFill>
              <a:effectLst/>
              <a:uLnTx/>
              <a:uFillTx/>
              <a:latin typeface="Audi Type"/>
              <a:ea typeface="微软雅黑" panose="020B0503020204020204" pitchFamily="34" charset="-122"/>
              <a:cs typeface="+mn-cs"/>
            </a:endParaRPr>
          </a:p>
        </p:txBody>
      </p:sp>
      <p:sp>
        <p:nvSpPr>
          <p:cNvPr id="12" name="矩形 11"/>
          <p:cNvSpPr/>
          <p:nvPr>
            <p:custDataLst>
              <p:tags r:id="rId6"/>
            </p:custDataLst>
          </p:nvPr>
        </p:nvSpPr>
        <p:spPr>
          <a:xfrm>
            <a:off x="827088" y="4037013"/>
            <a:ext cx="7561263" cy="671513"/>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50000"/>
              </a:lnSpc>
              <a:spcBef>
                <a:spcPct val="0"/>
              </a:spcBef>
              <a:spcAft>
                <a:spcPct val="0"/>
              </a:spcAft>
              <a:buClrTx/>
              <a:buSzTx/>
              <a:buFontTx/>
              <a:buNone/>
              <a:defRPr/>
            </a:pPr>
            <a:endParaRPr kumimoji="0" lang="zh-CN" altLang="en-US" sz="1400" b="0" i="0" u="none" strike="noStrike" kern="1200" cap="none" spc="0" normalizeH="0" baseline="0" noProof="0" dirty="0">
              <a:ln>
                <a:noFill/>
              </a:ln>
              <a:solidFill>
                <a:schemeClr val="lt1"/>
              </a:solidFill>
              <a:effectLst/>
              <a:uLnTx/>
              <a:uFillTx/>
              <a:latin typeface="Audi Type"/>
              <a:ea typeface="微软雅黑" panose="020B0503020204020204" pitchFamily="34" charset="-122"/>
              <a:cs typeface="+mn-cs"/>
            </a:endParaRPr>
          </a:p>
        </p:txBody>
      </p:sp>
      <p:sp>
        <p:nvSpPr>
          <p:cNvPr id="13" name="矩形 12"/>
          <p:cNvSpPr/>
          <p:nvPr>
            <p:custDataLst>
              <p:tags r:id="rId7"/>
            </p:custDataLst>
          </p:nvPr>
        </p:nvSpPr>
        <p:spPr>
          <a:xfrm>
            <a:off x="827088" y="5060950"/>
            <a:ext cx="7561263" cy="671513"/>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50000"/>
              </a:lnSpc>
              <a:spcBef>
                <a:spcPct val="0"/>
              </a:spcBef>
              <a:spcAft>
                <a:spcPct val="0"/>
              </a:spcAft>
              <a:buClrTx/>
              <a:buSzTx/>
              <a:buFontTx/>
              <a:buNone/>
              <a:defRPr/>
            </a:pPr>
            <a:endParaRPr kumimoji="0" lang="zh-CN" altLang="en-US" sz="1400" b="0" i="0" u="none" strike="noStrike" kern="1200" cap="none" spc="0" normalizeH="0" baseline="0" noProof="0" dirty="0">
              <a:ln>
                <a:noFill/>
              </a:ln>
              <a:solidFill>
                <a:schemeClr val="lt1"/>
              </a:solidFill>
              <a:effectLst/>
              <a:uLnTx/>
              <a:uFillTx/>
              <a:latin typeface="Audi Type"/>
              <a:ea typeface="微软雅黑" panose="020B0503020204020204" pitchFamily="34" charset="-122"/>
              <a:cs typeface="+mn-cs"/>
            </a:endParaRPr>
          </a:p>
        </p:txBody>
      </p:sp>
      <p:sp>
        <p:nvSpPr>
          <p:cNvPr id="14" name="矩形 13"/>
          <p:cNvSpPr/>
          <p:nvPr>
            <p:custDataLst>
              <p:tags r:id="rId8"/>
            </p:custDataLst>
          </p:nvPr>
        </p:nvSpPr>
        <p:spPr>
          <a:xfrm>
            <a:off x="971550" y="1749425"/>
            <a:ext cx="720725" cy="528638"/>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chemeClr val="bg1"/>
                </a:solidFill>
                <a:effectLst/>
                <a:uLnTx/>
                <a:uFillTx/>
                <a:latin typeface="Audi Type" pitchFamily="34" charset="0"/>
                <a:ea typeface="+mj-ea"/>
                <a:cs typeface="+mn-cs"/>
              </a:rPr>
              <a:t>1</a:t>
            </a:r>
            <a:endParaRPr kumimoji="0" lang="zh-CN" altLang="en-US" sz="1400" b="1" i="0" u="none" strike="noStrike" kern="1200" cap="none" spc="0" normalizeH="0" baseline="0" noProof="0" dirty="0">
              <a:ln>
                <a:noFill/>
              </a:ln>
              <a:solidFill>
                <a:schemeClr val="bg1"/>
              </a:solidFill>
              <a:effectLst/>
              <a:uLnTx/>
              <a:uFillTx/>
              <a:latin typeface="Audi Type" pitchFamily="34" charset="0"/>
              <a:ea typeface="+mj-ea"/>
              <a:cs typeface="+mn-cs"/>
            </a:endParaRPr>
          </a:p>
        </p:txBody>
      </p:sp>
      <p:sp>
        <p:nvSpPr>
          <p:cNvPr id="15" name="矩形 14"/>
          <p:cNvSpPr/>
          <p:nvPr>
            <p:custDataLst>
              <p:tags r:id="rId9"/>
            </p:custDataLst>
          </p:nvPr>
        </p:nvSpPr>
        <p:spPr>
          <a:xfrm>
            <a:off x="971550" y="2852738"/>
            <a:ext cx="720725" cy="528638"/>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chemeClr val="bg1"/>
                </a:solidFill>
                <a:effectLst/>
                <a:uLnTx/>
                <a:uFillTx/>
                <a:latin typeface="Audi Type" pitchFamily="34" charset="0"/>
                <a:ea typeface="+mj-ea"/>
                <a:cs typeface="+mn-cs"/>
              </a:rPr>
              <a:t>2</a:t>
            </a:r>
            <a:endParaRPr kumimoji="0" lang="zh-CN" altLang="en-US" sz="1400" b="1" i="0" u="none" strike="noStrike" kern="1200" cap="none" spc="0" normalizeH="0" baseline="0" noProof="0" dirty="0">
              <a:ln>
                <a:noFill/>
              </a:ln>
              <a:solidFill>
                <a:schemeClr val="bg1"/>
              </a:solidFill>
              <a:effectLst/>
              <a:uLnTx/>
              <a:uFillTx/>
              <a:latin typeface="Audi Type" pitchFamily="34" charset="0"/>
              <a:ea typeface="+mj-ea"/>
              <a:cs typeface="+mn-cs"/>
            </a:endParaRPr>
          </a:p>
        </p:txBody>
      </p:sp>
      <p:sp>
        <p:nvSpPr>
          <p:cNvPr id="16" name="矩形 15"/>
          <p:cNvSpPr/>
          <p:nvPr>
            <p:custDataLst>
              <p:tags r:id="rId10"/>
            </p:custDataLst>
          </p:nvPr>
        </p:nvSpPr>
        <p:spPr>
          <a:xfrm>
            <a:off x="971550" y="3860800"/>
            <a:ext cx="720725" cy="528638"/>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chemeClr val="bg1"/>
                </a:solidFill>
                <a:effectLst/>
                <a:uLnTx/>
                <a:uFillTx/>
                <a:latin typeface="Audi Type" pitchFamily="34" charset="0"/>
                <a:ea typeface="+mj-ea"/>
                <a:cs typeface="+mn-cs"/>
              </a:rPr>
              <a:t>3</a:t>
            </a:r>
            <a:endParaRPr kumimoji="0" lang="zh-CN" altLang="en-US" sz="1400" b="1" i="0" u="none" strike="noStrike" kern="1200" cap="none" spc="0" normalizeH="0" baseline="0" noProof="0" dirty="0">
              <a:ln>
                <a:noFill/>
              </a:ln>
              <a:solidFill>
                <a:schemeClr val="bg1"/>
              </a:solidFill>
              <a:effectLst/>
              <a:uLnTx/>
              <a:uFillTx/>
              <a:latin typeface="Audi Type" pitchFamily="34" charset="0"/>
              <a:ea typeface="+mj-ea"/>
              <a:cs typeface="+mn-cs"/>
            </a:endParaRPr>
          </a:p>
        </p:txBody>
      </p:sp>
      <p:sp>
        <p:nvSpPr>
          <p:cNvPr id="17" name="矩形 16"/>
          <p:cNvSpPr/>
          <p:nvPr>
            <p:custDataLst>
              <p:tags r:id="rId11"/>
            </p:custDataLst>
          </p:nvPr>
        </p:nvSpPr>
        <p:spPr>
          <a:xfrm>
            <a:off x="971550" y="4916488"/>
            <a:ext cx="720725" cy="528638"/>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chemeClr val="bg1"/>
                </a:solidFill>
                <a:effectLst/>
                <a:uLnTx/>
                <a:uFillTx/>
                <a:latin typeface="Audi Type" pitchFamily="34" charset="0"/>
                <a:ea typeface="+mj-ea"/>
                <a:cs typeface="+mn-cs"/>
              </a:rPr>
              <a:t>4</a:t>
            </a:r>
            <a:endParaRPr kumimoji="0" lang="zh-CN" altLang="en-US" sz="1400" b="1" i="0" u="none" strike="noStrike" kern="1200" cap="none" spc="0" normalizeH="0" baseline="0" noProof="0" dirty="0">
              <a:ln>
                <a:noFill/>
              </a:ln>
              <a:solidFill>
                <a:schemeClr val="bg1"/>
              </a:solidFill>
              <a:effectLst/>
              <a:uLnTx/>
              <a:uFillTx/>
              <a:latin typeface="Audi Type" pitchFamily="34" charset="0"/>
              <a:ea typeface="+mj-ea"/>
              <a:cs typeface="+mn-cs"/>
            </a:endParaRPr>
          </a:p>
        </p:txBody>
      </p:sp>
      <p:sp>
        <p:nvSpPr>
          <p:cNvPr id="28" name="Textplatzhalter 3"/>
          <p:cNvSpPr>
            <a:spLocks noGrp="1"/>
          </p:cNvSpPr>
          <p:nvPr>
            <p:ph type="body" sz="quarter" idx="17" hasCustomPrompt="1"/>
          </p:nvPr>
        </p:nvSpPr>
        <p:spPr bwMode="gray">
          <a:xfrm>
            <a:off x="1825196" y="3134976"/>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lvl="0"/>
            <a:r>
              <a:rPr lang="zh-CN" altLang="en-US"/>
              <a:t>编辑母版文本样式
第二级
第三级
第四级
第五级</a:t>
            </a:r>
            <a:endParaRPr lang="zh-CN" altLang="en-US" dirty="0"/>
          </a:p>
        </p:txBody>
      </p:sp>
      <p:sp>
        <p:nvSpPr>
          <p:cNvPr id="29" name="Textplatzhalter 3"/>
          <p:cNvSpPr>
            <a:spLocks noGrp="1"/>
          </p:cNvSpPr>
          <p:nvPr>
            <p:ph type="body" sz="quarter" idx="18" hasCustomPrompt="1"/>
          </p:nvPr>
        </p:nvSpPr>
        <p:spPr bwMode="gray">
          <a:xfrm>
            <a:off x="1825196" y="4146084"/>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lvl="0"/>
            <a:r>
              <a:rPr lang="zh-CN" altLang="en-US"/>
              <a:t>编辑母版文本样式
第二级
第三级
第四级
第五级</a:t>
            </a:r>
            <a:endParaRPr lang="zh-CN" altLang="en-US" dirty="0"/>
          </a:p>
        </p:txBody>
      </p:sp>
      <p:sp>
        <p:nvSpPr>
          <p:cNvPr id="30" name="Textplatzhalter 3"/>
          <p:cNvSpPr>
            <a:spLocks noGrp="1"/>
          </p:cNvSpPr>
          <p:nvPr>
            <p:ph type="body" sz="quarter" idx="19" hasCustomPrompt="1"/>
          </p:nvPr>
        </p:nvSpPr>
        <p:spPr bwMode="gray">
          <a:xfrm>
            <a:off x="1825196" y="5157192"/>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lvl="0"/>
            <a:r>
              <a:rPr lang="zh-CN" altLang="en-US"/>
              <a:t>编辑母版文本样式
第二级
第三级
第四级
第五级</a:t>
            </a:r>
            <a:endParaRPr lang="zh-CN" altLang="en-US" dirty="0"/>
          </a:p>
        </p:txBody>
      </p:sp>
      <p:sp>
        <p:nvSpPr>
          <p:cNvPr id="18" name="Textplatzhalter 3"/>
          <p:cNvSpPr>
            <a:spLocks noGrp="1"/>
          </p:cNvSpPr>
          <p:nvPr>
            <p:ph type="body" sz="quarter" idx="20" hasCustomPrompt="1"/>
          </p:nvPr>
        </p:nvSpPr>
        <p:spPr bwMode="gray">
          <a:xfrm>
            <a:off x="1825196" y="2084851"/>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lvl="0"/>
            <a:r>
              <a:rPr lang="zh-CN" altLang="en-US"/>
              <a:t>编辑母版文本样式
第二级
第三级
第四级
第五级</a:t>
            </a:r>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自定义版式">
    <p:bg>
      <p:bgPr>
        <a:solidFill>
          <a:schemeClr val="bg1"/>
        </a:solidFill>
        <a:effectLst/>
      </p:bgPr>
    </p:bg>
    <p:spTree>
      <p:nvGrpSpPr>
        <p:cNvPr id="1" name=""/>
        <p:cNvGrpSpPr/>
        <p:nvPr/>
      </p:nvGrpSpPr>
      <p:grpSpPr>
        <a:xfrm>
          <a:off x="0" y="0"/>
          <a:ext cx="0" cy="0"/>
          <a:chOff x="0" y="0"/>
          <a:chExt cx="0" cy="0"/>
        </a:xfrm>
      </p:grpSpPr>
      <p:sp>
        <p:nvSpPr>
          <p:cNvPr id="8" name="AutoShape 7"/>
          <p:cNvSpPr>
            <a:spLocks noChangeArrowheads="1"/>
          </p:cNvSpPr>
          <p:nvPr/>
        </p:nvSpPr>
        <p:spPr bwMode="auto">
          <a:xfrm>
            <a:off x="565150" y="2655888"/>
            <a:ext cx="1130300" cy="658813"/>
          </a:xfrm>
          <a:prstGeom prst="homePlate">
            <a:avLst>
              <a:gd name="adj" fmla="val 22447"/>
            </a:avLst>
          </a:prstGeom>
          <a:solidFill>
            <a:srgbClr val="E7E6E6"/>
          </a:solidFill>
          <a:ln>
            <a:noFill/>
          </a:ln>
        </p:spPr>
        <p:txBody>
          <a:bodyPr lIns="0" tIns="0" rIns="0" bIns="0" anchor="ctr"/>
          <a:lstStyle>
            <a:lvl1pPr defTabSz="913130">
              <a:defRPr sz="1200">
                <a:solidFill>
                  <a:schemeClr val="tx1"/>
                </a:solidFill>
                <a:latin typeface="Arial" panose="020B0604020202020204" pitchFamily="34" charset="0"/>
                <a:ea typeface="宋体" panose="02010600030101010101" pitchFamily="2" charset="-122"/>
              </a:defRPr>
            </a:lvl1pPr>
            <a:lvl2pPr marL="742950" indent="-285750" defTabSz="913130">
              <a:defRPr sz="1200">
                <a:solidFill>
                  <a:schemeClr val="tx1"/>
                </a:solidFill>
                <a:latin typeface="Arial" panose="020B0604020202020204" pitchFamily="34" charset="0"/>
                <a:ea typeface="宋体" panose="02010600030101010101" pitchFamily="2" charset="-122"/>
              </a:defRPr>
            </a:lvl2pPr>
            <a:lvl3pPr marL="1143000" indent="-228600" defTabSz="913130">
              <a:defRPr sz="1200">
                <a:solidFill>
                  <a:schemeClr val="tx1"/>
                </a:solidFill>
                <a:latin typeface="Arial" panose="020B0604020202020204" pitchFamily="34" charset="0"/>
                <a:ea typeface="宋体" panose="02010600030101010101" pitchFamily="2" charset="-122"/>
              </a:defRPr>
            </a:lvl3pPr>
            <a:lvl4pPr marL="1600200" indent="-228600" defTabSz="913130">
              <a:defRPr sz="1200">
                <a:solidFill>
                  <a:schemeClr val="tx1"/>
                </a:solidFill>
                <a:latin typeface="Arial" panose="020B0604020202020204" pitchFamily="34" charset="0"/>
                <a:ea typeface="宋体" panose="02010600030101010101" pitchFamily="2" charset="-122"/>
              </a:defRPr>
            </a:lvl4pPr>
            <a:lvl5pPr marL="2057400" indent="-228600" defTabSz="913130">
              <a:defRPr sz="1200">
                <a:solidFill>
                  <a:schemeClr val="tx1"/>
                </a:solidFill>
                <a:latin typeface="Arial" panose="020B0604020202020204" pitchFamily="34" charset="0"/>
                <a:ea typeface="宋体" panose="02010600030101010101" pitchFamily="2" charset="-122"/>
              </a:defRPr>
            </a:lvl5pPr>
            <a:lvl6pPr marL="25146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ctr" defTabSz="913130" rtl="0" eaLnBrk="1" fontAlgn="base" latinLnBrk="0" hangingPunct="1">
              <a:lnSpc>
                <a:spcPct val="100000"/>
              </a:lnSpc>
              <a:spcBef>
                <a:spcPct val="30000"/>
              </a:spcBef>
              <a:spcAft>
                <a:spcPct val="0"/>
              </a:spcAft>
              <a:buClr>
                <a:srgbClr val="CC0033"/>
              </a:buClr>
              <a:buSzTx/>
              <a:buFont typeface="Audi Type" pitchFamily="34" charset="0"/>
              <a:buNone/>
              <a:defRPr/>
            </a:pPr>
            <a:endParaRPr kumimoji="0" lang="zh-CN" alt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Text Box 8"/>
          <p:cNvSpPr txBox="1">
            <a:spLocks noChangeArrowheads="1"/>
          </p:cNvSpPr>
          <p:nvPr/>
        </p:nvSpPr>
        <p:spPr bwMode="auto">
          <a:xfrm>
            <a:off x="642938" y="2862263"/>
            <a:ext cx="879475" cy="246063"/>
          </a:xfrm>
          <a:prstGeom prst="rect">
            <a:avLst/>
          </a:prstGeom>
          <a:noFill/>
          <a:ln>
            <a:noFill/>
          </a:ln>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cs typeface="Arial" panose="020B0604020202020204" pitchFamily="34" charset="0"/>
              </a:rPr>
              <a:t>2</a:t>
            </a:r>
            <a:endParaRPr kumimoji="0" lang="en-US" altLang="zh-CN" sz="1600" b="0" i="0" u="none" strike="noStrike" kern="120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7416" name="Freeform 9"/>
          <p:cNvSpPr/>
          <p:nvPr userDrawn="1"/>
        </p:nvSpPr>
        <p:spPr>
          <a:xfrm>
            <a:off x="1635125" y="2655888"/>
            <a:ext cx="6897688" cy="658812"/>
          </a:xfrm>
          <a:custGeom>
            <a:avLst/>
            <a:gdLst>
              <a:gd name="txL" fmla="*/ 0 w 4538"/>
              <a:gd name="txT" fmla="*/ 0 h 1080"/>
              <a:gd name="txR" fmla="*/ 4538 w 4538"/>
              <a:gd name="txB" fmla="*/ 1080 h 1080"/>
            </a:gdLst>
            <a:ahLst/>
            <a:cxnLst>
              <a:cxn ang="0">
                <a:pos x="2147483646" y="0"/>
              </a:cxn>
              <a:cxn ang="0">
                <a:pos x="0" y="0"/>
              </a:cxn>
              <a:cxn ang="0">
                <a:pos x="2147483646" y="2147483646"/>
              </a:cxn>
              <a:cxn ang="0">
                <a:pos x="0" y="2147483646"/>
              </a:cxn>
              <a:cxn ang="0">
                <a:pos x="2147483646" y="2147483646"/>
              </a:cxn>
              <a:cxn ang="0">
                <a:pos x="2147483646" y="0"/>
              </a:cxn>
            </a:cxnLst>
            <a:rect l="txL" t="txT" r="txR" b="txB"/>
            <a:pathLst>
              <a:path w="4538" h="1080">
                <a:moveTo>
                  <a:pt x="4538" y="0"/>
                </a:moveTo>
                <a:lnTo>
                  <a:pt x="0" y="0"/>
                </a:lnTo>
                <a:lnTo>
                  <a:pt x="105" y="541"/>
                </a:lnTo>
                <a:lnTo>
                  <a:pt x="0" y="1080"/>
                </a:lnTo>
                <a:lnTo>
                  <a:pt x="4538" y="1080"/>
                </a:lnTo>
                <a:lnTo>
                  <a:pt x="4538" y="0"/>
                </a:lnTo>
              </a:path>
            </a:pathLst>
          </a:custGeom>
          <a:solidFill>
            <a:srgbClr val="E7E6E6">
              <a:alpha val="100000"/>
            </a:srgbClr>
          </a:solidFill>
          <a:ln w="6350">
            <a:noFill/>
          </a:ln>
        </p:spPr>
        <p:txBody>
          <a:bodyPr/>
          <a:lstStyle/>
          <a:p>
            <a:endParaRPr lang="zh-CN" altLang="en-US"/>
          </a:p>
        </p:txBody>
      </p:sp>
      <p:sp>
        <p:nvSpPr>
          <p:cNvPr id="17417" name="AutoShape 11"/>
          <p:cNvSpPr/>
          <p:nvPr userDrawn="1"/>
        </p:nvSpPr>
        <p:spPr>
          <a:xfrm>
            <a:off x="565150" y="1757363"/>
            <a:ext cx="1130300" cy="658812"/>
          </a:xfrm>
          <a:prstGeom prst="homePlate">
            <a:avLst>
              <a:gd name="adj" fmla="val 22446"/>
            </a:avLst>
          </a:prstGeom>
          <a:solidFill>
            <a:srgbClr val="E7E6E6"/>
          </a:solidFill>
          <a:ln w="6350">
            <a:noFill/>
          </a:ln>
        </p:spPr>
        <p:txBody>
          <a:bodyPr lIns="0" tIns="0" rIns="0" bIns="0" anchor="ctr"/>
          <a:lstStyle/>
          <a:p>
            <a:pPr lvl="0" algn="ctr">
              <a:spcBef>
                <a:spcPct val="30000"/>
              </a:spcBef>
              <a:buClr>
                <a:srgbClr val="CC0033"/>
              </a:buClr>
              <a:buFont typeface="Audi Type" pitchFamily="34" charset="0"/>
            </a:pPr>
            <a:endParaRPr lang="zh-CN" altLang="en-US" sz="1600" dirty="0">
              <a:solidFill>
                <a:srgbClr val="000000"/>
              </a:solidFill>
              <a:latin typeface="微软雅黑" panose="020B0503020204020204" pitchFamily="34" charset="-122"/>
              <a:ea typeface="微软雅黑" panose="020B0503020204020204" pitchFamily="34" charset="-122"/>
            </a:endParaRPr>
          </a:p>
        </p:txBody>
      </p:sp>
      <p:sp>
        <p:nvSpPr>
          <p:cNvPr id="12" name="Text Box 12"/>
          <p:cNvSpPr txBox="1">
            <a:spLocks noChangeArrowheads="1"/>
          </p:cNvSpPr>
          <p:nvPr/>
        </p:nvSpPr>
        <p:spPr bwMode="auto">
          <a:xfrm>
            <a:off x="642938" y="1963738"/>
            <a:ext cx="879475" cy="246063"/>
          </a:xfrm>
          <a:prstGeom prst="rect">
            <a:avLst/>
          </a:prstGeom>
          <a:noFill/>
          <a:ln>
            <a:noFill/>
          </a:ln>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1600" b="0" i="0" u="none" strike="noStrike" kern="120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7419" name="Freeform 13"/>
          <p:cNvSpPr/>
          <p:nvPr userDrawn="1"/>
        </p:nvSpPr>
        <p:spPr>
          <a:xfrm>
            <a:off x="1635125" y="1757363"/>
            <a:ext cx="6897688" cy="658812"/>
          </a:xfrm>
          <a:custGeom>
            <a:avLst/>
            <a:gdLst>
              <a:gd name="txL" fmla="*/ 0 w 4538"/>
              <a:gd name="txT" fmla="*/ 0 h 1080"/>
              <a:gd name="txR" fmla="*/ 4538 w 4538"/>
              <a:gd name="txB" fmla="*/ 1080 h 1080"/>
            </a:gdLst>
            <a:ahLst/>
            <a:cxnLst>
              <a:cxn ang="0">
                <a:pos x="2147483646" y="0"/>
              </a:cxn>
              <a:cxn ang="0">
                <a:pos x="0" y="0"/>
              </a:cxn>
              <a:cxn ang="0">
                <a:pos x="2147483646" y="2147483646"/>
              </a:cxn>
              <a:cxn ang="0">
                <a:pos x="0" y="2147483646"/>
              </a:cxn>
              <a:cxn ang="0">
                <a:pos x="2147483646" y="2147483646"/>
              </a:cxn>
              <a:cxn ang="0">
                <a:pos x="2147483646" y="0"/>
              </a:cxn>
            </a:cxnLst>
            <a:rect l="txL" t="txT" r="txR" b="txB"/>
            <a:pathLst>
              <a:path w="4538" h="1080">
                <a:moveTo>
                  <a:pt x="4538" y="0"/>
                </a:moveTo>
                <a:lnTo>
                  <a:pt x="0" y="0"/>
                </a:lnTo>
                <a:lnTo>
                  <a:pt x="105" y="541"/>
                </a:lnTo>
                <a:lnTo>
                  <a:pt x="0" y="1080"/>
                </a:lnTo>
                <a:lnTo>
                  <a:pt x="4538" y="1080"/>
                </a:lnTo>
                <a:lnTo>
                  <a:pt x="4538" y="0"/>
                </a:lnTo>
              </a:path>
            </a:pathLst>
          </a:custGeom>
          <a:solidFill>
            <a:srgbClr val="E7E6E6">
              <a:alpha val="100000"/>
            </a:srgbClr>
          </a:solidFill>
          <a:ln w="6350">
            <a:noFill/>
          </a:ln>
        </p:spPr>
        <p:txBody>
          <a:bodyPr/>
          <a:lstStyle/>
          <a:p>
            <a:endParaRPr lang="zh-CN" altLang="en-US"/>
          </a:p>
        </p:txBody>
      </p:sp>
      <p:sp>
        <p:nvSpPr>
          <p:cNvPr id="14" name="AutoShape 7"/>
          <p:cNvSpPr>
            <a:spLocks noChangeArrowheads="1"/>
          </p:cNvSpPr>
          <p:nvPr/>
        </p:nvSpPr>
        <p:spPr bwMode="auto">
          <a:xfrm>
            <a:off x="574675" y="3552825"/>
            <a:ext cx="1130300" cy="658813"/>
          </a:xfrm>
          <a:prstGeom prst="homePlate">
            <a:avLst>
              <a:gd name="adj" fmla="val 22447"/>
            </a:avLst>
          </a:prstGeom>
          <a:solidFill>
            <a:srgbClr val="E7E6E6"/>
          </a:solidFill>
          <a:ln>
            <a:noFill/>
          </a:ln>
        </p:spPr>
        <p:txBody>
          <a:bodyPr lIns="0" tIns="0" rIns="0" bIns="0" anchor="ctr"/>
          <a:lstStyle>
            <a:lvl1pPr defTabSz="913130">
              <a:defRPr sz="1200">
                <a:solidFill>
                  <a:schemeClr val="tx1"/>
                </a:solidFill>
                <a:latin typeface="Arial" panose="020B0604020202020204" pitchFamily="34" charset="0"/>
                <a:ea typeface="宋体" panose="02010600030101010101" pitchFamily="2" charset="-122"/>
              </a:defRPr>
            </a:lvl1pPr>
            <a:lvl2pPr marL="742950" indent="-285750" defTabSz="913130">
              <a:defRPr sz="1200">
                <a:solidFill>
                  <a:schemeClr val="tx1"/>
                </a:solidFill>
                <a:latin typeface="Arial" panose="020B0604020202020204" pitchFamily="34" charset="0"/>
                <a:ea typeface="宋体" panose="02010600030101010101" pitchFamily="2" charset="-122"/>
              </a:defRPr>
            </a:lvl2pPr>
            <a:lvl3pPr marL="1143000" indent="-228600" defTabSz="913130">
              <a:defRPr sz="1200">
                <a:solidFill>
                  <a:schemeClr val="tx1"/>
                </a:solidFill>
                <a:latin typeface="Arial" panose="020B0604020202020204" pitchFamily="34" charset="0"/>
                <a:ea typeface="宋体" panose="02010600030101010101" pitchFamily="2" charset="-122"/>
              </a:defRPr>
            </a:lvl3pPr>
            <a:lvl4pPr marL="1600200" indent="-228600" defTabSz="913130">
              <a:defRPr sz="1200">
                <a:solidFill>
                  <a:schemeClr val="tx1"/>
                </a:solidFill>
                <a:latin typeface="Arial" panose="020B0604020202020204" pitchFamily="34" charset="0"/>
                <a:ea typeface="宋体" panose="02010600030101010101" pitchFamily="2" charset="-122"/>
              </a:defRPr>
            </a:lvl4pPr>
            <a:lvl5pPr marL="2057400" indent="-228600" defTabSz="913130">
              <a:defRPr sz="1200">
                <a:solidFill>
                  <a:schemeClr val="tx1"/>
                </a:solidFill>
                <a:latin typeface="Arial" panose="020B0604020202020204" pitchFamily="34" charset="0"/>
                <a:ea typeface="宋体" panose="02010600030101010101" pitchFamily="2" charset="-122"/>
              </a:defRPr>
            </a:lvl5pPr>
            <a:lvl6pPr marL="25146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ctr" defTabSz="913130" rtl="0" eaLnBrk="1" fontAlgn="base" latinLnBrk="0" hangingPunct="1">
              <a:lnSpc>
                <a:spcPct val="100000"/>
              </a:lnSpc>
              <a:spcBef>
                <a:spcPct val="30000"/>
              </a:spcBef>
              <a:spcAft>
                <a:spcPct val="0"/>
              </a:spcAft>
              <a:buClr>
                <a:srgbClr val="CC0033"/>
              </a:buClr>
              <a:buSzTx/>
              <a:buFont typeface="Audi Type" pitchFamily="34" charset="0"/>
              <a:buNone/>
              <a:defRPr/>
            </a:pPr>
            <a:endParaRPr kumimoji="0" lang="zh-CN" alt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Text Box 8"/>
          <p:cNvSpPr txBox="1">
            <a:spLocks noChangeArrowheads="1"/>
          </p:cNvSpPr>
          <p:nvPr/>
        </p:nvSpPr>
        <p:spPr bwMode="auto">
          <a:xfrm>
            <a:off x="652463" y="3760788"/>
            <a:ext cx="879475" cy="246063"/>
          </a:xfrm>
          <a:prstGeom prst="rect">
            <a:avLst/>
          </a:prstGeom>
          <a:noFill/>
          <a:ln>
            <a:noFill/>
          </a:ln>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cs typeface="Arial" panose="020B0604020202020204" pitchFamily="34" charset="0"/>
              </a:rPr>
              <a:t>3</a:t>
            </a:r>
            <a:endParaRPr kumimoji="0" lang="en-US" altLang="zh-CN" sz="1600" b="0" i="0" u="none" strike="noStrike" kern="120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7422" name="Freeform 9"/>
          <p:cNvSpPr/>
          <p:nvPr userDrawn="1"/>
        </p:nvSpPr>
        <p:spPr>
          <a:xfrm>
            <a:off x="1644650" y="3552825"/>
            <a:ext cx="6897688" cy="658813"/>
          </a:xfrm>
          <a:custGeom>
            <a:avLst/>
            <a:gdLst>
              <a:gd name="txL" fmla="*/ 0 w 4538"/>
              <a:gd name="txT" fmla="*/ 0 h 1080"/>
              <a:gd name="txR" fmla="*/ 4538 w 4538"/>
              <a:gd name="txB" fmla="*/ 1080 h 1080"/>
            </a:gdLst>
            <a:ahLst/>
            <a:cxnLst>
              <a:cxn ang="0">
                <a:pos x="2147483646" y="0"/>
              </a:cxn>
              <a:cxn ang="0">
                <a:pos x="0" y="0"/>
              </a:cxn>
              <a:cxn ang="0">
                <a:pos x="2147483646" y="2147483646"/>
              </a:cxn>
              <a:cxn ang="0">
                <a:pos x="0" y="2147483646"/>
              </a:cxn>
              <a:cxn ang="0">
                <a:pos x="2147483646" y="2147483646"/>
              </a:cxn>
              <a:cxn ang="0">
                <a:pos x="2147483646" y="0"/>
              </a:cxn>
            </a:cxnLst>
            <a:rect l="txL" t="txT" r="txR" b="txB"/>
            <a:pathLst>
              <a:path w="4538" h="1080">
                <a:moveTo>
                  <a:pt x="4538" y="0"/>
                </a:moveTo>
                <a:lnTo>
                  <a:pt x="0" y="0"/>
                </a:lnTo>
                <a:lnTo>
                  <a:pt x="105" y="541"/>
                </a:lnTo>
                <a:lnTo>
                  <a:pt x="0" y="1080"/>
                </a:lnTo>
                <a:lnTo>
                  <a:pt x="4538" y="1080"/>
                </a:lnTo>
                <a:lnTo>
                  <a:pt x="4538" y="0"/>
                </a:lnTo>
              </a:path>
            </a:pathLst>
          </a:custGeom>
          <a:solidFill>
            <a:srgbClr val="E7E6E6">
              <a:alpha val="100000"/>
            </a:srgbClr>
          </a:solidFill>
          <a:ln w="6350">
            <a:noFill/>
          </a:ln>
        </p:spPr>
        <p:txBody>
          <a:bodyPr/>
          <a:lstStyle/>
          <a:p>
            <a:endParaRPr lang="zh-CN" altLang="en-US"/>
          </a:p>
        </p:txBody>
      </p:sp>
      <p:sp>
        <p:nvSpPr>
          <p:cNvPr id="17" name="AutoShape 7"/>
          <p:cNvSpPr>
            <a:spLocks noChangeArrowheads="1"/>
          </p:cNvSpPr>
          <p:nvPr/>
        </p:nvSpPr>
        <p:spPr bwMode="auto">
          <a:xfrm>
            <a:off x="584200" y="4451350"/>
            <a:ext cx="1130300" cy="658813"/>
          </a:xfrm>
          <a:prstGeom prst="homePlate">
            <a:avLst>
              <a:gd name="adj" fmla="val 22447"/>
            </a:avLst>
          </a:prstGeom>
          <a:solidFill>
            <a:srgbClr val="E7E6E6"/>
          </a:solidFill>
          <a:ln>
            <a:noFill/>
          </a:ln>
        </p:spPr>
        <p:txBody>
          <a:bodyPr lIns="0" tIns="0" rIns="0" bIns="0" anchor="ctr"/>
          <a:lstStyle>
            <a:lvl1pPr defTabSz="913130">
              <a:defRPr sz="1200">
                <a:solidFill>
                  <a:schemeClr val="tx1"/>
                </a:solidFill>
                <a:latin typeface="Arial" panose="020B0604020202020204" pitchFamily="34" charset="0"/>
                <a:ea typeface="宋体" panose="02010600030101010101" pitchFamily="2" charset="-122"/>
              </a:defRPr>
            </a:lvl1pPr>
            <a:lvl2pPr marL="742950" indent="-285750" defTabSz="913130">
              <a:defRPr sz="1200">
                <a:solidFill>
                  <a:schemeClr val="tx1"/>
                </a:solidFill>
                <a:latin typeface="Arial" panose="020B0604020202020204" pitchFamily="34" charset="0"/>
                <a:ea typeface="宋体" panose="02010600030101010101" pitchFamily="2" charset="-122"/>
              </a:defRPr>
            </a:lvl2pPr>
            <a:lvl3pPr marL="1143000" indent="-228600" defTabSz="913130">
              <a:defRPr sz="1200">
                <a:solidFill>
                  <a:schemeClr val="tx1"/>
                </a:solidFill>
                <a:latin typeface="Arial" panose="020B0604020202020204" pitchFamily="34" charset="0"/>
                <a:ea typeface="宋体" panose="02010600030101010101" pitchFamily="2" charset="-122"/>
              </a:defRPr>
            </a:lvl3pPr>
            <a:lvl4pPr marL="1600200" indent="-228600" defTabSz="913130">
              <a:defRPr sz="1200">
                <a:solidFill>
                  <a:schemeClr val="tx1"/>
                </a:solidFill>
                <a:latin typeface="Arial" panose="020B0604020202020204" pitchFamily="34" charset="0"/>
                <a:ea typeface="宋体" panose="02010600030101010101" pitchFamily="2" charset="-122"/>
              </a:defRPr>
            </a:lvl4pPr>
            <a:lvl5pPr marL="2057400" indent="-228600" defTabSz="913130">
              <a:defRPr sz="1200">
                <a:solidFill>
                  <a:schemeClr val="tx1"/>
                </a:solidFill>
                <a:latin typeface="Arial" panose="020B0604020202020204" pitchFamily="34" charset="0"/>
                <a:ea typeface="宋体" panose="02010600030101010101" pitchFamily="2" charset="-122"/>
              </a:defRPr>
            </a:lvl5pPr>
            <a:lvl6pPr marL="25146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ctr" defTabSz="913130" rtl="0" eaLnBrk="1" fontAlgn="base" latinLnBrk="0" hangingPunct="1">
              <a:lnSpc>
                <a:spcPct val="100000"/>
              </a:lnSpc>
              <a:spcBef>
                <a:spcPct val="30000"/>
              </a:spcBef>
              <a:spcAft>
                <a:spcPct val="0"/>
              </a:spcAft>
              <a:buClr>
                <a:srgbClr val="CC0033"/>
              </a:buClr>
              <a:buSzTx/>
              <a:buFont typeface="Audi Type" pitchFamily="34" charset="0"/>
              <a:buNone/>
              <a:defRPr/>
            </a:pPr>
            <a:endParaRPr kumimoji="0" lang="zh-CN" alt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8" name="Text Box 8"/>
          <p:cNvSpPr txBox="1">
            <a:spLocks noChangeArrowheads="1"/>
          </p:cNvSpPr>
          <p:nvPr/>
        </p:nvSpPr>
        <p:spPr bwMode="auto">
          <a:xfrm>
            <a:off x="661988" y="4659313"/>
            <a:ext cx="879475" cy="246063"/>
          </a:xfrm>
          <a:prstGeom prst="rect">
            <a:avLst/>
          </a:prstGeom>
          <a:noFill/>
          <a:ln>
            <a:noFill/>
          </a:ln>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cs typeface="Arial" panose="020B0604020202020204" pitchFamily="34" charset="0"/>
              </a:rPr>
              <a:t>4</a:t>
            </a:r>
            <a:endParaRPr kumimoji="0" lang="en-US" altLang="zh-CN" sz="1600" b="0" i="0" u="none" strike="noStrike" kern="120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7425" name="Freeform 9"/>
          <p:cNvSpPr/>
          <p:nvPr userDrawn="1"/>
        </p:nvSpPr>
        <p:spPr>
          <a:xfrm>
            <a:off x="1654175" y="4451350"/>
            <a:ext cx="6897688" cy="658813"/>
          </a:xfrm>
          <a:custGeom>
            <a:avLst/>
            <a:gdLst>
              <a:gd name="txL" fmla="*/ 0 w 4538"/>
              <a:gd name="txT" fmla="*/ 0 h 1080"/>
              <a:gd name="txR" fmla="*/ 4538 w 4538"/>
              <a:gd name="txB" fmla="*/ 1080 h 1080"/>
            </a:gdLst>
            <a:ahLst/>
            <a:cxnLst>
              <a:cxn ang="0">
                <a:pos x="2147483646" y="0"/>
              </a:cxn>
              <a:cxn ang="0">
                <a:pos x="0" y="0"/>
              </a:cxn>
              <a:cxn ang="0">
                <a:pos x="2147483646" y="2147483646"/>
              </a:cxn>
              <a:cxn ang="0">
                <a:pos x="0" y="2147483646"/>
              </a:cxn>
              <a:cxn ang="0">
                <a:pos x="2147483646" y="2147483646"/>
              </a:cxn>
              <a:cxn ang="0">
                <a:pos x="2147483646" y="0"/>
              </a:cxn>
            </a:cxnLst>
            <a:rect l="txL" t="txT" r="txR" b="txB"/>
            <a:pathLst>
              <a:path w="4538" h="1080">
                <a:moveTo>
                  <a:pt x="4538" y="0"/>
                </a:moveTo>
                <a:lnTo>
                  <a:pt x="0" y="0"/>
                </a:lnTo>
                <a:lnTo>
                  <a:pt x="105" y="541"/>
                </a:lnTo>
                <a:lnTo>
                  <a:pt x="0" y="1080"/>
                </a:lnTo>
                <a:lnTo>
                  <a:pt x="4538" y="1080"/>
                </a:lnTo>
                <a:lnTo>
                  <a:pt x="4538" y="0"/>
                </a:lnTo>
              </a:path>
            </a:pathLst>
          </a:custGeom>
          <a:solidFill>
            <a:srgbClr val="E7E6E6">
              <a:alpha val="100000"/>
            </a:srgbClr>
          </a:solidFill>
          <a:ln w="6350">
            <a:noFill/>
          </a:ln>
        </p:spPr>
        <p:txBody>
          <a:bodyPr/>
          <a:lstStyle/>
          <a:p>
            <a:endParaRPr lang="zh-CN" altLang="en-US"/>
          </a:p>
        </p:txBody>
      </p:sp>
      <p:sp>
        <p:nvSpPr>
          <p:cNvPr id="26" name="Textplatzhalter 3"/>
          <p:cNvSpPr>
            <a:spLocks noGrp="1"/>
          </p:cNvSpPr>
          <p:nvPr>
            <p:ph type="body" sz="quarter" idx="17" hasCustomPrompt="1"/>
          </p:nvPr>
        </p:nvSpPr>
        <p:spPr bwMode="gray">
          <a:xfrm>
            <a:off x="1907209" y="2788929"/>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lvl="0"/>
            <a:r>
              <a:rPr lang="zh-CN" altLang="en-US" noProof="0"/>
              <a:t>编辑母版文本样式
第二级
第三级
第四级
第五级</a:t>
            </a:r>
            <a:endParaRPr lang="zh-CN" altLang="en-US" dirty="0"/>
          </a:p>
        </p:txBody>
      </p:sp>
      <p:sp>
        <p:nvSpPr>
          <p:cNvPr id="27" name="Textplatzhalter 3"/>
          <p:cNvSpPr>
            <a:spLocks noGrp="1"/>
          </p:cNvSpPr>
          <p:nvPr>
            <p:ph type="body" sz="quarter" idx="18" hasCustomPrompt="1"/>
          </p:nvPr>
        </p:nvSpPr>
        <p:spPr bwMode="gray">
          <a:xfrm>
            <a:off x="1907209" y="3685029"/>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lvl="0"/>
            <a:r>
              <a:rPr lang="zh-CN" altLang="en-US" noProof="0"/>
              <a:t>编辑母版文本样式
第二级
第三级
第四级
第五级</a:t>
            </a:r>
            <a:endParaRPr lang="zh-CN" altLang="en-US" dirty="0"/>
          </a:p>
        </p:txBody>
      </p:sp>
      <p:sp>
        <p:nvSpPr>
          <p:cNvPr id="28" name="Textplatzhalter 3"/>
          <p:cNvSpPr>
            <a:spLocks noGrp="1"/>
          </p:cNvSpPr>
          <p:nvPr>
            <p:ph type="body" sz="quarter" idx="19" hasCustomPrompt="1"/>
          </p:nvPr>
        </p:nvSpPr>
        <p:spPr bwMode="gray">
          <a:xfrm>
            <a:off x="1907209" y="4581128"/>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lvl="0"/>
            <a:r>
              <a:rPr lang="zh-CN" altLang="en-US" noProof="0"/>
              <a:t>编辑母版文本样式
第二级
第三级
第四级
第五级</a:t>
            </a:r>
            <a:endParaRPr lang="zh-CN" altLang="en-US" dirty="0"/>
          </a:p>
        </p:txBody>
      </p:sp>
      <p:sp>
        <p:nvSpPr>
          <p:cNvPr id="29" name="Textplatzhalter 3"/>
          <p:cNvSpPr>
            <a:spLocks noGrp="1"/>
          </p:cNvSpPr>
          <p:nvPr>
            <p:ph type="body" sz="quarter" idx="20" hasCustomPrompt="1"/>
          </p:nvPr>
        </p:nvSpPr>
        <p:spPr bwMode="gray">
          <a:xfrm>
            <a:off x="1907209" y="1892829"/>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lvl="0"/>
            <a:r>
              <a:rPr lang="zh-CN" altLang="en-US" noProof="0"/>
              <a:t>编辑母版文本样式
第二级
第三级
第四级
第五级</a:t>
            </a:r>
            <a:endParaRPr lang="zh-CN" altLang="en-US" dirty="0"/>
          </a:p>
        </p:txBody>
      </p:sp>
      <p:sp>
        <p:nvSpPr>
          <p:cNvPr id="19" name="标题占位符 1"/>
          <p:cNvSpPr>
            <a:spLocks noGrp="1"/>
          </p:cNvSpPr>
          <p:nvPr>
            <p:ph type="title"/>
          </p:nvPr>
        </p:nvSpPr>
        <p:spPr>
          <a:xfrm>
            <a:off x="457200" y="274637"/>
            <a:ext cx="8229600" cy="1143000"/>
          </a:xfrm>
          <a:prstGeom prst="rect">
            <a:avLst/>
          </a:prstGeom>
        </p:spPr>
        <p:txBody>
          <a:bodyPr rtlCol="0">
            <a:normAutofit/>
          </a:bodyPr>
          <a:lstStyle>
            <a:lvl1pPr>
              <a:defRPr/>
            </a:lvl1pPr>
          </a:lstStyle>
          <a:p>
            <a:r>
              <a:rPr lang="zh-CN" altLang="en-US"/>
              <a:t>单击此处编辑母版标题样式</a:t>
            </a:r>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文本2">
    <p:bg>
      <p:bgPr>
        <a:solidFill>
          <a:schemeClr val="bg1"/>
        </a:solidFill>
        <a:effectLst/>
      </p:bgPr>
    </p:bg>
    <p:spTree>
      <p:nvGrpSpPr>
        <p:cNvPr id="1" name=""/>
        <p:cNvGrpSpPr/>
        <p:nvPr/>
      </p:nvGrpSpPr>
      <p:grpSpPr>
        <a:xfrm>
          <a:off x="0" y="0"/>
          <a:ext cx="0" cy="0"/>
          <a:chOff x="0" y="0"/>
          <a:chExt cx="0" cy="0"/>
        </a:xfrm>
      </p:grpSpPr>
      <p:cxnSp>
        <p:nvCxnSpPr>
          <p:cNvPr id="18438" name="Gerade Verbindung 10"/>
          <p:cNvCxnSpPr/>
          <p:nvPr userDrawn="1"/>
        </p:nvCxnSpPr>
        <p:spPr>
          <a:xfrm>
            <a:off x="4795838" y="2266950"/>
            <a:ext cx="3887787" cy="0"/>
          </a:xfrm>
          <a:prstGeom prst="line">
            <a:avLst/>
          </a:prstGeom>
          <a:ln w="28575" cap="flat" cmpd="sng">
            <a:solidFill>
              <a:schemeClr val="bg2"/>
            </a:solidFill>
            <a:prstDash val="solid"/>
            <a:headEnd type="none" w="med" len="med"/>
            <a:tailEnd type="none" w="med" len="med"/>
          </a:ln>
        </p:spPr>
      </p:cxnSp>
      <p:cxnSp>
        <p:nvCxnSpPr>
          <p:cNvPr id="18439" name="Gerade Verbindung 10"/>
          <p:cNvCxnSpPr/>
          <p:nvPr userDrawn="1"/>
        </p:nvCxnSpPr>
        <p:spPr>
          <a:xfrm>
            <a:off x="477838" y="2276475"/>
            <a:ext cx="3887787" cy="0"/>
          </a:xfrm>
          <a:prstGeom prst="line">
            <a:avLst/>
          </a:prstGeom>
          <a:ln w="28575" cap="flat" cmpd="sng">
            <a:solidFill>
              <a:schemeClr val="bg2"/>
            </a:solidFill>
            <a:prstDash val="solid"/>
            <a:headEnd type="none" w="med" len="med"/>
            <a:tailEnd type="none" w="med" len="med"/>
          </a:ln>
        </p:spPr>
      </p:cxnSp>
      <p:sp>
        <p:nvSpPr>
          <p:cNvPr id="9" name="Textplatzhalter 3"/>
          <p:cNvSpPr>
            <a:spLocks noGrp="1"/>
          </p:cNvSpPr>
          <p:nvPr>
            <p:ph type="body" sz="quarter" idx="16" hasCustomPrompt="1"/>
          </p:nvPr>
        </p:nvSpPr>
        <p:spPr bwMode="gray">
          <a:xfrm>
            <a:off x="450967" y="1508360"/>
            <a:ext cx="3898776" cy="768512"/>
          </a:xfrm>
          <a:prstGeom prst="rect">
            <a:avLst/>
          </a:prstGeom>
          <a:noFill/>
        </p:spPr>
        <p:txBody>
          <a:bodyPr lIns="0" tIns="108000" bIns="10800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2400" b="0" baseline="0">
                <a:solidFill>
                  <a:schemeClr val="bg2"/>
                </a:solidFill>
                <a:latin typeface="Audi Type"/>
                <a:ea typeface="微软雅黑" panose="020B0503020204020204" pitchFamily="34" charset="-122"/>
              </a:defRPr>
            </a:lvl1pPr>
          </a:lstStyle>
          <a:p>
            <a:pPr lvl="0"/>
            <a:r>
              <a:rPr lang="zh-CN" altLang="en-US" noProof="0"/>
              <a:t>编辑母版文本样式
第二级
第三级
第四级
第五级</a:t>
            </a:r>
            <a:endParaRPr lang="en-GB" altLang="zh-CN" noProof="0" dirty="0"/>
          </a:p>
        </p:txBody>
      </p:sp>
      <p:sp>
        <p:nvSpPr>
          <p:cNvPr id="14" name="Textplatzhalter 3"/>
          <p:cNvSpPr>
            <a:spLocks noGrp="1"/>
          </p:cNvSpPr>
          <p:nvPr>
            <p:ph type="body" sz="quarter" idx="17" hasCustomPrompt="1"/>
          </p:nvPr>
        </p:nvSpPr>
        <p:spPr bwMode="gray">
          <a:xfrm>
            <a:off x="4768270" y="1508360"/>
            <a:ext cx="3915355" cy="768513"/>
          </a:xfrm>
          <a:prstGeom prst="rect">
            <a:avLst/>
          </a:prstGeom>
          <a:noFill/>
        </p:spPr>
        <p:txBody>
          <a:bodyPr lIns="0" tIns="108000" bIns="10800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2400" b="0" baseline="0">
                <a:solidFill>
                  <a:schemeClr val="bg2"/>
                </a:solidFill>
                <a:latin typeface="Audi Type"/>
                <a:ea typeface="微软雅黑" panose="020B0503020204020204" pitchFamily="34" charset="-122"/>
              </a:defRPr>
            </a:lvl1pPr>
          </a:lstStyle>
          <a:p>
            <a:pPr lvl="0"/>
            <a:r>
              <a:rPr lang="zh-CN" altLang="en-US" noProof="0"/>
              <a:t>编辑母版文本样式
第二级
第三级
第四级
第五级</a:t>
            </a:r>
            <a:endParaRPr lang="en-GB" altLang="zh-CN" noProof="0" dirty="0"/>
          </a:p>
        </p:txBody>
      </p:sp>
      <p:sp>
        <p:nvSpPr>
          <p:cNvPr id="12" name="Inhaltsplatzhalter 6"/>
          <p:cNvSpPr>
            <a:spLocks noGrp="1"/>
          </p:cNvSpPr>
          <p:nvPr>
            <p:ph sz="quarter" idx="18" hasCustomPrompt="1"/>
          </p:nvPr>
        </p:nvSpPr>
        <p:spPr bwMode="gray">
          <a:xfrm>
            <a:off x="460375" y="2276872"/>
            <a:ext cx="3895601" cy="3888432"/>
          </a:xfrm>
          <a:prstGeom prst="rect">
            <a:avLst/>
          </a:prstGeom>
        </p:spPr>
        <p:txBody>
          <a:bodyPr/>
          <a:lstStyle>
            <a:lvl1pPr marL="285750" indent="-285750">
              <a:lnSpc>
                <a:spcPct val="150000"/>
              </a:lnSpc>
              <a:buClr>
                <a:schemeClr val="tx1"/>
              </a:buClr>
              <a:buFont typeface="Audi Type" pitchFamily="34" charset="0"/>
              <a:buChar char="•"/>
              <a:defRPr sz="2135" b="0" baseline="0">
                <a:solidFill>
                  <a:schemeClr val="bg2"/>
                </a:solidFill>
                <a:latin typeface="Audi Type"/>
                <a:ea typeface="微软雅黑" panose="020B0503020204020204" pitchFamily="34" charset="-122"/>
              </a:defRPr>
            </a:lvl1pPr>
            <a:lvl2pPr marL="539750" indent="-285750">
              <a:lnSpc>
                <a:spcPct val="150000"/>
              </a:lnSpc>
              <a:buClr>
                <a:schemeClr val="accent1"/>
              </a:buClr>
              <a:buFont typeface="Audi Type" pitchFamily="34" charset="0"/>
              <a:buChar char="•"/>
              <a:defRPr sz="1865" b="0" baseline="0">
                <a:solidFill>
                  <a:schemeClr val="bg2"/>
                </a:solidFill>
                <a:latin typeface="Audi Type"/>
                <a:ea typeface="微软雅黑" panose="020B0503020204020204" pitchFamily="34" charset="-122"/>
              </a:defRPr>
            </a:lvl2pPr>
            <a:lvl3pPr marL="1200150" indent="-285750">
              <a:buFont typeface="Arial" panose="020B0604020202020204" pitchFamily="34" charset="0"/>
              <a:buChar char="•"/>
              <a:defRPr b="0">
                <a:latin typeface="Audi Type"/>
                <a:ea typeface="华康黑体W5(P)" pitchFamily="34" charset="-122"/>
              </a:defRPr>
            </a:lvl3pPr>
          </a:lstStyle>
          <a:p>
            <a:pPr lvl="0"/>
            <a:r>
              <a:rPr lang="zh-CN" altLang="en-US" noProof="0"/>
              <a:t>编辑母版文本样式
第二级
第三级
第四级
第五级</a:t>
            </a:r>
            <a:endParaRPr lang="en-US" altLang="zh-CN" noProof="0" dirty="0"/>
          </a:p>
        </p:txBody>
      </p:sp>
      <p:sp>
        <p:nvSpPr>
          <p:cNvPr id="16" name="Inhaltsplatzhalter 6"/>
          <p:cNvSpPr>
            <a:spLocks noGrp="1"/>
          </p:cNvSpPr>
          <p:nvPr>
            <p:ph sz="quarter" idx="19" hasCustomPrompt="1"/>
          </p:nvPr>
        </p:nvSpPr>
        <p:spPr bwMode="gray">
          <a:xfrm>
            <a:off x="4780857" y="2276874"/>
            <a:ext cx="3895601" cy="3912433"/>
          </a:xfrm>
          <a:prstGeom prst="rect">
            <a:avLst/>
          </a:prstGeom>
        </p:spPr>
        <p:txBody>
          <a:bodyPr/>
          <a:lstStyle>
            <a:lvl1pPr marL="285750" indent="-285750">
              <a:lnSpc>
                <a:spcPct val="150000"/>
              </a:lnSpc>
              <a:buClr>
                <a:schemeClr val="tx1"/>
              </a:buClr>
              <a:buFont typeface="Audi Type" pitchFamily="34" charset="0"/>
              <a:buChar char="•"/>
              <a:defRPr sz="2135" b="0" baseline="0">
                <a:solidFill>
                  <a:schemeClr val="bg2"/>
                </a:solidFill>
                <a:latin typeface="Audi Type"/>
                <a:ea typeface="微软雅黑" panose="020B0503020204020204" pitchFamily="34" charset="-122"/>
              </a:defRPr>
            </a:lvl1pPr>
            <a:lvl2pPr marL="539750" indent="-285750">
              <a:lnSpc>
                <a:spcPct val="150000"/>
              </a:lnSpc>
              <a:buClr>
                <a:schemeClr val="accent1"/>
              </a:buClr>
              <a:buFont typeface="Audi Type" pitchFamily="34" charset="0"/>
              <a:buChar char="•"/>
              <a:defRPr sz="1865" b="0" baseline="0">
                <a:solidFill>
                  <a:schemeClr val="bg2"/>
                </a:solidFill>
                <a:latin typeface="Audi Type"/>
                <a:ea typeface="微软雅黑" panose="020B0503020204020204" pitchFamily="34" charset="-122"/>
              </a:defRPr>
            </a:lvl2pPr>
            <a:lvl3pPr marL="1200150" indent="-285750">
              <a:buFont typeface="Arial" panose="020B0604020202020204" pitchFamily="34" charset="0"/>
              <a:buChar char="•"/>
              <a:defRPr b="0">
                <a:latin typeface="Audi Type"/>
                <a:ea typeface="华康黑体W5(P)" pitchFamily="34" charset="-122"/>
              </a:defRPr>
            </a:lvl3pPr>
          </a:lstStyle>
          <a:p>
            <a:pPr lvl="0"/>
            <a:r>
              <a:rPr lang="zh-CN" altLang="en-US" noProof="0"/>
              <a:t>编辑母版文本样式
第二级
第三级
第四级
第五级</a:t>
            </a:r>
            <a:endParaRPr lang="en-US" altLang="zh-CN" noProof="0" dirty="0"/>
          </a:p>
        </p:txBody>
      </p:sp>
      <p:sp>
        <p:nvSpPr>
          <p:cNvPr id="13" name="标题占位符 1"/>
          <p:cNvSpPr>
            <a:spLocks noGrp="1"/>
          </p:cNvSpPr>
          <p:nvPr>
            <p:ph type="title" hasCustomPrompt="1"/>
          </p:nvPr>
        </p:nvSpPr>
        <p:spPr>
          <a:xfrm>
            <a:off x="457200" y="274637"/>
            <a:ext cx="8229600" cy="1143000"/>
          </a:xfrm>
          <a:prstGeom prst="rect">
            <a:avLst/>
          </a:prstGeom>
        </p:spPr>
        <p:txBody>
          <a:bodyPr rtlCol="0">
            <a:normAutofit/>
          </a:bodyPr>
          <a:lstStyle>
            <a:lvl1pPr>
              <a:defRPr sz="2135"/>
            </a:lvl1pPr>
          </a:lstStyle>
          <a:p>
            <a:r>
              <a:rPr lang="zh-CN" altLang="en-US" dirty="0"/>
              <a:t>页面标题 </a:t>
            </a:r>
            <a:r>
              <a:rPr lang="en-US" altLang="zh-CN" dirty="0"/>
              <a:t>Page Title</a:t>
            </a:r>
            <a:r>
              <a:rPr lang="zh-CN" altLang="en-US" dirty="0"/>
              <a:t>，微软雅黑 </a:t>
            </a:r>
            <a:r>
              <a:rPr lang="en-US" altLang="zh-CN" dirty="0"/>
              <a:t>Audi Type Extended</a:t>
            </a:r>
            <a:r>
              <a:rPr lang="zh-CN" altLang="en-US" dirty="0"/>
              <a:t>，</a:t>
            </a:r>
            <a:r>
              <a:rPr lang="en-US" altLang="zh-CN" dirty="0"/>
              <a:t>18</a:t>
            </a:r>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过渡页1">
    <p:bg>
      <p:bgPr>
        <a:solidFill>
          <a:schemeClr val="bg1"/>
        </a:solidFill>
        <a:effectLst/>
      </p:bgPr>
    </p:bg>
    <p:spTree>
      <p:nvGrpSpPr>
        <p:cNvPr id="1" name=""/>
        <p:cNvGrpSpPr/>
        <p:nvPr/>
      </p:nvGrpSpPr>
      <p:grpSpPr>
        <a:xfrm>
          <a:off x="0" y="0"/>
          <a:ext cx="0" cy="0"/>
          <a:chOff x="0" y="0"/>
          <a:chExt cx="0" cy="0"/>
        </a:xfrm>
      </p:grpSpPr>
      <p:graphicFrame>
        <p:nvGraphicFramePr>
          <p:cNvPr id="19462" name="对象 9" hidden="1"/>
          <p:cNvGraphicFramePr/>
          <p:nvPr userDrawn="1">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4119" name="" r:id="rId3" imgW="12700" imgH="12700" progId="TCLayout.ActiveDocument.1">
                  <p:embed/>
                </p:oleObj>
              </mc:Choice>
              <mc:Fallback>
                <p:oleObj name="" r:id="rId3" imgW="12700" imgH="12700" progId="TCLayout.ActiveDocument.1">
                  <p:embed/>
                  <p:pic>
                    <p:nvPicPr>
                      <p:cNvPr id="0" name="图片 3076"/>
                      <p:cNvPicPr/>
                      <p:nvPr/>
                    </p:nvPicPr>
                    <p:blipFill>
                      <a:blip r:embed="rId4"/>
                      <a:stretch>
                        <a:fillRect/>
                      </a:stretch>
                    </p:blipFill>
                    <p:spPr>
                      <a:xfrm>
                        <a:off x="0" y="0"/>
                        <a:ext cx="158750" cy="158750"/>
                      </a:xfrm>
                      <a:prstGeom prst="rect">
                        <a:avLst/>
                      </a:prstGeom>
                      <a:noFill/>
                      <a:ln w="38100">
                        <a:noFill/>
                        <a:miter/>
                      </a:ln>
                    </p:spPr>
                  </p:pic>
                </p:oleObj>
              </mc:Fallback>
            </mc:AlternateContent>
          </a:graphicData>
        </a:graphic>
      </p:graphicFrame>
      <p:sp>
        <p:nvSpPr>
          <p:cNvPr id="9" name="Rechteck 5"/>
          <p:cNvSpPr/>
          <p:nvPr>
            <p:custDataLst>
              <p:tags r:id="rId5"/>
            </p:custDataLst>
          </p:nvPr>
        </p:nvSpPr>
        <p:spPr bwMode="gray">
          <a:xfrm>
            <a:off x="0" y="0"/>
            <a:ext cx="9144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GB"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9464" name="TextBox 15"/>
          <p:cNvSpPr txBox="1"/>
          <p:nvPr userDrawn="1">
            <p:custDataLst>
              <p:tags r:id="rId6"/>
            </p:custDataLst>
          </p:nvPr>
        </p:nvSpPr>
        <p:spPr>
          <a:xfrm>
            <a:off x="7164388" y="1125538"/>
            <a:ext cx="1655762" cy="276225"/>
          </a:xfrm>
          <a:prstGeom prst="rect">
            <a:avLst/>
          </a:prstGeom>
          <a:noFill/>
          <a:ln w="9525">
            <a:noFill/>
          </a:ln>
        </p:spPr>
        <p:txBody>
          <a:bodyPr>
            <a:spAutoFit/>
          </a:bodyPr>
          <a:lstStyle/>
          <a:p>
            <a:pPr lvl="0" algn="ctr"/>
            <a:r>
              <a:rPr lang="en-US" altLang="zh-CN" dirty="0">
                <a:solidFill>
                  <a:srgbClr val="FFFFFF"/>
                </a:solidFill>
                <a:latin typeface="Audi Type" pitchFamily="34" charset="0"/>
                <a:ea typeface="微软雅黑" panose="020B0503020204020204" pitchFamily="34" charset="-122"/>
              </a:rPr>
              <a:t>Transition Page</a:t>
            </a:r>
            <a:endParaRPr lang="en-US" altLang="zh-CN" dirty="0">
              <a:solidFill>
                <a:srgbClr val="FFFFFF"/>
              </a:solidFill>
              <a:latin typeface="Audi Type" pitchFamily="34" charset="0"/>
              <a:ea typeface="微软雅黑" panose="020B0503020204020204" pitchFamily="34" charset="-122"/>
            </a:endParaRPr>
          </a:p>
        </p:txBody>
      </p:sp>
      <p:sp>
        <p:nvSpPr>
          <p:cNvPr id="19465" name="文本框 8"/>
          <p:cNvSpPr txBox="1"/>
          <p:nvPr userDrawn="1">
            <p:custDataLst>
              <p:tags r:id="rId7"/>
            </p:custDataLst>
          </p:nvPr>
        </p:nvSpPr>
        <p:spPr>
          <a:xfrm>
            <a:off x="7235825" y="757238"/>
            <a:ext cx="1512888" cy="368300"/>
          </a:xfrm>
          <a:prstGeom prst="rect">
            <a:avLst/>
          </a:prstGeom>
          <a:noFill/>
          <a:ln w="9525">
            <a:noFill/>
          </a:ln>
        </p:spPr>
        <p:txBody>
          <a:bodyPr>
            <a:spAutoFit/>
          </a:bodyPr>
          <a:lstStyle/>
          <a:p>
            <a:pPr lvl="0" algn="ctr"/>
            <a:r>
              <a:rPr lang="zh-CN" altLang="en-US" sz="1800" b="1" dirty="0">
                <a:solidFill>
                  <a:srgbClr val="FFFFFF"/>
                </a:solidFill>
                <a:latin typeface="Audi Type" pitchFamily="34" charset="0"/>
                <a:ea typeface="微软雅黑" panose="020B0503020204020204" pitchFamily="34" charset="-122"/>
              </a:rPr>
              <a:t>过渡页</a:t>
            </a:r>
            <a:endParaRPr lang="zh-CN" altLang="en-US" sz="1800" b="1" dirty="0">
              <a:solidFill>
                <a:srgbClr val="FFFFFF"/>
              </a:solidFill>
              <a:latin typeface="Audi Type" pitchFamily="34" charset="0"/>
              <a:ea typeface="微软雅黑" panose="020B0503020204020204" pitchFamily="34" charset="-122"/>
            </a:endParaRPr>
          </a:p>
        </p:txBody>
      </p:sp>
      <p:cxnSp>
        <p:nvCxnSpPr>
          <p:cNvPr id="19466" name="直接连接符 10"/>
          <p:cNvCxnSpPr/>
          <p:nvPr userDrawn="1">
            <p:custDataLst>
              <p:tags r:id="rId8"/>
            </p:custDataLst>
          </p:nvPr>
        </p:nvCxnSpPr>
        <p:spPr>
          <a:xfrm>
            <a:off x="468313" y="4076700"/>
            <a:ext cx="8207375" cy="0"/>
          </a:xfrm>
          <a:prstGeom prst="line">
            <a:avLst/>
          </a:prstGeom>
          <a:ln w="57150" cap="flat" cmpd="sng">
            <a:solidFill>
              <a:schemeClr val="tx1"/>
            </a:solidFill>
            <a:prstDash val="solid"/>
            <a:headEnd type="none" w="med" len="med"/>
            <a:tailEnd type="triangle" w="med" len="med"/>
          </a:ln>
        </p:spPr>
      </p:cxnSp>
      <p:sp>
        <p:nvSpPr>
          <p:cNvPr id="2" name="标题 1"/>
          <p:cNvSpPr>
            <a:spLocks noGrp="1"/>
          </p:cNvSpPr>
          <p:nvPr>
            <p:ph type="title"/>
          </p:nvPr>
        </p:nvSpPr>
        <p:spPr>
          <a:xfrm>
            <a:off x="457200" y="2564904"/>
            <a:ext cx="8229600" cy="1368152"/>
          </a:xfrm>
          <a:solidFill>
            <a:schemeClr val="tx1"/>
          </a:solidFill>
        </p:spPr>
        <p:txBody>
          <a:bodyPr>
            <a:normAutofit/>
          </a:bodyPr>
          <a:lstStyle>
            <a:lvl1pPr>
              <a:lnSpc>
                <a:spcPct val="100000"/>
              </a:lnSpc>
              <a:defRPr sz="2665" baseline="0">
                <a:solidFill>
                  <a:schemeClr val="bg1"/>
                </a:solidFill>
                <a:latin typeface="Audi Type Extended"/>
                <a:ea typeface="微软雅黑" panose="020B0503020204020204" pitchFamily="34" charset="-122"/>
              </a:defRPr>
            </a:lvl1pPr>
          </a:lstStyle>
          <a:p>
            <a:r>
              <a:rPr lang="zh-CN" altLang="en-US"/>
              <a:t>单击此处编辑母版标题样式</a:t>
            </a:r>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过渡页2">
    <p:bg>
      <p:bgPr>
        <a:solidFill>
          <a:schemeClr val="bg1"/>
        </a:solidFill>
        <a:effectLst/>
      </p:bgPr>
    </p:bg>
    <p:spTree>
      <p:nvGrpSpPr>
        <p:cNvPr id="1" name=""/>
        <p:cNvGrpSpPr/>
        <p:nvPr/>
      </p:nvGrpSpPr>
      <p:grpSpPr>
        <a:xfrm>
          <a:off x="0" y="0"/>
          <a:ext cx="0" cy="0"/>
          <a:chOff x="0" y="0"/>
          <a:chExt cx="0" cy="0"/>
        </a:xfrm>
      </p:grpSpPr>
      <p:grpSp>
        <p:nvGrpSpPr>
          <p:cNvPr id="20486" name="组合 9"/>
          <p:cNvGrpSpPr/>
          <p:nvPr userDrawn="1"/>
        </p:nvGrpSpPr>
        <p:grpSpPr>
          <a:xfrm>
            <a:off x="-36512" y="2154238"/>
            <a:ext cx="9180512" cy="2427287"/>
            <a:chOff x="154978" y="162560"/>
            <a:chExt cx="3951720" cy="783685"/>
          </a:xfrm>
        </p:grpSpPr>
        <p:sp>
          <p:nvSpPr>
            <p:cNvPr id="9" name="等腰三角形 3"/>
            <p:cNvSpPr/>
            <p:nvPr/>
          </p:nvSpPr>
          <p:spPr>
            <a:xfrm>
              <a:off x="1341246" y="162560"/>
              <a:ext cx="438017" cy="356733"/>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等腰三角形 4"/>
            <p:cNvSpPr/>
            <p:nvPr/>
          </p:nvSpPr>
          <p:spPr>
            <a:xfrm flipV="1">
              <a:off x="154978" y="589512"/>
              <a:ext cx="454417" cy="356221"/>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154978" y="261994"/>
              <a:ext cx="3951720" cy="6119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平行四边形 11"/>
            <p:cNvSpPr/>
            <p:nvPr/>
          </p:nvSpPr>
          <p:spPr>
            <a:xfrm>
              <a:off x="377745" y="167173"/>
              <a:ext cx="1183534" cy="779072"/>
            </a:xfrm>
            <a:prstGeom prst="parallelogram">
              <a:avLst>
                <a:gd name="adj" fmla="val 4820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12" name="文本占位符 11"/>
          <p:cNvSpPr>
            <a:spLocks noGrp="1"/>
          </p:cNvSpPr>
          <p:nvPr>
            <p:ph type="body" sz="quarter" idx="10" hasCustomPrompt="1"/>
          </p:nvPr>
        </p:nvSpPr>
        <p:spPr>
          <a:xfrm>
            <a:off x="3095626" y="2461973"/>
            <a:ext cx="6048375" cy="1910145"/>
          </a:xfrm>
          <a:prstGeom prst="rect">
            <a:avLst/>
          </a:prstGeom>
        </p:spPr>
        <p:txBody>
          <a:bodyPr anchor="ctr"/>
          <a:lstStyle>
            <a:lvl1pPr>
              <a:lnSpc>
                <a:spcPct val="100000"/>
              </a:lnSpc>
              <a:defRPr sz="2665" b="1" baseline="0">
                <a:solidFill>
                  <a:schemeClr val="bg1"/>
                </a:solidFill>
                <a:latin typeface="Audi Type Extended" pitchFamily="34" charset="0"/>
                <a:ea typeface="微软雅黑" panose="020B0503020204020204" pitchFamily="34" charset="-122"/>
              </a:defRPr>
            </a:lvl1pPr>
          </a:lstStyle>
          <a:p>
            <a:pPr lvl="0"/>
            <a:r>
              <a:rPr lang="zh-CN" altLang="en-US"/>
              <a:t>编辑母版文本样式
第二级
第三级
第四级
第五级</a:t>
            </a:r>
            <a:endParaRPr lang="zh-CN" altLang="en-US" dirty="0"/>
          </a:p>
        </p:txBody>
      </p:sp>
      <p:sp>
        <p:nvSpPr>
          <p:cNvPr id="14" name="文本占位符 13"/>
          <p:cNvSpPr>
            <a:spLocks noGrp="1"/>
          </p:cNvSpPr>
          <p:nvPr>
            <p:ph type="body" sz="quarter" idx="11" hasCustomPrompt="1"/>
          </p:nvPr>
        </p:nvSpPr>
        <p:spPr>
          <a:xfrm>
            <a:off x="1499659" y="1796819"/>
            <a:ext cx="864096" cy="807547"/>
          </a:xfrm>
          <a:prstGeom prst="rect">
            <a:avLst/>
          </a:prstGeom>
        </p:spPr>
        <p:txBody>
          <a:bodyPr/>
          <a:lstStyle>
            <a:lvl1pPr algn="ctr">
              <a:defRPr sz="11500">
                <a:solidFill>
                  <a:schemeClr val="bg1"/>
                </a:solidFill>
                <a:latin typeface="Audi Type Extended" pitchFamily="34" charset="0"/>
              </a:defRPr>
            </a:lvl1pPr>
          </a:lstStyle>
          <a:p>
            <a:pPr lvl="0"/>
            <a:r>
              <a:rPr lang="zh-CN" altLang="en-US"/>
              <a:t>编辑母版文本样式
第二级
第三级
第四级
第五级</a:t>
            </a:r>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结束页1">
    <p:bg>
      <p:bgPr>
        <a:solidFill>
          <a:schemeClr val="bg1"/>
        </a:solidFill>
        <a:effectLst/>
      </p:bgPr>
    </p:bg>
    <p:spTree>
      <p:nvGrpSpPr>
        <p:cNvPr id="1" name=""/>
        <p:cNvGrpSpPr/>
        <p:nvPr/>
      </p:nvGrpSpPr>
      <p:grpSpPr>
        <a:xfrm>
          <a:off x="0" y="0"/>
          <a:ext cx="0" cy="0"/>
          <a:chOff x="0" y="0"/>
          <a:chExt cx="0" cy="0"/>
        </a:xfrm>
      </p:grpSpPr>
      <p:sp>
        <p:nvSpPr>
          <p:cNvPr id="8" name="矩形 7"/>
          <p:cNvSpPr/>
          <p:nvPr/>
        </p:nvSpPr>
        <p:spPr>
          <a:xfrm>
            <a:off x="71438" y="5949950"/>
            <a:ext cx="2413000" cy="7921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矩形 8"/>
          <p:cNvSpPr/>
          <p:nvPr/>
        </p:nvSpPr>
        <p:spPr>
          <a:xfrm>
            <a:off x="6011863" y="5949950"/>
            <a:ext cx="2881313" cy="7921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1512" name="Bild 13"/>
          <p:cNvPicPr>
            <a:picLocks noChangeAspect="1"/>
          </p:cNvPicPr>
          <p:nvPr userDrawn="1"/>
        </p:nvPicPr>
        <p:blipFill>
          <a:blip r:embed="rId2" cstate="email"/>
          <a:stretch>
            <a:fillRect/>
          </a:stretch>
        </p:blipFill>
        <p:spPr>
          <a:xfrm>
            <a:off x="663575" y="1900238"/>
            <a:ext cx="2749550" cy="952500"/>
          </a:xfrm>
          <a:prstGeom prst="rect">
            <a:avLst/>
          </a:prstGeom>
          <a:noFill/>
          <a:ln w="9525">
            <a:noFill/>
          </a:ln>
        </p:spPr>
      </p:pic>
      <p:sp>
        <p:nvSpPr>
          <p:cNvPr id="2" name="标题 1"/>
          <p:cNvSpPr>
            <a:spLocks noGrp="1"/>
          </p:cNvSpPr>
          <p:nvPr>
            <p:ph type="title"/>
          </p:nvPr>
        </p:nvSpPr>
        <p:spPr>
          <a:xfrm>
            <a:off x="662880" y="3054085"/>
            <a:ext cx="8229600" cy="1143000"/>
          </a:xfrm>
        </p:spPr>
        <p:txBody>
          <a:bodyPr>
            <a:normAutofit/>
          </a:bodyPr>
          <a:lstStyle>
            <a:lvl1pPr>
              <a:lnSpc>
                <a:spcPct val="100000"/>
              </a:lnSpc>
              <a:defRPr sz="2665" b="1" baseline="0">
                <a:solidFill>
                  <a:schemeClr val="bg2"/>
                </a:solidFill>
                <a:latin typeface="Audi Type Extended"/>
                <a:ea typeface="微软雅黑" panose="020B0503020204020204" pitchFamily="34" charset="-122"/>
              </a:defRPr>
            </a:lvl1pPr>
          </a:lstStyle>
          <a:p>
            <a:r>
              <a:rPr lang="zh-CN" altLang="en-US"/>
              <a:t>单击此处编辑母版标题样式</a:t>
            </a:r>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cSld name="空白">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首页1">
    <p:bg>
      <p:bgPr>
        <a:solidFill>
          <a:schemeClr val="bg1"/>
        </a:solidFill>
        <a:effectLst/>
      </p:bgPr>
    </p:bg>
    <p:spTree>
      <p:nvGrpSpPr>
        <p:cNvPr id="1" name=""/>
        <p:cNvGrpSpPr/>
        <p:nvPr/>
      </p:nvGrpSpPr>
      <p:grpSpPr>
        <a:xfrm>
          <a:off x="0" y="0"/>
          <a:ext cx="0" cy="0"/>
          <a:chOff x="0" y="0"/>
          <a:chExt cx="0" cy="0"/>
        </a:xfrm>
      </p:grpSpPr>
      <p:sp>
        <p:nvSpPr>
          <p:cNvPr id="8" name="矩形 7"/>
          <p:cNvSpPr/>
          <p:nvPr/>
        </p:nvSpPr>
        <p:spPr>
          <a:xfrm>
            <a:off x="155575" y="6142038"/>
            <a:ext cx="2592388" cy="5032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mn-ea"/>
              <a:cs typeface="+mn-cs"/>
            </a:endParaRPr>
          </a:p>
        </p:txBody>
      </p:sp>
      <p:sp>
        <p:nvSpPr>
          <p:cNvPr id="2" name="矩形 8"/>
          <p:cNvSpPr/>
          <p:nvPr/>
        </p:nvSpPr>
        <p:spPr>
          <a:xfrm>
            <a:off x="6108700" y="6169025"/>
            <a:ext cx="2592388" cy="5032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mn-ea"/>
              <a:cs typeface="+mn-cs"/>
            </a:endParaRPr>
          </a:p>
        </p:txBody>
      </p:sp>
      <p:pic>
        <p:nvPicPr>
          <p:cNvPr id="23560" name="Bild 13"/>
          <p:cNvPicPr>
            <a:picLocks noChangeAspect="1"/>
          </p:cNvPicPr>
          <p:nvPr userDrawn="1"/>
        </p:nvPicPr>
        <p:blipFill>
          <a:blip r:embed="rId2" cstate="email"/>
          <a:stretch>
            <a:fillRect/>
          </a:stretch>
        </p:blipFill>
        <p:spPr>
          <a:xfrm>
            <a:off x="539750" y="3629025"/>
            <a:ext cx="2749550" cy="952500"/>
          </a:xfrm>
          <a:prstGeom prst="rect">
            <a:avLst/>
          </a:prstGeom>
          <a:noFill/>
          <a:ln w="9525">
            <a:noFill/>
          </a:ln>
        </p:spPr>
      </p:pic>
      <p:sp>
        <p:nvSpPr>
          <p:cNvPr id="9" name="Bildplatzhalter 12"/>
          <p:cNvSpPr>
            <a:spLocks noGrp="1" noChangeAspect="1"/>
          </p:cNvSpPr>
          <p:nvPr>
            <p:ph type="pic" sz="quarter" idx="15"/>
          </p:nvPr>
        </p:nvSpPr>
        <p:spPr bwMode="gray">
          <a:xfrm>
            <a:off x="0" y="0"/>
            <a:ext cx="9144000" cy="3429000"/>
          </a:xfrm>
          <a:prstGeom prst="rect">
            <a:avLst/>
          </a:prstGeom>
          <a:noFill/>
        </p:spPr>
        <p:txBody>
          <a:bodyPr bIns="900000" anchor="ctr" anchorCtr="0"/>
          <a:lstStyle>
            <a:lvl1pPr algn="ctr">
              <a:lnSpc>
                <a:spcPct val="100000"/>
              </a:lnSpc>
              <a:spcBef>
                <a:spcPts val="0"/>
              </a:spcBef>
              <a:defRPr baseline="0">
                <a:latin typeface="微软雅黑" panose="020B0503020204020204" pitchFamily="34" charset="-122"/>
                <a:ea typeface="微软雅黑" panose="020B0503020204020204" pitchFamily="34" charset="-122"/>
              </a:defRPr>
            </a:lvl1pPr>
          </a:lstStyle>
          <a:p>
            <a:pPr marL="0" marR="0" lvl="0" indent="0" algn="ctr" defTabSz="913130" rtl="0" eaLnBrk="0" fontAlgn="base" latinLnBrk="0" hangingPunct="0">
              <a:lnSpc>
                <a:spcPct val="100000"/>
              </a:lnSpc>
              <a:spcBef>
                <a:spcPts val="0"/>
              </a:spcBef>
              <a:spcAft>
                <a:spcPct val="0"/>
              </a:spcAft>
              <a:buClrTx/>
              <a:buSzTx/>
              <a:buFont typeface="Arial" panose="020B0604020202020204" pitchFamily="34" charset="0"/>
              <a:buNone/>
              <a:defRPr/>
            </a:pPr>
            <a:endParaRPr kumimoji="0" lang="en-GB"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12" name="Titel 7"/>
          <p:cNvSpPr>
            <a:spLocks noGrp="1"/>
          </p:cNvSpPr>
          <p:nvPr>
            <p:ph type="title"/>
          </p:nvPr>
        </p:nvSpPr>
        <p:spPr bwMode="gray">
          <a:xfrm>
            <a:off x="539554" y="4749146"/>
            <a:ext cx="8316913" cy="948369"/>
          </a:xfrm>
        </p:spPr>
        <p:txBody>
          <a:bodyPr anchor="t">
            <a:noAutofit/>
          </a:bodyPr>
          <a:lstStyle>
            <a:lvl1pPr>
              <a:lnSpc>
                <a:spcPct val="100000"/>
              </a:lnSpc>
              <a:defRPr sz="2665" b="1" baseline="0">
                <a:solidFill>
                  <a:schemeClr val="bg2"/>
                </a:solidFill>
                <a:latin typeface="Audi Type Extended" pitchFamily="34" charset="0"/>
                <a:ea typeface="微软雅黑" panose="020B0503020204020204" pitchFamily="34" charset="-122"/>
              </a:defRPr>
            </a:lvl1pPr>
          </a:lstStyle>
          <a:p>
            <a:r>
              <a:rPr lang="zh-CN" altLang="en-US" noProof="0"/>
              <a:t>单击此处编辑母版标题样式</a:t>
            </a:r>
            <a:endParaRPr lang="en-GB" noProof="0" dirty="0"/>
          </a:p>
        </p:txBody>
      </p:sp>
      <p:sp>
        <p:nvSpPr>
          <p:cNvPr id="13" name="Untertitel 2"/>
          <p:cNvSpPr>
            <a:spLocks noGrp="1"/>
          </p:cNvSpPr>
          <p:nvPr>
            <p:ph type="subTitle" idx="1"/>
          </p:nvPr>
        </p:nvSpPr>
        <p:spPr bwMode="gray">
          <a:xfrm>
            <a:off x="539554" y="5697517"/>
            <a:ext cx="8316913" cy="803825"/>
          </a:xfrm>
          <a:prstGeom prst="rect">
            <a:avLst/>
          </a:prstGeom>
        </p:spPr>
        <p:txBody>
          <a:bodyPr anchor="t"/>
          <a:lstStyle>
            <a:lvl1pPr marL="0" indent="0" algn="l">
              <a:lnSpc>
                <a:spcPct val="100000"/>
              </a:lnSpc>
              <a:buNone/>
              <a:defRPr sz="1865" b="0" baseline="0">
                <a:solidFill>
                  <a:schemeClr val="bg2"/>
                </a:solidFill>
                <a:latin typeface="Audi Type" pitchFamily="34" charset="0"/>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0"/>
              <a:t>单击此处编辑母版副标题样式</a:t>
            </a:r>
            <a:endParaRPr lang="en-GB" noProof="0"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
        <p:nvSpPr>
          <p:cNvPr id="8" name="矩形 7"/>
          <p:cNvSpPr/>
          <p:nvPr>
            <p:custDataLst>
              <p:tags r:id="rId2"/>
            </p:custDataLst>
          </p:nvPr>
        </p:nvSpPr>
        <p:spPr>
          <a:xfrm>
            <a:off x="250825" y="260350"/>
            <a:ext cx="1944688" cy="6731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rgbClr val="CC0033"/>
                </a:solidFill>
                <a:effectLst/>
                <a:uLnTx/>
                <a:uFillTx/>
                <a:latin typeface="Audi Type" pitchFamily="34" charset="0"/>
                <a:ea typeface="微软雅黑" panose="020B0503020204020204" pitchFamily="34" charset="-122"/>
                <a:cs typeface="+mn-cs"/>
              </a:rPr>
              <a:t>目录</a:t>
            </a:r>
            <a:endParaRPr kumimoji="0" lang="en-US" altLang="zh-CN" sz="1400" b="0" i="0" u="none" strike="noStrike" kern="1200" cap="none" spc="0" normalizeH="0" baseline="0" noProof="0">
              <a:ln>
                <a:noFill/>
              </a:ln>
              <a:solidFill>
                <a:srgbClr val="CC0033"/>
              </a:solidFill>
              <a:effectLst/>
              <a:uLnTx/>
              <a:uFillTx/>
              <a:latin typeface="Audi Type" pitchFamily="34" charset="0"/>
              <a:ea typeface="微软雅黑" panose="020B0503020204020204" pitchFamily="3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rgbClr val="CC0033"/>
                </a:solidFill>
                <a:effectLst/>
                <a:uLnTx/>
                <a:uFillTx/>
                <a:latin typeface="Audi Type" pitchFamily="34" charset="0"/>
                <a:ea typeface="微软雅黑" panose="020B0503020204020204" pitchFamily="34" charset="-122"/>
                <a:cs typeface="+mn-cs"/>
              </a:rPr>
              <a:t>Contents</a:t>
            </a:r>
            <a:endParaRPr kumimoji="0" lang="zh-CN" altLang="en-US" sz="1400" b="0" i="0" u="none" strike="noStrike" kern="1200" cap="none" spc="0" normalizeH="0" baseline="0" noProof="0">
              <a:ln>
                <a:noFill/>
              </a:ln>
              <a:solidFill>
                <a:srgbClr val="CC0033"/>
              </a:solidFill>
              <a:effectLst/>
              <a:uLnTx/>
              <a:uFillTx/>
              <a:latin typeface="Audi Type" pitchFamily="34" charset="0"/>
              <a:ea typeface="微软雅黑" panose="020B0503020204020204" pitchFamily="34" charset="-122"/>
              <a:cs typeface="+mn-cs"/>
            </a:endParaRPr>
          </a:p>
        </p:txBody>
      </p:sp>
      <p:sp>
        <p:nvSpPr>
          <p:cNvPr id="9" name="矩形 8"/>
          <p:cNvSpPr/>
          <p:nvPr>
            <p:custDataLst>
              <p:tags r:id="rId3"/>
            </p:custDataLst>
          </p:nvPr>
        </p:nvSpPr>
        <p:spPr>
          <a:xfrm>
            <a:off x="250825" y="0"/>
            <a:ext cx="1944688" cy="206375"/>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endParaRPr>
          </a:p>
        </p:txBody>
      </p:sp>
      <p:sp>
        <p:nvSpPr>
          <p:cNvPr id="10" name="矩形 9"/>
          <p:cNvSpPr/>
          <p:nvPr>
            <p:custDataLst>
              <p:tags r:id="rId4"/>
            </p:custDataLst>
          </p:nvPr>
        </p:nvSpPr>
        <p:spPr>
          <a:xfrm>
            <a:off x="827088" y="1941513"/>
            <a:ext cx="7561263" cy="673100"/>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CC0033"/>
              </a:solidFill>
              <a:effectLst/>
              <a:uLnTx/>
              <a:uFillTx/>
              <a:latin typeface="Audi Type"/>
              <a:ea typeface="微软雅黑" panose="020B0503020204020204" pitchFamily="34" charset="-122"/>
              <a:cs typeface="+mn-cs"/>
            </a:endParaRPr>
          </a:p>
        </p:txBody>
      </p:sp>
      <p:sp>
        <p:nvSpPr>
          <p:cNvPr id="11" name="矩形 10"/>
          <p:cNvSpPr/>
          <p:nvPr>
            <p:custDataLst>
              <p:tags r:id="rId5"/>
            </p:custDataLst>
          </p:nvPr>
        </p:nvSpPr>
        <p:spPr>
          <a:xfrm>
            <a:off x="827088" y="3013075"/>
            <a:ext cx="7561263" cy="671513"/>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CC0033"/>
              </a:solidFill>
              <a:effectLst/>
              <a:uLnTx/>
              <a:uFillTx/>
              <a:latin typeface="Audi Type"/>
              <a:ea typeface="微软雅黑" panose="020B0503020204020204" pitchFamily="34" charset="-122"/>
              <a:cs typeface="+mn-cs"/>
            </a:endParaRPr>
          </a:p>
        </p:txBody>
      </p:sp>
      <p:sp>
        <p:nvSpPr>
          <p:cNvPr id="12" name="矩形 11"/>
          <p:cNvSpPr/>
          <p:nvPr>
            <p:custDataLst>
              <p:tags r:id="rId6"/>
            </p:custDataLst>
          </p:nvPr>
        </p:nvSpPr>
        <p:spPr>
          <a:xfrm>
            <a:off x="827088" y="4037013"/>
            <a:ext cx="7561263" cy="671513"/>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CC0033"/>
              </a:solidFill>
              <a:effectLst/>
              <a:uLnTx/>
              <a:uFillTx/>
              <a:latin typeface="Audi Type"/>
              <a:ea typeface="微软雅黑" panose="020B0503020204020204" pitchFamily="34" charset="-122"/>
              <a:cs typeface="+mn-cs"/>
            </a:endParaRPr>
          </a:p>
        </p:txBody>
      </p:sp>
      <p:sp>
        <p:nvSpPr>
          <p:cNvPr id="13" name="矩形 12"/>
          <p:cNvSpPr/>
          <p:nvPr>
            <p:custDataLst>
              <p:tags r:id="rId7"/>
            </p:custDataLst>
          </p:nvPr>
        </p:nvSpPr>
        <p:spPr>
          <a:xfrm>
            <a:off x="827088" y="5060950"/>
            <a:ext cx="7561263" cy="671513"/>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CC0033"/>
              </a:solidFill>
              <a:effectLst/>
              <a:uLnTx/>
              <a:uFillTx/>
              <a:latin typeface="Audi Type"/>
              <a:ea typeface="微软雅黑" panose="020B0503020204020204" pitchFamily="34" charset="-122"/>
              <a:cs typeface="+mn-cs"/>
            </a:endParaRPr>
          </a:p>
        </p:txBody>
      </p:sp>
      <p:sp>
        <p:nvSpPr>
          <p:cNvPr id="14" name="矩形 13"/>
          <p:cNvSpPr/>
          <p:nvPr>
            <p:custDataLst>
              <p:tags r:id="rId8"/>
            </p:custDataLst>
          </p:nvPr>
        </p:nvSpPr>
        <p:spPr>
          <a:xfrm>
            <a:off x="971550" y="1749425"/>
            <a:ext cx="720725" cy="528638"/>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rPr>
              <a:t>1</a:t>
            </a:r>
            <a:endParaRPr kumimoji="0" lang="zh-CN" altLang="en-US"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endParaRPr>
          </a:p>
        </p:txBody>
      </p:sp>
      <p:sp>
        <p:nvSpPr>
          <p:cNvPr id="15" name="矩形 14"/>
          <p:cNvSpPr/>
          <p:nvPr>
            <p:custDataLst>
              <p:tags r:id="rId9"/>
            </p:custDataLst>
          </p:nvPr>
        </p:nvSpPr>
        <p:spPr>
          <a:xfrm>
            <a:off x="971550" y="2852738"/>
            <a:ext cx="720725" cy="528638"/>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rPr>
              <a:t>2</a:t>
            </a:r>
            <a:endParaRPr kumimoji="0" lang="zh-CN" altLang="en-US"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endParaRPr>
          </a:p>
        </p:txBody>
      </p:sp>
      <p:sp>
        <p:nvSpPr>
          <p:cNvPr id="16" name="矩形 15"/>
          <p:cNvSpPr/>
          <p:nvPr>
            <p:custDataLst>
              <p:tags r:id="rId10"/>
            </p:custDataLst>
          </p:nvPr>
        </p:nvSpPr>
        <p:spPr>
          <a:xfrm>
            <a:off x="971550" y="3860800"/>
            <a:ext cx="720725" cy="528638"/>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rPr>
              <a:t>3</a:t>
            </a:r>
            <a:endParaRPr kumimoji="0" lang="zh-CN" altLang="en-US"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endParaRPr>
          </a:p>
        </p:txBody>
      </p:sp>
      <p:sp>
        <p:nvSpPr>
          <p:cNvPr id="17" name="矩形 16"/>
          <p:cNvSpPr/>
          <p:nvPr>
            <p:custDataLst>
              <p:tags r:id="rId11"/>
            </p:custDataLst>
          </p:nvPr>
        </p:nvSpPr>
        <p:spPr>
          <a:xfrm>
            <a:off x="971550" y="4916488"/>
            <a:ext cx="720725" cy="528638"/>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rPr>
              <a:t>4</a:t>
            </a:r>
            <a:endParaRPr kumimoji="0" lang="zh-CN" altLang="en-US"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endParaRPr>
          </a:p>
        </p:txBody>
      </p:sp>
      <p:sp>
        <p:nvSpPr>
          <p:cNvPr id="28" name="Textplatzhalter 3"/>
          <p:cNvSpPr>
            <a:spLocks noGrp="1"/>
          </p:cNvSpPr>
          <p:nvPr>
            <p:ph type="body" sz="quarter" idx="17"/>
          </p:nvPr>
        </p:nvSpPr>
        <p:spPr bwMode="gray">
          <a:xfrm>
            <a:off x="1825196" y="3134976"/>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lvl="0"/>
            <a:r>
              <a:rPr lang="zh-CN" altLang="en-US"/>
              <a:t>单击此处编辑母版文本样式</a:t>
            </a:r>
            <a:endParaRPr lang="zh-CN" altLang="en-US"/>
          </a:p>
        </p:txBody>
      </p:sp>
      <p:sp>
        <p:nvSpPr>
          <p:cNvPr id="29" name="Textplatzhalter 3"/>
          <p:cNvSpPr>
            <a:spLocks noGrp="1"/>
          </p:cNvSpPr>
          <p:nvPr>
            <p:ph type="body" sz="quarter" idx="18"/>
          </p:nvPr>
        </p:nvSpPr>
        <p:spPr bwMode="gray">
          <a:xfrm>
            <a:off x="1825196" y="4146084"/>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lvl="0"/>
            <a:r>
              <a:rPr lang="zh-CN" altLang="en-US"/>
              <a:t>单击此处编辑母版文本样式</a:t>
            </a:r>
            <a:endParaRPr lang="zh-CN" altLang="en-US"/>
          </a:p>
        </p:txBody>
      </p:sp>
      <p:sp>
        <p:nvSpPr>
          <p:cNvPr id="30" name="Textplatzhalter 3"/>
          <p:cNvSpPr>
            <a:spLocks noGrp="1"/>
          </p:cNvSpPr>
          <p:nvPr>
            <p:ph type="body" sz="quarter" idx="19"/>
          </p:nvPr>
        </p:nvSpPr>
        <p:spPr bwMode="gray">
          <a:xfrm>
            <a:off x="1825196" y="5157192"/>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lvl="0"/>
            <a:r>
              <a:rPr lang="zh-CN" altLang="en-US"/>
              <a:t>单击此处编辑母版文本样式</a:t>
            </a:r>
            <a:endParaRPr lang="zh-CN" altLang="en-US"/>
          </a:p>
        </p:txBody>
      </p:sp>
      <p:sp>
        <p:nvSpPr>
          <p:cNvPr id="18" name="Textplatzhalter 3"/>
          <p:cNvSpPr>
            <a:spLocks noGrp="1"/>
          </p:cNvSpPr>
          <p:nvPr>
            <p:ph type="body" sz="quarter" idx="20"/>
          </p:nvPr>
        </p:nvSpPr>
        <p:spPr bwMode="gray">
          <a:xfrm>
            <a:off x="1825196" y="2084851"/>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lvl="0"/>
            <a:r>
              <a:rPr lang="zh-CN" altLang="en-US"/>
              <a:t>单击此处编辑母版文本样式</a:t>
            </a:r>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自定义版式">
    <p:bg>
      <p:bgPr>
        <a:solidFill>
          <a:schemeClr val="bg1"/>
        </a:solidFill>
        <a:effectLst/>
      </p:bgPr>
    </p:bg>
    <p:spTree>
      <p:nvGrpSpPr>
        <p:cNvPr id="1" name=""/>
        <p:cNvGrpSpPr/>
        <p:nvPr/>
      </p:nvGrpSpPr>
      <p:grpSpPr>
        <a:xfrm>
          <a:off x="0" y="0"/>
          <a:ext cx="0" cy="0"/>
          <a:chOff x="0" y="0"/>
          <a:chExt cx="0" cy="0"/>
        </a:xfrm>
      </p:grpSpPr>
      <p:sp>
        <p:nvSpPr>
          <p:cNvPr id="8" name="AutoShape 7"/>
          <p:cNvSpPr>
            <a:spLocks noChangeArrowheads="1"/>
          </p:cNvSpPr>
          <p:nvPr/>
        </p:nvSpPr>
        <p:spPr bwMode="auto">
          <a:xfrm>
            <a:off x="565150" y="2655888"/>
            <a:ext cx="1130300" cy="658813"/>
          </a:xfrm>
          <a:prstGeom prst="homePlate">
            <a:avLst>
              <a:gd name="adj" fmla="val 22447"/>
            </a:avLst>
          </a:prstGeom>
          <a:solidFill>
            <a:srgbClr val="E7E6E6"/>
          </a:solidFill>
          <a:ln>
            <a:noFill/>
          </a:ln>
        </p:spPr>
        <p:txBody>
          <a:bodyPr lIns="0" tIns="0" rIns="0" bIns="0" anchor="ctr"/>
          <a:lstStyle>
            <a:lvl1pPr defTabSz="913130">
              <a:defRPr sz="1200">
                <a:solidFill>
                  <a:schemeClr val="tx1"/>
                </a:solidFill>
                <a:latin typeface="Arial" panose="020B0604020202020204" pitchFamily="34" charset="0"/>
                <a:ea typeface="宋体" panose="02010600030101010101" pitchFamily="2" charset="-122"/>
              </a:defRPr>
            </a:lvl1pPr>
            <a:lvl2pPr marL="742950" indent="-285750" defTabSz="913130">
              <a:defRPr sz="1200">
                <a:solidFill>
                  <a:schemeClr val="tx1"/>
                </a:solidFill>
                <a:latin typeface="Arial" panose="020B0604020202020204" pitchFamily="34" charset="0"/>
                <a:ea typeface="宋体" panose="02010600030101010101" pitchFamily="2" charset="-122"/>
              </a:defRPr>
            </a:lvl2pPr>
            <a:lvl3pPr marL="1143000" indent="-228600" defTabSz="913130">
              <a:defRPr sz="1200">
                <a:solidFill>
                  <a:schemeClr val="tx1"/>
                </a:solidFill>
                <a:latin typeface="Arial" panose="020B0604020202020204" pitchFamily="34" charset="0"/>
                <a:ea typeface="宋体" panose="02010600030101010101" pitchFamily="2" charset="-122"/>
              </a:defRPr>
            </a:lvl3pPr>
            <a:lvl4pPr marL="1600200" indent="-228600" defTabSz="913130">
              <a:defRPr sz="1200">
                <a:solidFill>
                  <a:schemeClr val="tx1"/>
                </a:solidFill>
                <a:latin typeface="Arial" panose="020B0604020202020204" pitchFamily="34" charset="0"/>
                <a:ea typeface="宋体" panose="02010600030101010101" pitchFamily="2" charset="-122"/>
              </a:defRPr>
            </a:lvl4pPr>
            <a:lvl5pPr marL="2057400" indent="-228600" defTabSz="913130">
              <a:defRPr sz="1200">
                <a:solidFill>
                  <a:schemeClr val="tx1"/>
                </a:solidFill>
                <a:latin typeface="Arial" panose="020B0604020202020204" pitchFamily="34" charset="0"/>
                <a:ea typeface="宋体" panose="02010600030101010101" pitchFamily="2" charset="-122"/>
              </a:defRPr>
            </a:lvl5pPr>
            <a:lvl6pPr marL="25146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ctr" defTabSz="913130" rtl="0" eaLnBrk="1" fontAlgn="base" latinLnBrk="0" hangingPunct="1">
              <a:lnSpc>
                <a:spcPct val="100000"/>
              </a:lnSpc>
              <a:spcBef>
                <a:spcPct val="30000"/>
              </a:spcBef>
              <a:spcAft>
                <a:spcPct val="0"/>
              </a:spcAft>
              <a:buClr>
                <a:srgbClr val="CC0033"/>
              </a:buClr>
              <a:buSzTx/>
              <a:buFont typeface="Audi Type" pitchFamily="34" charset="0"/>
              <a:buNone/>
              <a:defRPr/>
            </a:pPr>
            <a:endParaRPr kumimoji="0" lang="zh-CN" alt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Text Box 8"/>
          <p:cNvSpPr txBox="1">
            <a:spLocks noChangeArrowheads="1"/>
          </p:cNvSpPr>
          <p:nvPr/>
        </p:nvSpPr>
        <p:spPr bwMode="auto">
          <a:xfrm>
            <a:off x="642938" y="2862263"/>
            <a:ext cx="879475" cy="246063"/>
          </a:xfrm>
          <a:prstGeom prst="rect">
            <a:avLst/>
          </a:prstGeom>
          <a:noFill/>
          <a:ln>
            <a:noFill/>
          </a:ln>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2</a:t>
            </a:r>
            <a:endPar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25608" name="Freeform 9"/>
          <p:cNvSpPr/>
          <p:nvPr userDrawn="1"/>
        </p:nvSpPr>
        <p:spPr>
          <a:xfrm>
            <a:off x="1635125" y="2655888"/>
            <a:ext cx="6897688" cy="658812"/>
          </a:xfrm>
          <a:custGeom>
            <a:avLst/>
            <a:gdLst>
              <a:gd name="txL" fmla="*/ 0 w 4538"/>
              <a:gd name="txT" fmla="*/ 0 h 1080"/>
              <a:gd name="txR" fmla="*/ 4538 w 4538"/>
              <a:gd name="txB" fmla="*/ 1080 h 1080"/>
            </a:gdLst>
            <a:ahLst/>
            <a:cxnLst>
              <a:cxn ang="0">
                <a:pos x="2147483646" y="0"/>
              </a:cxn>
              <a:cxn ang="0">
                <a:pos x="0" y="0"/>
              </a:cxn>
              <a:cxn ang="0">
                <a:pos x="2147483646" y="2147483646"/>
              </a:cxn>
              <a:cxn ang="0">
                <a:pos x="0" y="2147483646"/>
              </a:cxn>
              <a:cxn ang="0">
                <a:pos x="2147483646" y="2147483646"/>
              </a:cxn>
              <a:cxn ang="0">
                <a:pos x="2147483646" y="0"/>
              </a:cxn>
            </a:cxnLst>
            <a:rect l="txL" t="txT" r="txR" b="txB"/>
            <a:pathLst>
              <a:path w="4538" h="1080">
                <a:moveTo>
                  <a:pt x="4538" y="0"/>
                </a:moveTo>
                <a:lnTo>
                  <a:pt x="0" y="0"/>
                </a:lnTo>
                <a:lnTo>
                  <a:pt x="105" y="541"/>
                </a:lnTo>
                <a:lnTo>
                  <a:pt x="0" y="1080"/>
                </a:lnTo>
                <a:lnTo>
                  <a:pt x="4538" y="1080"/>
                </a:lnTo>
                <a:lnTo>
                  <a:pt x="4538" y="0"/>
                </a:lnTo>
              </a:path>
            </a:pathLst>
          </a:custGeom>
          <a:solidFill>
            <a:srgbClr val="E7E6E6">
              <a:alpha val="100000"/>
            </a:srgbClr>
          </a:solidFill>
          <a:ln w="6350">
            <a:noFill/>
          </a:ln>
        </p:spPr>
        <p:txBody>
          <a:bodyPr/>
          <a:lstStyle/>
          <a:p>
            <a:endParaRPr lang="zh-CN" altLang="en-US"/>
          </a:p>
        </p:txBody>
      </p:sp>
      <p:sp>
        <p:nvSpPr>
          <p:cNvPr id="25609" name="AutoShape 11"/>
          <p:cNvSpPr/>
          <p:nvPr userDrawn="1"/>
        </p:nvSpPr>
        <p:spPr>
          <a:xfrm>
            <a:off x="565150" y="1757363"/>
            <a:ext cx="1130300" cy="658812"/>
          </a:xfrm>
          <a:prstGeom prst="homePlate">
            <a:avLst>
              <a:gd name="adj" fmla="val 22446"/>
            </a:avLst>
          </a:prstGeom>
          <a:solidFill>
            <a:srgbClr val="E7E6E6"/>
          </a:solidFill>
          <a:ln w="6350">
            <a:noFill/>
          </a:ln>
        </p:spPr>
        <p:txBody>
          <a:bodyPr lIns="0" tIns="0" rIns="0" bIns="0" anchor="ctr"/>
          <a:lstStyle/>
          <a:p>
            <a:pPr lvl="0" algn="ctr" eaLnBrk="1" hangingPunct="1">
              <a:spcBef>
                <a:spcPct val="30000"/>
              </a:spcBef>
              <a:buClr>
                <a:srgbClr val="CC0033"/>
              </a:buClr>
              <a:buFont typeface="Audi Type" pitchFamily="34" charset="0"/>
            </a:pPr>
            <a:endParaRPr lang="zh-CN" altLang="en-US" sz="1600" dirty="0">
              <a:solidFill>
                <a:srgbClr val="000000"/>
              </a:solidFill>
              <a:latin typeface="微软雅黑" panose="020B0503020204020204" pitchFamily="34" charset="-122"/>
              <a:ea typeface="微软雅黑" panose="020B0503020204020204" pitchFamily="34" charset="-122"/>
            </a:endParaRPr>
          </a:p>
        </p:txBody>
      </p:sp>
      <p:sp>
        <p:nvSpPr>
          <p:cNvPr id="12" name="Text Box 12"/>
          <p:cNvSpPr txBox="1">
            <a:spLocks noChangeArrowheads="1"/>
          </p:cNvSpPr>
          <p:nvPr/>
        </p:nvSpPr>
        <p:spPr bwMode="auto">
          <a:xfrm>
            <a:off x="642938" y="1963738"/>
            <a:ext cx="879475" cy="246063"/>
          </a:xfrm>
          <a:prstGeom prst="rect">
            <a:avLst/>
          </a:prstGeom>
          <a:noFill/>
          <a:ln>
            <a:noFill/>
          </a:ln>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25611" name="Freeform 13"/>
          <p:cNvSpPr/>
          <p:nvPr userDrawn="1"/>
        </p:nvSpPr>
        <p:spPr>
          <a:xfrm>
            <a:off x="1635125" y="1757363"/>
            <a:ext cx="6897688" cy="658812"/>
          </a:xfrm>
          <a:custGeom>
            <a:avLst/>
            <a:gdLst>
              <a:gd name="txL" fmla="*/ 0 w 4538"/>
              <a:gd name="txT" fmla="*/ 0 h 1080"/>
              <a:gd name="txR" fmla="*/ 4538 w 4538"/>
              <a:gd name="txB" fmla="*/ 1080 h 1080"/>
            </a:gdLst>
            <a:ahLst/>
            <a:cxnLst>
              <a:cxn ang="0">
                <a:pos x="2147483646" y="0"/>
              </a:cxn>
              <a:cxn ang="0">
                <a:pos x="0" y="0"/>
              </a:cxn>
              <a:cxn ang="0">
                <a:pos x="2147483646" y="2147483646"/>
              </a:cxn>
              <a:cxn ang="0">
                <a:pos x="0" y="2147483646"/>
              </a:cxn>
              <a:cxn ang="0">
                <a:pos x="2147483646" y="2147483646"/>
              </a:cxn>
              <a:cxn ang="0">
                <a:pos x="2147483646" y="0"/>
              </a:cxn>
            </a:cxnLst>
            <a:rect l="txL" t="txT" r="txR" b="txB"/>
            <a:pathLst>
              <a:path w="4538" h="1080">
                <a:moveTo>
                  <a:pt x="4538" y="0"/>
                </a:moveTo>
                <a:lnTo>
                  <a:pt x="0" y="0"/>
                </a:lnTo>
                <a:lnTo>
                  <a:pt x="105" y="541"/>
                </a:lnTo>
                <a:lnTo>
                  <a:pt x="0" y="1080"/>
                </a:lnTo>
                <a:lnTo>
                  <a:pt x="4538" y="1080"/>
                </a:lnTo>
                <a:lnTo>
                  <a:pt x="4538" y="0"/>
                </a:lnTo>
              </a:path>
            </a:pathLst>
          </a:custGeom>
          <a:solidFill>
            <a:srgbClr val="E7E6E6">
              <a:alpha val="100000"/>
            </a:srgbClr>
          </a:solidFill>
          <a:ln w="6350">
            <a:noFill/>
          </a:ln>
        </p:spPr>
        <p:txBody>
          <a:bodyPr/>
          <a:lstStyle/>
          <a:p>
            <a:endParaRPr lang="zh-CN" altLang="en-US"/>
          </a:p>
        </p:txBody>
      </p:sp>
      <p:sp>
        <p:nvSpPr>
          <p:cNvPr id="14" name="AutoShape 7"/>
          <p:cNvSpPr>
            <a:spLocks noChangeArrowheads="1"/>
          </p:cNvSpPr>
          <p:nvPr/>
        </p:nvSpPr>
        <p:spPr bwMode="auto">
          <a:xfrm>
            <a:off x="574675" y="3552825"/>
            <a:ext cx="1130300" cy="658813"/>
          </a:xfrm>
          <a:prstGeom prst="homePlate">
            <a:avLst>
              <a:gd name="adj" fmla="val 22447"/>
            </a:avLst>
          </a:prstGeom>
          <a:solidFill>
            <a:srgbClr val="E7E6E6"/>
          </a:solidFill>
          <a:ln>
            <a:noFill/>
          </a:ln>
        </p:spPr>
        <p:txBody>
          <a:bodyPr lIns="0" tIns="0" rIns="0" bIns="0" anchor="ctr"/>
          <a:lstStyle>
            <a:lvl1pPr defTabSz="913130">
              <a:defRPr sz="1200">
                <a:solidFill>
                  <a:schemeClr val="tx1"/>
                </a:solidFill>
                <a:latin typeface="Arial" panose="020B0604020202020204" pitchFamily="34" charset="0"/>
                <a:ea typeface="宋体" panose="02010600030101010101" pitchFamily="2" charset="-122"/>
              </a:defRPr>
            </a:lvl1pPr>
            <a:lvl2pPr marL="742950" indent="-285750" defTabSz="913130">
              <a:defRPr sz="1200">
                <a:solidFill>
                  <a:schemeClr val="tx1"/>
                </a:solidFill>
                <a:latin typeface="Arial" panose="020B0604020202020204" pitchFamily="34" charset="0"/>
                <a:ea typeface="宋体" panose="02010600030101010101" pitchFamily="2" charset="-122"/>
              </a:defRPr>
            </a:lvl2pPr>
            <a:lvl3pPr marL="1143000" indent="-228600" defTabSz="913130">
              <a:defRPr sz="1200">
                <a:solidFill>
                  <a:schemeClr val="tx1"/>
                </a:solidFill>
                <a:latin typeface="Arial" panose="020B0604020202020204" pitchFamily="34" charset="0"/>
                <a:ea typeface="宋体" panose="02010600030101010101" pitchFamily="2" charset="-122"/>
              </a:defRPr>
            </a:lvl3pPr>
            <a:lvl4pPr marL="1600200" indent="-228600" defTabSz="913130">
              <a:defRPr sz="1200">
                <a:solidFill>
                  <a:schemeClr val="tx1"/>
                </a:solidFill>
                <a:latin typeface="Arial" panose="020B0604020202020204" pitchFamily="34" charset="0"/>
                <a:ea typeface="宋体" panose="02010600030101010101" pitchFamily="2" charset="-122"/>
              </a:defRPr>
            </a:lvl4pPr>
            <a:lvl5pPr marL="2057400" indent="-228600" defTabSz="913130">
              <a:defRPr sz="1200">
                <a:solidFill>
                  <a:schemeClr val="tx1"/>
                </a:solidFill>
                <a:latin typeface="Arial" panose="020B0604020202020204" pitchFamily="34" charset="0"/>
                <a:ea typeface="宋体" panose="02010600030101010101" pitchFamily="2" charset="-122"/>
              </a:defRPr>
            </a:lvl5pPr>
            <a:lvl6pPr marL="25146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ctr" defTabSz="913130" rtl="0" eaLnBrk="1" fontAlgn="base" latinLnBrk="0" hangingPunct="1">
              <a:lnSpc>
                <a:spcPct val="100000"/>
              </a:lnSpc>
              <a:spcBef>
                <a:spcPct val="30000"/>
              </a:spcBef>
              <a:spcAft>
                <a:spcPct val="0"/>
              </a:spcAft>
              <a:buClr>
                <a:srgbClr val="CC0033"/>
              </a:buClr>
              <a:buSzTx/>
              <a:buFont typeface="Audi Type" pitchFamily="34" charset="0"/>
              <a:buNone/>
              <a:defRPr/>
            </a:pPr>
            <a:endParaRPr kumimoji="0" lang="zh-CN" alt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Text Box 8"/>
          <p:cNvSpPr txBox="1">
            <a:spLocks noChangeArrowheads="1"/>
          </p:cNvSpPr>
          <p:nvPr/>
        </p:nvSpPr>
        <p:spPr bwMode="auto">
          <a:xfrm>
            <a:off x="652463" y="3760788"/>
            <a:ext cx="879475" cy="246063"/>
          </a:xfrm>
          <a:prstGeom prst="rect">
            <a:avLst/>
          </a:prstGeom>
          <a:noFill/>
          <a:ln>
            <a:noFill/>
          </a:ln>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3</a:t>
            </a:r>
            <a:endPar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25614" name="Freeform 9"/>
          <p:cNvSpPr/>
          <p:nvPr userDrawn="1"/>
        </p:nvSpPr>
        <p:spPr>
          <a:xfrm>
            <a:off x="1644650" y="3552825"/>
            <a:ext cx="6897688" cy="658813"/>
          </a:xfrm>
          <a:custGeom>
            <a:avLst/>
            <a:gdLst>
              <a:gd name="txL" fmla="*/ 0 w 4538"/>
              <a:gd name="txT" fmla="*/ 0 h 1080"/>
              <a:gd name="txR" fmla="*/ 4538 w 4538"/>
              <a:gd name="txB" fmla="*/ 1080 h 1080"/>
            </a:gdLst>
            <a:ahLst/>
            <a:cxnLst>
              <a:cxn ang="0">
                <a:pos x="2147483646" y="0"/>
              </a:cxn>
              <a:cxn ang="0">
                <a:pos x="0" y="0"/>
              </a:cxn>
              <a:cxn ang="0">
                <a:pos x="2147483646" y="2147483646"/>
              </a:cxn>
              <a:cxn ang="0">
                <a:pos x="0" y="2147483646"/>
              </a:cxn>
              <a:cxn ang="0">
                <a:pos x="2147483646" y="2147483646"/>
              </a:cxn>
              <a:cxn ang="0">
                <a:pos x="2147483646" y="0"/>
              </a:cxn>
            </a:cxnLst>
            <a:rect l="txL" t="txT" r="txR" b="txB"/>
            <a:pathLst>
              <a:path w="4538" h="1080">
                <a:moveTo>
                  <a:pt x="4538" y="0"/>
                </a:moveTo>
                <a:lnTo>
                  <a:pt x="0" y="0"/>
                </a:lnTo>
                <a:lnTo>
                  <a:pt x="105" y="541"/>
                </a:lnTo>
                <a:lnTo>
                  <a:pt x="0" y="1080"/>
                </a:lnTo>
                <a:lnTo>
                  <a:pt x="4538" y="1080"/>
                </a:lnTo>
                <a:lnTo>
                  <a:pt x="4538" y="0"/>
                </a:lnTo>
              </a:path>
            </a:pathLst>
          </a:custGeom>
          <a:solidFill>
            <a:srgbClr val="E7E6E6">
              <a:alpha val="100000"/>
            </a:srgbClr>
          </a:solidFill>
          <a:ln w="6350">
            <a:noFill/>
          </a:ln>
        </p:spPr>
        <p:txBody>
          <a:bodyPr/>
          <a:lstStyle/>
          <a:p>
            <a:endParaRPr lang="zh-CN" altLang="en-US"/>
          </a:p>
        </p:txBody>
      </p:sp>
      <p:sp>
        <p:nvSpPr>
          <p:cNvPr id="17" name="AutoShape 7"/>
          <p:cNvSpPr>
            <a:spLocks noChangeArrowheads="1"/>
          </p:cNvSpPr>
          <p:nvPr/>
        </p:nvSpPr>
        <p:spPr bwMode="auto">
          <a:xfrm>
            <a:off x="584200" y="4451350"/>
            <a:ext cx="1130300" cy="658813"/>
          </a:xfrm>
          <a:prstGeom prst="homePlate">
            <a:avLst>
              <a:gd name="adj" fmla="val 22447"/>
            </a:avLst>
          </a:prstGeom>
          <a:solidFill>
            <a:srgbClr val="E7E6E6"/>
          </a:solidFill>
          <a:ln>
            <a:noFill/>
          </a:ln>
        </p:spPr>
        <p:txBody>
          <a:bodyPr lIns="0" tIns="0" rIns="0" bIns="0" anchor="ctr"/>
          <a:lstStyle>
            <a:lvl1pPr defTabSz="913130">
              <a:defRPr sz="1200">
                <a:solidFill>
                  <a:schemeClr val="tx1"/>
                </a:solidFill>
                <a:latin typeface="Arial" panose="020B0604020202020204" pitchFamily="34" charset="0"/>
                <a:ea typeface="宋体" panose="02010600030101010101" pitchFamily="2" charset="-122"/>
              </a:defRPr>
            </a:lvl1pPr>
            <a:lvl2pPr marL="742950" indent="-285750" defTabSz="913130">
              <a:defRPr sz="1200">
                <a:solidFill>
                  <a:schemeClr val="tx1"/>
                </a:solidFill>
                <a:latin typeface="Arial" panose="020B0604020202020204" pitchFamily="34" charset="0"/>
                <a:ea typeface="宋体" panose="02010600030101010101" pitchFamily="2" charset="-122"/>
              </a:defRPr>
            </a:lvl2pPr>
            <a:lvl3pPr marL="1143000" indent="-228600" defTabSz="913130">
              <a:defRPr sz="1200">
                <a:solidFill>
                  <a:schemeClr val="tx1"/>
                </a:solidFill>
                <a:latin typeface="Arial" panose="020B0604020202020204" pitchFamily="34" charset="0"/>
                <a:ea typeface="宋体" panose="02010600030101010101" pitchFamily="2" charset="-122"/>
              </a:defRPr>
            </a:lvl3pPr>
            <a:lvl4pPr marL="1600200" indent="-228600" defTabSz="913130">
              <a:defRPr sz="1200">
                <a:solidFill>
                  <a:schemeClr val="tx1"/>
                </a:solidFill>
                <a:latin typeface="Arial" panose="020B0604020202020204" pitchFamily="34" charset="0"/>
                <a:ea typeface="宋体" panose="02010600030101010101" pitchFamily="2" charset="-122"/>
              </a:defRPr>
            </a:lvl4pPr>
            <a:lvl5pPr marL="2057400" indent="-228600" defTabSz="913130">
              <a:defRPr sz="1200">
                <a:solidFill>
                  <a:schemeClr val="tx1"/>
                </a:solidFill>
                <a:latin typeface="Arial" panose="020B0604020202020204" pitchFamily="34" charset="0"/>
                <a:ea typeface="宋体" panose="02010600030101010101" pitchFamily="2" charset="-122"/>
              </a:defRPr>
            </a:lvl5pPr>
            <a:lvl6pPr marL="25146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131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ctr" defTabSz="913130" rtl="0" eaLnBrk="1" fontAlgn="base" latinLnBrk="0" hangingPunct="1">
              <a:lnSpc>
                <a:spcPct val="100000"/>
              </a:lnSpc>
              <a:spcBef>
                <a:spcPct val="30000"/>
              </a:spcBef>
              <a:spcAft>
                <a:spcPct val="0"/>
              </a:spcAft>
              <a:buClr>
                <a:srgbClr val="CC0033"/>
              </a:buClr>
              <a:buSzTx/>
              <a:buFont typeface="Audi Type" pitchFamily="34" charset="0"/>
              <a:buNone/>
              <a:defRPr/>
            </a:pPr>
            <a:endParaRPr kumimoji="0" lang="zh-CN" alt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8" name="Text Box 8"/>
          <p:cNvSpPr txBox="1">
            <a:spLocks noChangeArrowheads="1"/>
          </p:cNvSpPr>
          <p:nvPr/>
        </p:nvSpPr>
        <p:spPr bwMode="auto">
          <a:xfrm>
            <a:off x="661988" y="4659313"/>
            <a:ext cx="879475" cy="246063"/>
          </a:xfrm>
          <a:prstGeom prst="rect">
            <a:avLst/>
          </a:prstGeom>
          <a:noFill/>
          <a:ln>
            <a:noFill/>
          </a:ln>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4</a:t>
            </a:r>
            <a:endPar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25617" name="Freeform 9"/>
          <p:cNvSpPr/>
          <p:nvPr userDrawn="1"/>
        </p:nvSpPr>
        <p:spPr>
          <a:xfrm>
            <a:off x="1654175" y="4451350"/>
            <a:ext cx="6897688" cy="658813"/>
          </a:xfrm>
          <a:custGeom>
            <a:avLst/>
            <a:gdLst>
              <a:gd name="txL" fmla="*/ 0 w 4538"/>
              <a:gd name="txT" fmla="*/ 0 h 1080"/>
              <a:gd name="txR" fmla="*/ 4538 w 4538"/>
              <a:gd name="txB" fmla="*/ 1080 h 1080"/>
            </a:gdLst>
            <a:ahLst/>
            <a:cxnLst>
              <a:cxn ang="0">
                <a:pos x="2147483646" y="0"/>
              </a:cxn>
              <a:cxn ang="0">
                <a:pos x="0" y="0"/>
              </a:cxn>
              <a:cxn ang="0">
                <a:pos x="2147483646" y="2147483646"/>
              </a:cxn>
              <a:cxn ang="0">
                <a:pos x="0" y="2147483646"/>
              </a:cxn>
              <a:cxn ang="0">
                <a:pos x="2147483646" y="2147483646"/>
              </a:cxn>
              <a:cxn ang="0">
                <a:pos x="2147483646" y="0"/>
              </a:cxn>
            </a:cxnLst>
            <a:rect l="txL" t="txT" r="txR" b="txB"/>
            <a:pathLst>
              <a:path w="4538" h="1080">
                <a:moveTo>
                  <a:pt x="4538" y="0"/>
                </a:moveTo>
                <a:lnTo>
                  <a:pt x="0" y="0"/>
                </a:lnTo>
                <a:lnTo>
                  <a:pt x="105" y="541"/>
                </a:lnTo>
                <a:lnTo>
                  <a:pt x="0" y="1080"/>
                </a:lnTo>
                <a:lnTo>
                  <a:pt x="4538" y="1080"/>
                </a:lnTo>
                <a:lnTo>
                  <a:pt x="4538" y="0"/>
                </a:lnTo>
              </a:path>
            </a:pathLst>
          </a:custGeom>
          <a:solidFill>
            <a:srgbClr val="E7E6E6">
              <a:alpha val="100000"/>
            </a:srgbClr>
          </a:solidFill>
          <a:ln w="6350">
            <a:noFill/>
          </a:ln>
        </p:spPr>
        <p:txBody>
          <a:bodyPr/>
          <a:lstStyle/>
          <a:p>
            <a:endParaRPr lang="zh-CN" altLang="en-US"/>
          </a:p>
        </p:txBody>
      </p:sp>
      <p:sp>
        <p:nvSpPr>
          <p:cNvPr id="26" name="Textplatzhalter 3"/>
          <p:cNvSpPr>
            <a:spLocks noGrp="1"/>
          </p:cNvSpPr>
          <p:nvPr>
            <p:ph type="body" sz="quarter" idx="17"/>
          </p:nvPr>
        </p:nvSpPr>
        <p:spPr bwMode="gray">
          <a:xfrm>
            <a:off x="1907209" y="2788929"/>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lvl="0"/>
            <a:r>
              <a:rPr lang="zh-CN" altLang="en-US" noProof="0"/>
              <a:t>单击此处编辑母版文本样式</a:t>
            </a:r>
            <a:endParaRPr lang="zh-CN" altLang="en-US" noProof="0"/>
          </a:p>
        </p:txBody>
      </p:sp>
      <p:sp>
        <p:nvSpPr>
          <p:cNvPr id="27" name="Textplatzhalter 3"/>
          <p:cNvSpPr>
            <a:spLocks noGrp="1"/>
          </p:cNvSpPr>
          <p:nvPr>
            <p:ph type="body" sz="quarter" idx="18"/>
          </p:nvPr>
        </p:nvSpPr>
        <p:spPr bwMode="gray">
          <a:xfrm>
            <a:off x="1907209" y="3685029"/>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lvl="0"/>
            <a:r>
              <a:rPr lang="zh-CN" altLang="en-US" noProof="0"/>
              <a:t>单击此处编辑母版文本样式</a:t>
            </a:r>
            <a:endParaRPr lang="zh-CN" altLang="en-US" noProof="0"/>
          </a:p>
        </p:txBody>
      </p:sp>
      <p:sp>
        <p:nvSpPr>
          <p:cNvPr id="28" name="Textplatzhalter 3"/>
          <p:cNvSpPr>
            <a:spLocks noGrp="1"/>
          </p:cNvSpPr>
          <p:nvPr>
            <p:ph type="body" sz="quarter" idx="19"/>
          </p:nvPr>
        </p:nvSpPr>
        <p:spPr bwMode="gray">
          <a:xfrm>
            <a:off x="1907209" y="4581128"/>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lvl="0"/>
            <a:r>
              <a:rPr lang="zh-CN" altLang="en-US" noProof="0"/>
              <a:t>单击此处编辑母版文本样式</a:t>
            </a:r>
            <a:endParaRPr lang="zh-CN" altLang="en-US" noProof="0"/>
          </a:p>
        </p:txBody>
      </p:sp>
      <p:sp>
        <p:nvSpPr>
          <p:cNvPr id="29" name="Textplatzhalter 3"/>
          <p:cNvSpPr>
            <a:spLocks noGrp="1"/>
          </p:cNvSpPr>
          <p:nvPr>
            <p:ph type="body" sz="quarter" idx="20"/>
          </p:nvPr>
        </p:nvSpPr>
        <p:spPr bwMode="gray">
          <a:xfrm>
            <a:off x="1907209" y="1892829"/>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lvl="0"/>
            <a:r>
              <a:rPr lang="zh-CN" altLang="en-US" noProof="0"/>
              <a:t>单击此处编辑母版文本样式</a:t>
            </a:r>
            <a:endParaRPr lang="zh-CN" altLang="en-US" noProof="0"/>
          </a:p>
        </p:txBody>
      </p:sp>
      <p:sp>
        <p:nvSpPr>
          <p:cNvPr id="19" name="标题占位符 1"/>
          <p:cNvSpPr>
            <a:spLocks noGrp="1"/>
          </p:cNvSpPr>
          <p:nvPr>
            <p:ph type="title"/>
          </p:nvPr>
        </p:nvSpPr>
        <p:spPr>
          <a:xfrm>
            <a:off x="457200" y="274637"/>
            <a:ext cx="8229600" cy="1143000"/>
          </a:xfrm>
          <a:prstGeom prst="rect">
            <a:avLst/>
          </a:prstGeom>
        </p:spPr>
        <p:txBody>
          <a:bodyPr rtlCol="0">
            <a:normAutofit/>
          </a:bodyPr>
          <a:lstStyle>
            <a:lvl1pPr>
              <a:defRPr/>
            </a:lvl1pPr>
          </a:lstStyle>
          <a:p>
            <a:r>
              <a:rPr lang="zh-CN" altLang="en-US"/>
              <a:t>单击此处编辑母版标题样式</a:t>
            </a:r>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文本2">
    <p:bg>
      <p:bgPr>
        <a:solidFill>
          <a:schemeClr val="bg1"/>
        </a:solidFill>
        <a:effectLst/>
      </p:bgPr>
    </p:bg>
    <p:spTree>
      <p:nvGrpSpPr>
        <p:cNvPr id="1" name=""/>
        <p:cNvGrpSpPr/>
        <p:nvPr/>
      </p:nvGrpSpPr>
      <p:grpSpPr>
        <a:xfrm>
          <a:off x="0" y="0"/>
          <a:ext cx="0" cy="0"/>
          <a:chOff x="0" y="0"/>
          <a:chExt cx="0" cy="0"/>
        </a:xfrm>
      </p:grpSpPr>
      <p:cxnSp>
        <p:nvCxnSpPr>
          <p:cNvPr id="26630" name="Gerade Verbindung 10"/>
          <p:cNvCxnSpPr/>
          <p:nvPr userDrawn="1"/>
        </p:nvCxnSpPr>
        <p:spPr>
          <a:xfrm>
            <a:off x="4795838" y="2266950"/>
            <a:ext cx="3887787" cy="0"/>
          </a:xfrm>
          <a:prstGeom prst="line">
            <a:avLst/>
          </a:prstGeom>
          <a:ln w="28575" cap="flat" cmpd="sng">
            <a:solidFill>
              <a:schemeClr val="bg2"/>
            </a:solidFill>
            <a:prstDash val="solid"/>
            <a:headEnd type="none" w="med" len="med"/>
            <a:tailEnd type="none" w="med" len="med"/>
          </a:ln>
        </p:spPr>
      </p:cxnSp>
      <p:cxnSp>
        <p:nvCxnSpPr>
          <p:cNvPr id="26631" name="Gerade Verbindung 10"/>
          <p:cNvCxnSpPr/>
          <p:nvPr userDrawn="1"/>
        </p:nvCxnSpPr>
        <p:spPr>
          <a:xfrm>
            <a:off x="477838" y="2276475"/>
            <a:ext cx="3887787" cy="0"/>
          </a:xfrm>
          <a:prstGeom prst="line">
            <a:avLst/>
          </a:prstGeom>
          <a:ln w="28575" cap="flat" cmpd="sng">
            <a:solidFill>
              <a:schemeClr val="bg2"/>
            </a:solidFill>
            <a:prstDash val="solid"/>
            <a:headEnd type="none" w="med" len="med"/>
            <a:tailEnd type="none" w="med" len="med"/>
          </a:ln>
        </p:spPr>
      </p:cxnSp>
      <p:sp>
        <p:nvSpPr>
          <p:cNvPr id="9" name="Textplatzhalter 3"/>
          <p:cNvSpPr>
            <a:spLocks noGrp="1"/>
          </p:cNvSpPr>
          <p:nvPr>
            <p:ph type="body" sz="quarter" idx="16"/>
          </p:nvPr>
        </p:nvSpPr>
        <p:spPr bwMode="gray">
          <a:xfrm>
            <a:off x="450967" y="1508360"/>
            <a:ext cx="3898776" cy="768512"/>
          </a:xfrm>
          <a:prstGeom prst="rect">
            <a:avLst/>
          </a:prstGeom>
          <a:noFill/>
        </p:spPr>
        <p:txBody>
          <a:bodyPr lIns="0" tIns="108000" bIns="10800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2400" b="0" baseline="0">
                <a:solidFill>
                  <a:schemeClr val="bg2"/>
                </a:solidFill>
                <a:latin typeface="Audi Type"/>
                <a:ea typeface="微软雅黑" panose="020B0503020204020204" pitchFamily="34" charset="-122"/>
              </a:defRPr>
            </a:lvl1pPr>
          </a:lstStyle>
          <a:p>
            <a:pPr lvl="0"/>
            <a:r>
              <a:rPr lang="zh-CN" altLang="en-US" noProof="0"/>
              <a:t>单击此处编辑母版文本样式</a:t>
            </a:r>
            <a:endParaRPr lang="zh-CN" altLang="en-US" noProof="0"/>
          </a:p>
        </p:txBody>
      </p:sp>
      <p:sp>
        <p:nvSpPr>
          <p:cNvPr id="14" name="Textplatzhalter 3"/>
          <p:cNvSpPr>
            <a:spLocks noGrp="1"/>
          </p:cNvSpPr>
          <p:nvPr>
            <p:ph type="body" sz="quarter" idx="17"/>
          </p:nvPr>
        </p:nvSpPr>
        <p:spPr bwMode="gray">
          <a:xfrm>
            <a:off x="4768270" y="1508360"/>
            <a:ext cx="3915355" cy="768513"/>
          </a:xfrm>
          <a:prstGeom prst="rect">
            <a:avLst/>
          </a:prstGeom>
          <a:noFill/>
        </p:spPr>
        <p:txBody>
          <a:bodyPr lIns="0" tIns="108000" bIns="10800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2400" b="0" baseline="0">
                <a:solidFill>
                  <a:schemeClr val="bg2"/>
                </a:solidFill>
                <a:latin typeface="Audi Type"/>
                <a:ea typeface="微软雅黑" panose="020B0503020204020204" pitchFamily="34" charset="-122"/>
              </a:defRPr>
            </a:lvl1pPr>
          </a:lstStyle>
          <a:p>
            <a:pPr lvl="0"/>
            <a:r>
              <a:rPr lang="zh-CN" altLang="en-US" noProof="0"/>
              <a:t>单击此处编辑母版文本样式</a:t>
            </a:r>
            <a:endParaRPr lang="zh-CN" altLang="en-US" noProof="0"/>
          </a:p>
        </p:txBody>
      </p:sp>
      <p:sp>
        <p:nvSpPr>
          <p:cNvPr id="12" name="Inhaltsplatzhalter 6"/>
          <p:cNvSpPr>
            <a:spLocks noGrp="1"/>
          </p:cNvSpPr>
          <p:nvPr>
            <p:ph sz="quarter" idx="18"/>
          </p:nvPr>
        </p:nvSpPr>
        <p:spPr bwMode="gray">
          <a:xfrm>
            <a:off x="460375" y="2276872"/>
            <a:ext cx="3895601" cy="3888432"/>
          </a:xfrm>
          <a:prstGeom prst="rect">
            <a:avLst/>
          </a:prstGeom>
        </p:spPr>
        <p:txBody>
          <a:bodyPr/>
          <a:lstStyle>
            <a:lvl1pPr marL="285750" indent="-285750">
              <a:lnSpc>
                <a:spcPct val="150000"/>
              </a:lnSpc>
              <a:buClr>
                <a:schemeClr val="tx1"/>
              </a:buClr>
              <a:buFont typeface="Audi Type" pitchFamily="34" charset="0"/>
              <a:buChar char="•"/>
              <a:defRPr sz="2135" b="0" baseline="0">
                <a:solidFill>
                  <a:schemeClr val="bg2"/>
                </a:solidFill>
                <a:latin typeface="Audi Type"/>
                <a:ea typeface="微软雅黑" panose="020B0503020204020204" pitchFamily="34" charset="-122"/>
              </a:defRPr>
            </a:lvl1pPr>
            <a:lvl2pPr marL="539750" indent="-285750">
              <a:lnSpc>
                <a:spcPct val="150000"/>
              </a:lnSpc>
              <a:buClr>
                <a:schemeClr val="accent1"/>
              </a:buClr>
              <a:buFont typeface="Audi Type" pitchFamily="34" charset="0"/>
              <a:buChar char="•"/>
              <a:defRPr sz="1865" b="0" baseline="0">
                <a:solidFill>
                  <a:schemeClr val="bg2"/>
                </a:solidFill>
                <a:latin typeface="Audi Type"/>
                <a:ea typeface="微软雅黑" panose="020B0503020204020204" pitchFamily="34" charset="-122"/>
              </a:defRPr>
            </a:lvl2pPr>
            <a:lvl3pPr marL="1200150" indent="-285750">
              <a:buFont typeface="Arial" panose="020B0604020202020204" pitchFamily="34" charset="0"/>
              <a:buChar char="•"/>
              <a:defRPr b="0">
                <a:latin typeface="Audi Type"/>
                <a:ea typeface="华康黑体W5(P)" pitchFamily="34" charset="-122"/>
              </a:defRPr>
            </a:lvl3pPr>
          </a:lstStyle>
          <a:p>
            <a:pPr lvl="0"/>
            <a:r>
              <a:rPr lang="zh-CN" altLang="en-US" noProof="0"/>
              <a:t>单击此处编辑母版文本样式</a:t>
            </a:r>
            <a:endParaRPr lang="zh-CN" altLang="en-US" noProof="0"/>
          </a:p>
          <a:p>
            <a:pPr lvl="1"/>
            <a:r>
              <a:rPr lang="zh-CN" altLang="en-US" noProof="0"/>
              <a:t>第二级</a:t>
            </a:r>
            <a:endParaRPr lang="zh-CN" altLang="en-US" noProof="0"/>
          </a:p>
        </p:txBody>
      </p:sp>
      <p:sp>
        <p:nvSpPr>
          <p:cNvPr id="16" name="Inhaltsplatzhalter 6"/>
          <p:cNvSpPr>
            <a:spLocks noGrp="1"/>
          </p:cNvSpPr>
          <p:nvPr>
            <p:ph sz="quarter" idx="19"/>
          </p:nvPr>
        </p:nvSpPr>
        <p:spPr bwMode="gray">
          <a:xfrm>
            <a:off x="4780857" y="2276874"/>
            <a:ext cx="3895601" cy="3912433"/>
          </a:xfrm>
          <a:prstGeom prst="rect">
            <a:avLst/>
          </a:prstGeom>
        </p:spPr>
        <p:txBody>
          <a:bodyPr/>
          <a:lstStyle>
            <a:lvl1pPr marL="285750" indent="-285750">
              <a:lnSpc>
                <a:spcPct val="150000"/>
              </a:lnSpc>
              <a:buClr>
                <a:schemeClr val="tx1"/>
              </a:buClr>
              <a:buFont typeface="Audi Type" pitchFamily="34" charset="0"/>
              <a:buChar char="•"/>
              <a:defRPr sz="2135" b="0" baseline="0">
                <a:solidFill>
                  <a:schemeClr val="bg2"/>
                </a:solidFill>
                <a:latin typeface="Audi Type"/>
                <a:ea typeface="微软雅黑" panose="020B0503020204020204" pitchFamily="34" charset="-122"/>
              </a:defRPr>
            </a:lvl1pPr>
            <a:lvl2pPr marL="539750" indent="-285750">
              <a:lnSpc>
                <a:spcPct val="150000"/>
              </a:lnSpc>
              <a:buClr>
                <a:schemeClr val="accent1"/>
              </a:buClr>
              <a:buFont typeface="Audi Type" pitchFamily="34" charset="0"/>
              <a:buChar char="•"/>
              <a:defRPr sz="1865" b="0" baseline="0">
                <a:solidFill>
                  <a:schemeClr val="bg2"/>
                </a:solidFill>
                <a:latin typeface="Audi Type"/>
                <a:ea typeface="微软雅黑" panose="020B0503020204020204" pitchFamily="34" charset="-122"/>
              </a:defRPr>
            </a:lvl2pPr>
            <a:lvl3pPr marL="1200150" indent="-285750">
              <a:buFont typeface="Arial" panose="020B0604020202020204" pitchFamily="34" charset="0"/>
              <a:buChar char="•"/>
              <a:defRPr b="0">
                <a:latin typeface="Audi Type"/>
                <a:ea typeface="华康黑体W5(P)" pitchFamily="34" charset="-122"/>
              </a:defRPr>
            </a:lvl3pPr>
          </a:lstStyle>
          <a:p>
            <a:pPr lvl="0"/>
            <a:r>
              <a:rPr lang="zh-CN" altLang="en-US" noProof="0"/>
              <a:t>单击此处编辑母版文本样式</a:t>
            </a:r>
            <a:endParaRPr lang="zh-CN" altLang="en-US" noProof="0"/>
          </a:p>
          <a:p>
            <a:pPr lvl="1"/>
            <a:r>
              <a:rPr lang="zh-CN" altLang="en-US" noProof="0"/>
              <a:t>第二级</a:t>
            </a:r>
            <a:endParaRPr lang="zh-CN" altLang="en-US" noProof="0"/>
          </a:p>
        </p:txBody>
      </p:sp>
      <p:sp>
        <p:nvSpPr>
          <p:cNvPr id="13" name="标题占位符 1"/>
          <p:cNvSpPr>
            <a:spLocks noGrp="1"/>
          </p:cNvSpPr>
          <p:nvPr>
            <p:ph type="title" hasCustomPrompt="1"/>
          </p:nvPr>
        </p:nvSpPr>
        <p:spPr>
          <a:xfrm>
            <a:off x="457200" y="274637"/>
            <a:ext cx="8229600" cy="1143000"/>
          </a:xfrm>
          <a:prstGeom prst="rect">
            <a:avLst/>
          </a:prstGeom>
        </p:spPr>
        <p:txBody>
          <a:bodyPr rtlCol="0">
            <a:normAutofit/>
          </a:bodyPr>
          <a:lstStyle>
            <a:lvl1pPr>
              <a:defRPr sz="2135"/>
            </a:lvl1pPr>
          </a:lstStyle>
          <a:p>
            <a:r>
              <a:rPr lang="zh-CN" altLang="en-US" dirty="0"/>
              <a:t>页面标题 </a:t>
            </a:r>
            <a:r>
              <a:rPr lang="en-US" altLang="zh-CN" dirty="0"/>
              <a:t>Page Title</a:t>
            </a:r>
            <a:r>
              <a:rPr lang="zh-CN" altLang="en-US" dirty="0"/>
              <a:t>，微软雅黑 </a:t>
            </a:r>
            <a:r>
              <a:rPr lang="en-US" altLang="zh-CN" dirty="0"/>
              <a:t>Audi Type Extended</a:t>
            </a:r>
            <a:r>
              <a:rPr lang="zh-CN" altLang="en-US" dirty="0"/>
              <a:t>，</a:t>
            </a:r>
            <a:r>
              <a:rPr lang="en-US" altLang="zh-CN" dirty="0"/>
              <a:t>18</a:t>
            </a:r>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过渡页1">
    <p:bg>
      <p:bgPr>
        <a:solidFill>
          <a:schemeClr val="bg1"/>
        </a:solidFill>
        <a:effectLst/>
      </p:bgPr>
    </p:bg>
    <p:spTree>
      <p:nvGrpSpPr>
        <p:cNvPr id="1" name=""/>
        <p:cNvGrpSpPr/>
        <p:nvPr/>
      </p:nvGrpSpPr>
      <p:grpSpPr>
        <a:xfrm>
          <a:off x="0" y="0"/>
          <a:ext cx="0" cy="0"/>
          <a:chOff x="0" y="0"/>
          <a:chExt cx="0" cy="0"/>
        </a:xfrm>
      </p:grpSpPr>
      <p:graphicFrame>
        <p:nvGraphicFramePr>
          <p:cNvPr id="27654" name="对象 9" hidden="1"/>
          <p:cNvGraphicFramePr/>
          <p:nvPr userDrawn="1">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5143" name="" r:id="rId3" imgW="12700" imgH="12700" progId="TCLayout.ActiveDocument.1">
                  <p:embed/>
                </p:oleObj>
              </mc:Choice>
              <mc:Fallback>
                <p:oleObj name="" r:id="rId3" imgW="12700" imgH="12700" progId="TCLayout.ActiveDocument.1">
                  <p:embed/>
                  <p:pic>
                    <p:nvPicPr>
                      <p:cNvPr id="0" name="图片 3077"/>
                      <p:cNvPicPr/>
                      <p:nvPr/>
                    </p:nvPicPr>
                    <p:blipFill>
                      <a:blip r:embed="rId4"/>
                      <a:stretch>
                        <a:fillRect/>
                      </a:stretch>
                    </p:blipFill>
                    <p:spPr>
                      <a:xfrm>
                        <a:off x="0" y="0"/>
                        <a:ext cx="158750" cy="158750"/>
                      </a:xfrm>
                      <a:prstGeom prst="rect">
                        <a:avLst/>
                      </a:prstGeom>
                      <a:noFill/>
                      <a:ln w="38100">
                        <a:noFill/>
                        <a:miter/>
                      </a:ln>
                    </p:spPr>
                  </p:pic>
                </p:oleObj>
              </mc:Fallback>
            </mc:AlternateContent>
          </a:graphicData>
        </a:graphic>
      </p:graphicFrame>
      <p:sp>
        <p:nvSpPr>
          <p:cNvPr id="9" name="Rechteck 5"/>
          <p:cNvSpPr/>
          <p:nvPr>
            <p:custDataLst>
              <p:tags r:id="rId5"/>
            </p:custDataLst>
          </p:nvPr>
        </p:nvSpPr>
        <p:spPr bwMode="gray">
          <a:xfrm>
            <a:off x="0" y="0"/>
            <a:ext cx="9144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dirty="0">
              <a:ln>
                <a:noFill/>
              </a:ln>
              <a:solidFill>
                <a:srgbClr val="CC0033"/>
              </a:solidFill>
              <a:effectLst/>
              <a:uLnTx/>
              <a:uFillTx/>
              <a:latin typeface="+mn-lt"/>
              <a:ea typeface="+mn-ea"/>
              <a:cs typeface="+mn-cs"/>
            </a:endParaRPr>
          </a:p>
        </p:txBody>
      </p:sp>
      <p:sp>
        <p:nvSpPr>
          <p:cNvPr id="27656" name="TextBox 15"/>
          <p:cNvSpPr txBox="1"/>
          <p:nvPr userDrawn="1">
            <p:custDataLst>
              <p:tags r:id="rId6"/>
            </p:custDataLst>
          </p:nvPr>
        </p:nvSpPr>
        <p:spPr>
          <a:xfrm>
            <a:off x="7164388" y="1125538"/>
            <a:ext cx="1655762" cy="276225"/>
          </a:xfrm>
          <a:prstGeom prst="rect">
            <a:avLst/>
          </a:prstGeom>
          <a:noFill/>
          <a:ln w="9525">
            <a:noFill/>
          </a:ln>
        </p:spPr>
        <p:txBody>
          <a:bodyPr>
            <a:spAutoFit/>
          </a:bodyPr>
          <a:lstStyle/>
          <a:p>
            <a:pPr lvl="0" algn="ctr" eaLnBrk="1" hangingPunct="1"/>
            <a:r>
              <a:rPr lang="en-US" altLang="zh-CN" dirty="0">
                <a:solidFill>
                  <a:srgbClr val="FFFFFF"/>
                </a:solidFill>
                <a:latin typeface="Audi Type" pitchFamily="34" charset="0"/>
                <a:ea typeface="微软雅黑" panose="020B0503020204020204" pitchFamily="34" charset="-122"/>
              </a:rPr>
              <a:t>Transition Page</a:t>
            </a:r>
            <a:endParaRPr lang="en-US" altLang="zh-CN" dirty="0">
              <a:solidFill>
                <a:srgbClr val="FFFFFF"/>
              </a:solidFill>
              <a:latin typeface="Audi Type" pitchFamily="34" charset="0"/>
              <a:ea typeface="微软雅黑" panose="020B0503020204020204" pitchFamily="34" charset="-122"/>
            </a:endParaRPr>
          </a:p>
        </p:txBody>
      </p:sp>
      <p:sp>
        <p:nvSpPr>
          <p:cNvPr id="27657" name="文本框 8"/>
          <p:cNvSpPr txBox="1"/>
          <p:nvPr userDrawn="1">
            <p:custDataLst>
              <p:tags r:id="rId7"/>
            </p:custDataLst>
          </p:nvPr>
        </p:nvSpPr>
        <p:spPr>
          <a:xfrm>
            <a:off x="7235825" y="757238"/>
            <a:ext cx="1512888" cy="368300"/>
          </a:xfrm>
          <a:prstGeom prst="rect">
            <a:avLst/>
          </a:prstGeom>
          <a:noFill/>
          <a:ln w="9525">
            <a:noFill/>
          </a:ln>
        </p:spPr>
        <p:txBody>
          <a:bodyPr>
            <a:spAutoFit/>
          </a:bodyPr>
          <a:lstStyle/>
          <a:p>
            <a:pPr lvl="0" algn="ctr" eaLnBrk="1" hangingPunct="1"/>
            <a:r>
              <a:rPr lang="zh-CN" altLang="en-US" sz="1800" b="1" dirty="0">
                <a:solidFill>
                  <a:srgbClr val="FFFFFF"/>
                </a:solidFill>
                <a:latin typeface="Audi Type" pitchFamily="34" charset="0"/>
                <a:ea typeface="微软雅黑" panose="020B0503020204020204" pitchFamily="34" charset="-122"/>
              </a:rPr>
              <a:t>过渡页</a:t>
            </a:r>
            <a:endParaRPr lang="zh-CN" altLang="en-US" sz="1800" b="1" dirty="0">
              <a:solidFill>
                <a:srgbClr val="FFFFFF"/>
              </a:solidFill>
              <a:latin typeface="Audi Type" pitchFamily="34" charset="0"/>
              <a:ea typeface="微软雅黑" panose="020B0503020204020204" pitchFamily="34" charset="-122"/>
            </a:endParaRPr>
          </a:p>
        </p:txBody>
      </p:sp>
      <p:cxnSp>
        <p:nvCxnSpPr>
          <p:cNvPr id="27658" name="直接连接符 13"/>
          <p:cNvCxnSpPr/>
          <p:nvPr userDrawn="1">
            <p:custDataLst>
              <p:tags r:id="rId8"/>
            </p:custDataLst>
          </p:nvPr>
        </p:nvCxnSpPr>
        <p:spPr>
          <a:xfrm>
            <a:off x="468313" y="4076700"/>
            <a:ext cx="8207375" cy="0"/>
          </a:xfrm>
          <a:prstGeom prst="line">
            <a:avLst/>
          </a:prstGeom>
          <a:ln w="57150" cap="flat" cmpd="sng">
            <a:solidFill>
              <a:schemeClr val="tx1"/>
            </a:solidFill>
            <a:prstDash val="solid"/>
            <a:headEnd type="none" w="med" len="med"/>
            <a:tailEnd type="triangle" w="med" len="med"/>
          </a:ln>
        </p:spPr>
      </p:cxnSp>
      <p:sp>
        <p:nvSpPr>
          <p:cNvPr id="2" name="标题 1"/>
          <p:cNvSpPr>
            <a:spLocks noGrp="1"/>
          </p:cNvSpPr>
          <p:nvPr>
            <p:ph type="title"/>
          </p:nvPr>
        </p:nvSpPr>
        <p:spPr>
          <a:xfrm>
            <a:off x="457200" y="2564904"/>
            <a:ext cx="8229600" cy="1368152"/>
          </a:xfrm>
          <a:solidFill>
            <a:schemeClr val="tx1"/>
          </a:solidFill>
        </p:spPr>
        <p:txBody>
          <a:bodyPr>
            <a:normAutofit/>
          </a:bodyPr>
          <a:lstStyle>
            <a:lvl1pPr>
              <a:lnSpc>
                <a:spcPct val="100000"/>
              </a:lnSpc>
              <a:defRPr sz="2665" baseline="0">
                <a:solidFill>
                  <a:schemeClr val="bg1"/>
                </a:solidFill>
                <a:latin typeface="Audi Type Extended"/>
                <a:ea typeface="微软雅黑" panose="020B0503020204020204" pitchFamily="34" charset="-122"/>
              </a:defRPr>
            </a:lvl1pPr>
          </a:lstStyle>
          <a:p>
            <a:r>
              <a:rPr lang="zh-CN" altLang="en-US"/>
              <a:t>单击此处编辑母版标题样式</a:t>
            </a:r>
            <a:endParaRPr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过渡页2">
    <p:bg>
      <p:bgPr>
        <a:solidFill>
          <a:schemeClr val="bg1"/>
        </a:solidFill>
        <a:effectLst/>
      </p:bgPr>
    </p:bg>
    <p:spTree>
      <p:nvGrpSpPr>
        <p:cNvPr id="1" name=""/>
        <p:cNvGrpSpPr/>
        <p:nvPr/>
      </p:nvGrpSpPr>
      <p:grpSpPr>
        <a:xfrm>
          <a:off x="0" y="0"/>
          <a:ext cx="0" cy="0"/>
          <a:chOff x="0" y="0"/>
          <a:chExt cx="0" cy="0"/>
        </a:xfrm>
      </p:grpSpPr>
      <p:grpSp>
        <p:nvGrpSpPr>
          <p:cNvPr id="28678" name="组合 9"/>
          <p:cNvGrpSpPr/>
          <p:nvPr userDrawn="1"/>
        </p:nvGrpSpPr>
        <p:grpSpPr>
          <a:xfrm>
            <a:off x="-36512" y="2154238"/>
            <a:ext cx="9180512" cy="2427287"/>
            <a:chOff x="154978" y="162560"/>
            <a:chExt cx="3951720" cy="783685"/>
          </a:xfrm>
        </p:grpSpPr>
        <p:sp>
          <p:nvSpPr>
            <p:cNvPr id="9" name="等腰三角形 8"/>
            <p:cNvSpPr/>
            <p:nvPr/>
          </p:nvSpPr>
          <p:spPr>
            <a:xfrm>
              <a:off x="1341246" y="162560"/>
              <a:ext cx="438017" cy="356733"/>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mn-ea"/>
                <a:cs typeface="+mn-cs"/>
              </a:endParaRPr>
            </a:p>
          </p:txBody>
        </p:sp>
        <p:sp>
          <p:nvSpPr>
            <p:cNvPr id="10" name="等腰三角形 9"/>
            <p:cNvSpPr/>
            <p:nvPr/>
          </p:nvSpPr>
          <p:spPr>
            <a:xfrm flipV="1">
              <a:off x="154978" y="589512"/>
              <a:ext cx="454417" cy="356221"/>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mn-ea"/>
                <a:cs typeface="+mn-cs"/>
              </a:endParaRPr>
            </a:p>
          </p:txBody>
        </p:sp>
        <p:sp>
          <p:nvSpPr>
            <p:cNvPr id="11" name="矩形 10"/>
            <p:cNvSpPr/>
            <p:nvPr/>
          </p:nvSpPr>
          <p:spPr>
            <a:xfrm>
              <a:off x="154978" y="261994"/>
              <a:ext cx="3951720" cy="6119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mn-ea"/>
                <a:cs typeface="+mn-cs"/>
              </a:endParaRPr>
            </a:p>
          </p:txBody>
        </p:sp>
        <p:sp>
          <p:nvSpPr>
            <p:cNvPr id="2" name="平行四边形 11"/>
            <p:cNvSpPr/>
            <p:nvPr/>
          </p:nvSpPr>
          <p:spPr>
            <a:xfrm>
              <a:off x="377745" y="167173"/>
              <a:ext cx="1183534" cy="779072"/>
            </a:xfrm>
            <a:prstGeom prst="parallelogram">
              <a:avLst>
                <a:gd name="adj" fmla="val 4820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mn-ea"/>
                <a:cs typeface="+mn-cs"/>
              </a:endParaRPr>
            </a:p>
          </p:txBody>
        </p:sp>
      </p:grpSp>
      <p:sp>
        <p:nvSpPr>
          <p:cNvPr id="12" name="文本占位符 11"/>
          <p:cNvSpPr>
            <a:spLocks noGrp="1"/>
          </p:cNvSpPr>
          <p:nvPr>
            <p:ph type="body" sz="quarter" idx="10"/>
          </p:nvPr>
        </p:nvSpPr>
        <p:spPr>
          <a:xfrm>
            <a:off x="3095626" y="2461973"/>
            <a:ext cx="6048375" cy="1910145"/>
          </a:xfrm>
          <a:prstGeom prst="rect">
            <a:avLst/>
          </a:prstGeom>
        </p:spPr>
        <p:txBody>
          <a:bodyPr anchor="ctr"/>
          <a:lstStyle>
            <a:lvl1pPr>
              <a:lnSpc>
                <a:spcPct val="100000"/>
              </a:lnSpc>
              <a:defRPr sz="2665" b="1" baseline="0">
                <a:solidFill>
                  <a:schemeClr val="bg1"/>
                </a:solidFill>
                <a:latin typeface="Audi Type Extended" pitchFamily="34" charset="0"/>
                <a:ea typeface="微软雅黑" panose="020B0503020204020204" pitchFamily="34" charset="-122"/>
              </a:defRPr>
            </a:lvl1pPr>
          </a:lstStyle>
          <a:p>
            <a:pPr lvl="0"/>
            <a:r>
              <a:rPr lang="zh-CN" altLang="en-US"/>
              <a:t>单击此处编辑母版文本样式</a:t>
            </a:r>
            <a:endParaRPr lang="zh-CN" altLang="en-US"/>
          </a:p>
        </p:txBody>
      </p:sp>
      <p:sp>
        <p:nvSpPr>
          <p:cNvPr id="14" name="文本占位符 13"/>
          <p:cNvSpPr>
            <a:spLocks noGrp="1"/>
          </p:cNvSpPr>
          <p:nvPr>
            <p:ph type="body" sz="quarter" idx="11"/>
          </p:nvPr>
        </p:nvSpPr>
        <p:spPr>
          <a:xfrm>
            <a:off x="1499659" y="1796819"/>
            <a:ext cx="864096" cy="807547"/>
          </a:xfrm>
          <a:prstGeom prst="rect">
            <a:avLst/>
          </a:prstGeom>
        </p:spPr>
        <p:txBody>
          <a:bodyPr/>
          <a:lstStyle>
            <a:lvl1pPr algn="ctr">
              <a:defRPr sz="11500">
                <a:solidFill>
                  <a:schemeClr val="bg1"/>
                </a:solidFill>
                <a:latin typeface="Audi Type Extended" pitchFamily="34" charset="0"/>
              </a:defRPr>
            </a:lvl1pPr>
          </a:lstStyle>
          <a:p>
            <a:pPr lvl="0"/>
            <a:r>
              <a:rPr lang="zh-CN" altLang="en-US"/>
              <a:t>单击此处编辑母版文本样式</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结束页1">
    <p:bg>
      <p:bgPr>
        <a:solidFill>
          <a:schemeClr val="bg1"/>
        </a:solidFill>
        <a:effectLst/>
      </p:bgPr>
    </p:bg>
    <p:spTree>
      <p:nvGrpSpPr>
        <p:cNvPr id="1" name=""/>
        <p:cNvGrpSpPr/>
        <p:nvPr/>
      </p:nvGrpSpPr>
      <p:grpSpPr>
        <a:xfrm>
          <a:off x="0" y="0"/>
          <a:ext cx="0" cy="0"/>
          <a:chOff x="0" y="0"/>
          <a:chExt cx="0" cy="0"/>
        </a:xfrm>
      </p:grpSpPr>
      <p:sp>
        <p:nvSpPr>
          <p:cNvPr id="8" name="矩形 7"/>
          <p:cNvSpPr/>
          <p:nvPr/>
        </p:nvSpPr>
        <p:spPr>
          <a:xfrm>
            <a:off x="71438" y="5949950"/>
            <a:ext cx="2413000" cy="7921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mn-ea"/>
              <a:cs typeface="+mn-cs"/>
            </a:endParaRPr>
          </a:p>
        </p:txBody>
      </p:sp>
      <p:sp>
        <p:nvSpPr>
          <p:cNvPr id="9" name="矩形 8"/>
          <p:cNvSpPr/>
          <p:nvPr/>
        </p:nvSpPr>
        <p:spPr>
          <a:xfrm>
            <a:off x="6011863" y="5949950"/>
            <a:ext cx="2881313" cy="7921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mn-ea"/>
              <a:cs typeface="+mn-cs"/>
            </a:endParaRPr>
          </a:p>
        </p:txBody>
      </p:sp>
      <p:pic>
        <p:nvPicPr>
          <p:cNvPr id="29704" name="Bild 13"/>
          <p:cNvPicPr>
            <a:picLocks noChangeAspect="1"/>
          </p:cNvPicPr>
          <p:nvPr userDrawn="1"/>
        </p:nvPicPr>
        <p:blipFill>
          <a:blip r:embed="rId2" cstate="email"/>
          <a:stretch>
            <a:fillRect/>
          </a:stretch>
        </p:blipFill>
        <p:spPr>
          <a:xfrm>
            <a:off x="663575" y="1900238"/>
            <a:ext cx="2749550" cy="952500"/>
          </a:xfrm>
          <a:prstGeom prst="rect">
            <a:avLst/>
          </a:prstGeom>
          <a:noFill/>
          <a:ln w="9525">
            <a:noFill/>
          </a:ln>
        </p:spPr>
      </p:pic>
      <p:sp>
        <p:nvSpPr>
          <p:cNvPr id="2" name="标题 1"/>
          <p:cNvSpPr>
            <a:spLocks noGrp="1"/>
          </p:cNvSpPr>
          <p:nvPr>
            <p:ph type="title"/>
          </p:nvPr>
        </p:nvSpPr>
        <p:spPr>
          <a:xfrm>
            <a:off x="662880" y="3054085"/>
            <a:ext cx="8229600" cy="1143000"/>
          </a:xfrm>
        </p:spPr>
        <p:txBody>
          <a:bodyPr>
            <a:normAutofit/>
          </a:bodyPr>
          <a:lstStyle>
            <a:lvl1pPr>
              <a:lnSpc>
                <a:spcPct val="100000"/>
              </a:lnSpc>
              <a:defRPr sz="2665" b="1" baseline="0">
                <a:solidFill>
                  <a:schemeClr val="bg2"/>
                </a:solidFill>
                <a:latin typeface="Audi Type Extended"/>
                <a:ea typeface="微软雅黑" panose="020B0503020204020204" pitchFamily="34" charset="-122"/>
              </a:defRPr>
            </a:lvl1pPr>
          </a:lstStyle>
          <a:p>
            <a:r>
              <a:rPr lang="zh-CN" altLang="en-US"/>
              <a:t>单击此处编辑母版标题样式</a:t>
            </a:r>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首页1">
    <p:spTree>
      <p:nvGrpSpPr>
        <p:cNvPr id="1" name=""/>
        <p:cNvGrpSpPr/>
        <p:nvPr/>
      </p:nvGrpSpPr>
      <p:grpSpPr>
        <a:xfrm>
          <a:off x="0" y="0"/>
          <a:ext cx="0" cy="0"/>
          <a:chOff x="0" y="0"/>
          <a:chExt cx="0" cy="0"/>
        </a:xfrm>
      </p:grpSpPr>
      <p:sp>
        <p:nvSpPr>
          <p:cNvPr id="6" name="矩形 5"/>
          <p:cNvSpPr/>
          <p:nvPr/>
        </p:nvSpPr>
        <p:spPr>
          <a:xfrm>
            <a:off x="34925" y="6237288"/>
            <a:ext cx="2592388" cy="5048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mn-ea"/>
              <a:cs typeface="+mn-cs"/>
            </a:endParaRPr>
          </a:p>
        </p:txBody>
      </p:sp>
      <p:sp>
        <p:nvSpPr>
          <p:cNvPr id="8" name="矩形 7"/>
          <p:cNvSpPr/>
          <p:nvPr/>
        </p:nvSpPr>
        <p:spPr>
          <a:xfrm>
            <a:off x="6300788" y="6267450"/>
            <a:ext cx="2592388" cy="5048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mn-ea"/>
              <a:cs typeface="+mn-cs"/>
            </a:endParaRPr>
          </a:p>
        </p:txBody>
      </p:sp>
      <p:pic>
        <p:nvPicPr>
          <p:cNvPr id="30727" name="Picture 2"/>
          <p:cNvPicPr>
            <a:picLocks noChangeAspect="1"/>
          </p:cNvPicPr>
          <p:nvPr userDrawn="1"/>
        </p:nvPicPr>
        <p:blipFill>
          <a:blip r:embed="rId2" cstate="email"/>
          <a:stretch>
            <a:fillRect/>
          </a:stretch>
        </p:blipFill>
        <p:spPr>
          <a:xfrm>
            <a:off x="566738" y="3621088"/>
            <a:ext cx="2060575" cy="950912"/>
          </a:xfrm>
          <a:prstGeom prst="rect">
            <a:avLst/>
          </a:prstGeom>
          <a:noFill/>
          <a:ln w="9525">
            <a:noFill/>
          </a:ln>
        </p:spPr>
      </p:pic>
      <p:sp>
        <p:nvSpPr>
          <p:cNvPr id="9" name="Bildplatzhalter 12"/>
          <p:cNvSpPr>
            <a:spLocks noGrp="1" noChangeAspect="1"/>
          </p:cNvSpPr>
          <p:nvPr>
            <p:ph type="pic" sz="quarter" idx="15"/>
          </p:nvPr>
        </p:nvSpPr>
        <p:spPr bwMode="gray">
          <a:xfrm>
            <a:off x="0" y="0"/>
            <a:ext cx="9144000" cy="3429000"/>
          </a:xfrm>
          <a:prstGeom prst="rect">
            <a:avLst/>
          </a:prstGeom>
          <a:noFill/>
        </p:spPr>
        <p:txBody>
          <a:bodyPr bIns="900000" anchor="ctr" anchorCtr="0"/>
          <a:lstStyle>
            <a:lvl1pPr algn="ctr">
              <a:lnSpc>
                <a:spcPct val="100000"/>
              </a:lnSpc>
              <a:spcBef>
                <a:spcPts val="0"/>
              </a:spcBef>
              <a:defRPr baseline="0">
                <a:latin typeface="微软雅黑" panose="020B0503020204020204" pitchFamily="34" charset="-122"/>
                <a:ea typeface="微软雅黑" panose="020B0503020204020204" pitchFamily="34" charset="-122"/>
              </a:defRPr>
            </a:lvl1pPr>
          </a:lstStyle>
          <a:p>
            <a:pPr marL="0" marR="0" lvl="0" indent="0" algn="ctr" defTabSz="914400" rtl="0" eaLnBrk="1" fontAlgn="base" latinLnBrk="0" hangingPunct="1">
              <a:lnSpc>
                <a:spcPct val="100000"/>
              </a:lnSpc>
              <a:spcBef>
                <a:spcPts val="0"/>
              </a:spcBef>
              <a:spcAft>
                <a:spcPct val="0"/>
              </a:spcAft>
              <a:buClrTx/>
              <a:buSzTx/>
              <a:buFont typeface="Arial" panose="020B0604020202020204" pitchFamily="34" charset="0"/>
              <a:buNone/>
              <a:defRPr/>
            </a:pPr>
            <a:endParaRPr kumimoji="0" lang="en-GB"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12" name="Titel 7"/>
          <p:cNvSpPr>
            <a:spLocks noGrp="1"/>
          </p:cNvSpPr>
          <p:nvPr>
            <p:ph type="title"/>
          </p:nvPr>
        </p:nvSpPr>
        <p:spPr bwMode="gray">
          <a:xfrm>
            <a:off x="539555" y="4725146"/>
            <a:ext cx="8316913" cy="972371"/>
          </a:xfrm>
        </p:spPr>
        <p:txBody>
          <a:bodyPr anchor="t">
            <a:noAutofit/>
          </a:bodyPr>
          <a:lstStyle>
            <a:lvl1pPr>
              <a:lnSpc>
                <a:spcPct val="100000"/>
              </a:lnSpc>
              <a:defRPr sz="2000" b="1" baseline="0">
                <a:solidFill>
                  <a:schemeClr val="bg2"/>
                </a:solidFill>
                <a:latin typeface="Audi Type Extended" pitchFamily="34" charset="0"/>
                <a:ea typeface="微软雅黑" panose="020B0503020204020204" pitchFamily="34" charset="-122"/>
              </a:defRPr>
            </a:lvl1pPr>
          </a:lstStyle>
          <a:p>
            <a:r>
              <a:rPr lang="zh-CN" altLang="en-US" noProof="0" smtClean="0"/>
              <a:t>单击此处编辑母版标题样式</a:t>
            </a:r>
            <a:endParaRPr lang="en-GB" noProof="0" dirty="0"/>
          </a:p>
        </p:txBody>
      </p:sp>
      <p:sp>
        <p:nvSpPr>
          <p:cNvPr id="13" name="Untertitel 2"/>
          <p:cNvSpPr>
            <a:spLocks noGrp="1"/>
          </p:cNvSpPr>
          <p:nvPr>
            <p:ph type="subTitle" idx="1"/>
          </p:nvPr>
        </p:nvSpPr>
        <p:spPr bwMode="gray">
          <a:xfrm>
            <a:off x="539555" y="5697518"/>
            <a:ext cx="8316913" cy="395783"/>
          </a:xfrm>
          <a:prstGeom prst="rect">
            <a:avLst/>
          </a:prstGeom>
        </p:spPr>
        <p:txBody>
          <a:bodyPr anchor="t"/>
          <a:lstStyle>
            <a:lvl1pPr marL="0" indent="0" algn="l">
              <a:buNone/>
              <a:defRPr sz="1400" b="0" baseline="0">
                <a:solidFill>
                  <a:schemeClr val="bg2"/>
                </a:solidFill>
                <a:latin typeface="Audi Type" pitchFamily="34" charset="0"/>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0" smtClean="0"/>
              <a:t>单击此处编辑母版副标题样式</a:t>
            </a:r>
            <a:endParaRPr lang="en-GB" noProof="0"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矩形 5"/>
          <p:cNvSpPr/>
          <p:nvPr>
            <p:custDataLst>
              <p:tags r:id="rId2"/>
            </p:custDataLst>
          </p:nvPr>
        </p:nvSpPr>
        <p:spPr>
          <a:xfrm>
            <a:off x="250825" y="260350"/>
            <a:ext cx="1944688" cy="6731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CC0033"/>
                </a:solidFill>
                <a:effectLst/>
                <a:uLnTx/>
                <a:uFillTx/>
                <a:latin typeface="Audi Type"/>
                <a:ea typeface="微软雅黑" panose="020B0503020204020204" pitchFamily="34" charset="-122"/>
                <a:cs typeface="+mn-cs"/>
              </a:rPr>
              <a:t>目录</a:t>
            </a:r>
            <a:endParaRPr kumimoji="0" lang="en-US" altLang="zh-CN" sz="1400" b="0" i="0" u="none" strike="noStrike" kern="1200" cap="none" spc="0" normalizeH="0" baseline="0" noProof="0" dirty="0">
              <a:ln>
                <a:noFill/>
              </a:ln>
              <a:solidFill>
                <a:srgbClr val="CC0033"/>
              </a:solidFill>
              <a:effectLst/>
              <a:uLnTx/>
              <a:uFillTx/>
              <a:latin typeface="Audi Type"/>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CC0033"/>
                </a:solidFill>
                <a:effectLst/>
                <a:uLnTx/>
                <a:uFillTx/>
                <a:latin typeface="Audi Type"/>
                <a:ea typeface="微软雅黑" panose="020B0503020204020204" pitchFamily="34" charset="-122"/>
                <a:cs typeface="+mn-cs"/>
              </a:rPr>
              <a:t>Contents</a:t>
            </a:r>
            <a:endParaRPr kumimoji="0" lang="zh-CN" altLang="en-US" sz="1400" b="0" i="0" u="none" strike="noStrike" kern="1200" cap="none" spc="0" normalizeH="0" baseline="0" noProof="0" dirty="0">
              <a:ln>
                <a:noFill/>
              </a:ln>
              <a:solidFill>
                <a:srgbClr val="CC0033"/>
              </a:solidFill>
              <a:effectLst/>
              <a:uLnTx/>
              <a:uFillTx/>
              <a:latin typeface="Audi Type"/>
              <a:ea typeface="微软雅黑" panose="020B0503020204020204" pitchFamily="34" charset="-122"/>
              <a:cs typeface="+mn-cs"/>
            </a:endParaRPr>
          </a:p>
        </p:txBody>
      </p:sp>
      <p:sp>
        <p:nvSpPr>
          <p:cNvPr id="8" name="矩形 7"/>
          <p:cNvSpPr/>
          <p:nvPr>
            <p:custDataLst>
              <p:tags r:id="rId3"/>
            </p:custDataLst>
          </p:nvPr>
        </p:nvSpPr>
        <p:spPr>
          <a:xfrm>
            <a:off x="250825" y="0"/>
            <a:ext cx="1944688" cy="206375"/>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endParaRPr>
          </a:p>
        </p:txBody>
      </p:sp>
      <p:sp>
        <p:nvSpPr>
          <p:cNvPr id="9" name="矩形 8"/>
          <p:cNvSpPr/>
          <p:nvPr>
            <p:custDataLst>
              <p:tags r:id="rId4"/>
            </p:custDataLst>
          </p:nvPr>
        </p:nvSpPr>
        <p:spPr>
          <a:xfrm>
            <a:off x="827088" y="1941513"/>
            <a:ext cx="7561263" cy="673100"/>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CC0033"/>
              </a:solidFill>
              <a:effectLst/>
              <a:uLnTx/>
              <a:uFillTx/>
              <a:latin typeface="Audi Type"/>
              <a:ea typeface="微软雅黑" panose="020B0503020204020204" pitchFamily="34" charset="-122"/>
              <a:cs typeface="+mn-cs"/>
            </a:endParaRPr>
          </a:p>
        </p:txBody>
      </p:sp>
      <p:sp>
        <p:nvSpPr>
          <p:cNvPr id="10" name="矩形 9"/>
          <p:cNvSpPr/>
          <p:nvPr>
            <p:custDataLst>
              <p:tags r:id="rId5"/>
            </p:custDataLst>
          </p:nvPr>
        </p:nvSpPr>
        <p:spPr>
          <a:xfrm>
            <a:off x="827088" y="3013075"/>
            <a:ext cx="7561263" cy="671513"/>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CC0033"/>
              </a:solidFill>
              <a:effectLst/>
              <a:uLnTx/>
              <a:uFillTx/>
              <a:latin typeface="Audi Type"/>
              <a:ea typeface="微软雅黑" panose="020B0503020204020204" pitchFamily="34" charset="-122"/>
              <a:cs typeface="+mn-cs"/>
            </a:endParaRPr>
          </a:p>
        </p:txBody>
      </p:sp>
      <p:sp>
        <p:nvSpPr>
          <p:cNvPr id="11" name="矩形 10"/>
          <p:cNvSpPr/>
          <p:nvPr>
            <p:custDataLst>
              <p:tags r:id="rId6"/>
            </p:custDataLst>
          </p:nvPr>
        </p:nvSpPr>
        <p:spPr>
          <a:xfrm>
            <a:off x="827088" y="4037013"/>
            <a:ext cx="7561263" cy="671513"/>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CC0033"/>
              </a:solidFill>
              <a:effectLst/>
              <a:uLnTx/>
              <a:uFillTx/>
              <a:latin typeface="Audi Type"/>
              <a:ea typeface="微软雅黑" panose="020B0503020204020204" pitchFamily="34" charset="-122"/>
              <a:cs typeface="+mn-cs"/>
            </a:endParaRPr>
          </a:p>
        </p:txBody>
      </p:sp>
      <p:sp>
        <p:nvSpPr>
          <p:cNvPr id="12" name="矩形 11"/>
          <p:cNvSpPr/>
          <p:nvPr>
            <p:custDataLst>
              <p:tags r:id="rId7"/>
            </p:custDataLst>
          </p:nvPr>
        </p:nvSpPr>
        <p:spPr>
          <a:xfrm>
            <a:off x="827088" y="5060950"/>
            <a:ext cx="7561263" cy="673100"/>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CC0033"/>
              </a:solidFill>
              <a:effectLst/>
              <a:uLnTx/>
              <a:uFillTx/>
              <a:latin typeface="Audi Type"/>
              <a:ea typeface="微软雅黑" panose="020B0503020204020204" pitchFamily="34" charset="-122"/>
              <a:cs typeface="+mn-cs"/>
            </a:endParaRPr>
          </a:p>
        </p:txBody>
      </p:sp>
      <p:sp>
        <p:nvSpPr>
          <p:cNvPr id="13" name="矩形 12"/>
          <p:cNvSpPr/>
          <p:nvPr>
            <p:custDataLst>
              <p:tags r:id="rId8"/>
            </p:custDataLst>
          </p:nvPr>
        </p:nvSpPr>
        <p:spPr>
          <a:xfrm>
            <a:off x="971550" y="1749425"/>
            <a:ext cx="720725" cy="528638"/>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rPr>
              <a:t>1</a:t>
            </a:r>
            <a:endParaRPr kumimoji="0" lang="zh-CN" altLang="en-US"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endParaRPr>
          </a:p>
        </p:txBody>
      </p:sp>
      <p:sp>
        <p:nvSpPr>
          <p:cNvPr id="14" name="矩形 13"/>
          <p:cNvSpPr/>
          <p:nvPr>
            <p:custDataLst>
              <p:tags r:id="rId9"/>
            </p:custDataLst>
          </p:nvPr>
        </p:nvSpPr>
        <p:spPr>
          <a:xfrm>
            <a:off x="971550" y="2852738"/>
            <a:ext cx="720725" cy="528638"/>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rPr>
              <a:t>2</a:t>
            </a:r>
            <a:endParaRPr kumimoji="0" lang="zh-CN" altLang="en-US"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endParaRPr>
          </a:p>
        </p:txBody>
      </p:sp>
      <p:sp>
        <p:nvSpPr>
          <p:cNvPr id="15" name="矩形 14"/>
          <p:cNvSpPr/>
          <p:nvPr>
            <p:custDataLst>
              <p:tags r:id="rId10"/>
            </p:custDataLst>
          </p:nvPr>
        </p:nvSpPr>
        <p:spPr>
          <a:xfrm>
            <a:off x="971550" y="3860800"/>
            <a:ext cx="720725" cy="528638"/>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rPr>
              <a:t>3</a:t>
            </a:r>
            <a:endParaRPr kumimoji="0" lang="zh-CN" altLang="en-US"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endParaRPr>
          </a:p>
        </p:txBody>
      </p:sp>
      <p:sp>
        <p:nvSpPr>
          <p:cNvPr id="16" name="矩形 15"/>
          <p:cNvSpPr/>
          <p:nvPr>
            <p:custDataLst>
              <p:tags r:id="rId11"/>
            </p:custDataLst>
          </p:nvPr>
        </p:nvSpPr>
        <p:spPr>
          <a:xfrm>
            <a:off x="971550" y="4916488"/>
            <a:ext cx="720725" cy="528638"/>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rPr>
              <a:t>4</a:t>
            </a:r>
            <a:endParaRPr kumimoji="0" lang="zh-CN" altLang="en-US" sz="1400" b="1" i="0" u="none" strike="noStrike" kern="1200" cap="none" spc="0" normalizeH="0" baseline="0" noProof="0" dirty="0">
              <a:ln>
                <a:noFill/>
              </a:ln>
              <a:solidFill>
                <a:srgbClr val="FFFFFF"/>
              </a:solidFill>
              <a:effectLst/>
              <a:uLnTx/>
              <a:uFillTx/>
              <a:latin typeface="Audi Type" pitchFamily="34" charset="0"/>
              <a:ea typeface="微软雅黑" panose="020B0503020204020204" pitchFamily="34" charset="-122"/>
              <a:cs typeface="+mn-cs"/>
            </a:endParaRPr>
          </a:p>
        </p:txBody>
      </p:sp>
      <p:sp>
        <p:nvSpPr>
          <p:cNvPr id="28" name="Textplatzhalter 3"/>
          <p:cNvSpPr>
            <a:spLocks noGrp="1"/>
          </p:cNvSpPr>
          <p:nvPr>
            <p:ph type="body" sz="quarter" idx="17"/>
          </p:nvPr>
        </p:nvSpPr>
        <p:spPr bwMode="gray">
          <a:xfrm>
            <a:off x="1825196" y="3140968"/>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400" b="0" baseline="0">
                <a:solidFill>
                  <a:schemeClr val="bg2"/>
                </a:solidFill>
                <a:latin typeface="Audi Type"/>
                <a:ea typeface="微软雅黑" panose="020B0503020204020204" pitchFamily="34" charset="-122"/>
              </a:defRPr>
            </a:lvl1pPr>
          </a:lstStyle>
          <a:p>
            <a:pPr lvl="0"/>
            <a:r>
              <a:rPr lang="zh-CN" altLang="en-US" smtClean="0"/>
              <a:t>单击此处编辑母版文本样式</a:t>
            </a:r>
            <a:endParaRPr lang="zh-CN" altLang="en-US" smtClean="0"/>
          </a:p>
        </p:txBody>
      </p:sp>
      <p:sp>
        <p:nvSpPr>
          <p:cNvPr id="29" name="Textplatzhalter 3"/>
          <p:cNvSpPr>
            <a:spLocks noGrp="1"/>
          </p:cNvSpPr>
          <p:nvPr>
            <p:ph type="body" sz="quarter" idx="18"/>
          </p:nvPr>
        </p:nvSpPr>
        <p:spPr bwMode="gray">
          <a:xfrm>
            <a:off x="1835199" y="4185128"/>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400" b="0" baseline="0">
                <a:solidFill>
                  <a:schemeClr val="bg2"/>
                </a:solidFill>
                <a:latin typeface="Audi Type"/>
                <a:ea typeface="微软雅黑" panose="020B0503020204020204" pitchFamily="34" charset="-122"/>
              </a:defRPr>
            </a:lvl1pPr>
          </a:lstStyle>
          <a:p>
            <a:pPr lvl="0"/>
            <a:r>
              <a:rPr lang="zh-CN" altLang="en-US" smtClean="0"/>
              <a:t>单击此处编辑母版文本样式</a:t>
            </a:r>
            <a:endParaRPr lang="zh-CN" altLang="en-US" smtClean="0"/>
          </a:p>
        </p:txBody>
      </p:sp>
      <p:sp>
        <p:nvSpPr>
          <p:cNvPr id="30" name="Textplatzhalter 3"/>
          <p:cNvSpPr>
            <a:spLocks noGrp="1"/>
          </p:cNvSpPr>
          <p:nvPr>
            <p:ph type="body" sz="quarter" idx="19"/>
          </p:nvPr>
        </p:nvSpPr>
        <p:spPr bwMode="gray">
          <a:xfrm>
            <a:off x="1835199" y="5157192"/>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400" b="0" baseline="0">
                <a:solidFill>
                  <a:schemeClr val="bg2"/>
                </a:solidFill>
                <a:latin typeface="Audi Type"/>
                <a:ea typeface="微软雅黑" panose="020B0503020204020204" pitchFamily="34" charset="-122"/>
              </a:defRPr>
            </a:lvl1pPr>
          </a:lstStyle>
          <a:p>
            <a:pPr lvl="0"/>
            <a:r>
              <a:rPr lang="zh-CN" altLang="en-US" smtClean="0"/>
              <a:t>单击此处编辑母版文本样式</a:t>
            </a:r>
            <a:endParaRPr lang="zh-CN" altLang="en-US" smtClean="0"/>
          </a:p>
        </p:txBody>
      </p:sp>
      <p:sp>
        <p:nvSpPr>
          <p:cNvPr id="18" name="Textplatzhalter 3"/>
          <p:cNvSpPr>
            <a:spLocks noGrp="1"/>
          </p:cNvSpPr>
          <p:nvPr>
            <p:ph type="body" sz="quarter" idx="20"/>
          </p:nvPr>
        </p:nvSpPr>
        <p:spPr bwMode="gray">
          <a:xfrm>
            <a:off x="1825196" y="2123868"/>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400" b="0" baseline="0">
                <a:solidFill>
                  <a:schemeClr val="bg2"/>
                </a:solidFill>
                <a:latin typeface="Audi Type"/>
                <a:ea typeface="微软雅黑" panose="020B0503020204020204" pitchFamily="34" charset="-122"/>
              </a:defRPr>
            </a:lvl1pPr>
          </a:lstStyle>
          <a:p>
            <a:pPr lvl="0"/>
            <a:r>
              <a:rPr lang="zh-CN" altLang="en-US" smtClean="0"/>
              <a:t>单击此处编辑母版文本样式</a:t>
            </a:r>
            <a:endParaRPr lang="zh-CN" altLang="en-US" smtClean="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6" name="AutoShape 7"/>
          <p:cNvSpPr>
            <a:spLocks noChangeArrowheads="1"/>
          </p:cNvSpPr>
          <p:nvPr/>
        </p:nvSpPr>
        <p:spPr bwMode="auto">
          <a:xfrm>
            <a:off x="565150" y="2655888"/>
            <a:ext cx="1130300" cy="658813"/>
          </a:xfrm>
          <a:prstGeom prst="homePlate">
            <a:avLst>
              <a:gd name="adj" fmla="val 22447"/>
            </a:avLst>
          </a:prstGeom>
          <a:solidFill>
            <a:srgbClr val="E7E6E6"/>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914400" rtl="0" eaLnBrk="1" fontAlgn="base" latinLnBrk="0" hangingPunct="1">
              <a:lnSpc>
                <a:spcPct val="100000"/>
              </a:lnSpc>
              <a:spcBef>
                <a:spcPct val="30000"/>
              </a:spcBef>
              <a:spcAft>
                <a:spcPct val="0"/>
              </a:spcAft>
              <a:buClr>
                <a:srgbClr val="CC0033"/>
              </a:buClr>
              <a:buSzTx/>
              <a:buFont typeface="Audi Type" pitchFamily="34" charset="0"/>
              <a:buNone/>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8" name="Text Box 8"/>
          <p:cNvSpPr txBox="1">
            <a:spLocks noChangeArrowheads="1"/>
          </p:cNvSpPr>
          <p:nvPr/>
        </p:nvSpPr>
        <p:spPr bwMode="auto">
          <a:xfrm>
            <a:off x="642938" y="2862263"/>
            <a:ext cx="8794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2</a:t>
            </a:r>
            <a:endPar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9" name="Freeform 9"/>
          <p:cNvSpPr/>
          <p:nvPr/>
        </p:nvSpPr>
        <p:spPr bwMode="auto">
          <a:xfrm>
            <a:off x="1635125" y="2655888"/>
            <a:ext cx="6897688" cy="658813"/>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rgbClr val="E7E6E6"/>
          </a:solidFill>
          <a:ln>
            <a:noFill/>
          </a:ln>
          <a:extLst>
            <a:ext uri="{91240B29-F687-4F45-9708-019B960494DF}">
              <a14:hiddenLine xmlns:a14="http://schemas.microsoft.com/office/drawing/2010/main" w="6350">
                <a:solidFill>
                  <a:srgbClr val="000000"/>
                </a:solidFill>
                <a:round/>
              </a14:hiddenLine>
            </a:ext>
          </a:extLst>
        </p:spPr>
        <p:txBody>
          <a:bodyPr lIns="91376" tIns="45688" rIns="91376" bIns="45688"/>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AutoShape 11"/>
          <p:cNvSpPr>
            <a:spLocks noChangeArrowheads="1"/>
          </p:cNvSpPr>
          <p:nvPr/>
        </p:nvSpPr>
        <p:spPr bwMode="auto">
          <a:xfrm>
            <a:off x="565150" y="1757363"/>
            <a:ext cx="1130300" cy="658813"/>
          </a:xfrm>
          <a:prstGeom prst="homePlate">
            <a:avLst>
              <a:gd name="adj" fmla="val 22447"/>
            </a:avLst>
          </a:prstGeom>
          <a:solidFill>
            <a:srgbClr val="E7E6E6"/>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lstStyle/>
          <a:p>
            <a:pPr marL="0" marR="0" lvl="0" indent="0" algn="ctr" defTabSz="914400" rtl="0" eaLnBrk="1" fontAlgn="base" latinLnBrk="0" hangingPunct="1">
              <a:lnSpc>
                <a:spcPct val="100000"/>
              </a:lnSpc>
              <a:spcBef>
                <a:spcPct val="30000"/>
              </a:spcBef>
              <a:spcAft>
                <a:spcPct val="0"/>
              </a:spcAft>
              <a:buClr>
                <a:srgbClr val="CC0033"/>
              </a:buClr>
              <a:buSzTx/>
              <a:buFont typeface="Audi Type" pitchFamily="34" charset="0"/>
              <a:buNone/>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Text Box 12"/>
          <p:cNvSpPr txBox="1">
            <a:spLocks noChangeArrowheads="1"/>
          </p:cNvSpPr>
          <p:nvPr/>
        </p:nvSpPr>
        <p:spPr bwMode="auto">
          <a:xfrm>
            <a:off x="642938" y="1963738"/>
            <a:ext cx="8794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1</a:t>
            </a:r>
            <a:endPar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2" name="Freeform 13"/>
          <p:cNvSpPr/>
          <p:nvPr/>
        </p:nvSpPr>
        <p:spPr bwMode="auto">
          <a:xfrm>
            <a:off x="1635125" y="1757363"/>
            <a:ext cx="6897688" cy="658813"/>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rgbClr val="E7E6E6"/>
          </a:solidFill>
          <a:ln>
            <a:noFill/>
          </a:ln>
          <a:extLst>
            <a:ext uri="{91240B29-F687-4F45-9708-019B960494DF}">
              <a14:hiddenLine xmlns:a14="http://schemas.microsoft.com/office/drawing/2010/main" w="6350">
                <a:solidFill>
                  <a:srgbClr val="000000"/>
                </a:solidFill>
                <a:round/>
              </a14:hiddenLine>
            </a:ext>
          </a:extLst>
        </p:spPr>
        <p:txBody>
          <a:bodyPr lIns="91376" tIns="45688" rIns="91376" bIns="45688"/>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 name="AutoShape 7"/>
          <p:cNvSpPr>
            <a:spLocks noChangeArrowheads="1"/>
          </p:cNvSpPr>
          <p:nvPr/>
        </p:nvSpPr>
        <p:spPr bwMode="auto">
          <a:xfrm>
            <a:off x="574675" y="3552825"/>
            <a:ext cx="1130300" cy="658813"/>
          </a:xfrm>
          <a:prstGeom prst="homePlate">
            <a:avLst>
              <a:gd name="adj" fmla="val 22447"/>
            </a:avLst>
          </a:prstGeom>
          <a:solidFill>
            <a:srgbClr val="E7E6E6"/>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914400" rtl="0" eaLnBrk="1" fontAlgn="base" latinLnBrk="0" hangingPunct="1">
              <a:lnSpc>
                <a:spcPct val="100000"/>
              </a:lnSpc>
              <a:spcBef>
                <a:spcPct val="30000"/>
              </a:spcBef>
              <a:spcAft>
                <a:spcPct val="0"/>
              </a:spcAft>
              <a:buClr>
                <a:srgbClr val="CC0033"/>
              </a:buClr>
              <a:buSzTx/>
              <a:buFont typeface="Audi Type" pitchFamily="34" charset="0"/>
              <a:buNone/>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4" name="Text Box 8"/>
          <p:cNvSpPr txBox="1">
            <a:spLocks noChangeArrowheads="1"/>
          </p:cNvSpPr>
          <p:nvPr/>
        </p:nvSpPr>
        <p:spPr bwMode="auto">
          <a:xfrm>
            <a:off x="652463" y="3760788"/>
            <a:ext cx="8794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3</a:t>
            </a:r>
            <a:endPar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5" name="Freeform 9"/>
          <p:cNvSpPr/>
          <p:nvPr/>
        </p:nvSpPr>
        <p:spPr bwMode="auto">
          <a:xfrm>
            <a:off x="1644650" y="3552825"/>
            <a:ext cx="6897688" cy="658813"/>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rgbClr val="E7E6E6"/>
          </a:solidFill>
          <a:ln>
            <a:noFill/>
          </a:ln>
          <a:extLst>
            <a:ext uri="{91240B29-F687-4F45-9708-019B960494DF}">
              <a14:hiddenLine xmlns:a14="http://schemas.microsoft.com/office/drawing/2010/main" w="6350">
                <a:solidFill>
                  <a:srgbClr val="000000"/>
                </a:solidFill>
                <a:round/>
              </a14:hiddenLine>
            </a:ext>
          </a:extLst>
        </p:spPr>
        <p:txBody>
          <a:bodyPr lIns="91376" tIns="45688" rIns="91376" bIns="45688"/>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6" name="AutoShape 7"/>
          <p:cNvSpPr>
            <a:spLocks noChangeArrowheads="1"/>
          </p:cNvSpPr>
          <p:nvPr/>
        </p:nvSpPr>
        <p:spPr bwMode="auto">
          <a:xfrm>
            <a:off x="584200" y="4451350"/>
            <a:ext cx="1130300" cy="658813"/>
          </a:xfrm>
          <a:prstGeom prst="homePlate">
            <a:avLst>
              <a:gd name="adj" fmla="val 22447"/>
            </a:avLst>
          </a:prstGeom>
          <a:solidFill>
            <a:srgbClr val="E7E6E6"/>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914400" rtl="0" eaLnBrk="1" fontAlgn="base" latinLnBrk="0" hangingPunct="1">
              <a:lnSpc>
                <a:spcPct val="100000"/>
              </a:lnSpc>
              <a:spcBef>
                <a:spcPct val="30000"/>
              </a:spcBef>
              <a:spcAft>
                <a:spcPct val="0"/>
              </a:spcAft>
              <a:buClr>
                <a:srgbClr val="CC0033"/>
              </a:buClr>
              <a:buSzTx/>
              <a:buFont typeface="Audi Type" pitchFamily="34" charset="0"/>
              <a:buNone/>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7" name="Text Box 8"/>
          <p:cNvSpPr txBox="1">
            <a:spLocks noChangeArrowheads="1"/>
          </p:cNvSpPr>
          <p:nvPr/>
        </p:nvSpPr>
        <p:spPr bwMode="auto">
          <a:xfrm>
            <a:off x="661988" y="4659313"/>
            <a:ext cx="8794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4</a:t>
            </a:r>
            <a:endParaRPr kumimoji="0" lang="en-US" altLang="zh-CN" sz="16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8" name="Freeform 9"/>
          <p:cNvSpPr/>
          <p:nvPr/>
        </p:nvSpPr>
        <p:spPr bwMode="auto">
          <a:xfrm>
            <a:off x="1654175" y="4451350"/>
            <a:ext cx="6897688" cy="658813"/>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rgbClr val="E7E6E6"/>
          </a:solidFill>
          <a:ln>
            <a:noFill/>
          </a:ln>
          <a:extLst>
            <a:ext uri="{91240B29-F687-4F45-9708-019B960494DF}">
              <a14:hiddenLine xmlns:a14="http://schemas.microsoft.com/office/drawing/2010/main" w="6350">
                <a:solidFill>
                  <a:srgbClr val="000000"/>
                </a:solidFill>
                <a:round/>
              </a14:hiddenLine>
            </a:ext>
          </a:extLst>
        </p:spPr>
        <p:txBody>
          <a:bodyPr lIns="91376" tIns="45688" rIns="91376" bIns="45688"/>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9" name="标题占位符 1"/>
          <p:cNvSpPr txBox="1"/>
          <p:nvPr/>
        </p:nvSpPr>
        <p:spPr>
          <a:xfrm>
            <a:off x="457200" y="274638"/>
            <a:ext cx="8229600" cy="1143000"/>
          </a:xfrm>
          <a:prstGeom prst="rect">
            <a:avLst/>
          </a:prstGeom>
        </p:spPr>
        <p:txBody>
          <a:bodyPr anchor="ctr">
            <a:normAutofit/>
          </a:bodyPr>
          <a:lstStyle>
            <a:lvl1pPr algn="l" defTabSz="914400" rtl="0" eaLnBrk="1" latinLnBrk="0" hangingPunct="1">
              <a:lnSpc>
                <a:spcPct val="100000"/>
              </a:lnSpc>
              <a:spcBef>
                <a:spcPct val="0"/>
              </a:spcBef>
              <a:buNone/>
              <a:defRPr sz="1800" b="1" kern="1200" baseline="0">
                <a:solidFill>
                  <a:schemeClr val="bg2"/>
                </a:solidFill>
                <a:latin typeface="Audi Type Extended"/>
                <a:ea typeface="微软雅黑" panose="020B0503020204020204" pitchFamily="34" charset="-122"/>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Audi Type Extended"/>
                <a:ea typeface="微软雅黑" panose="020B0503020204020204" pitchFamily="34" charset="-122"/>
                <a:cs typeface="+mj-cs"/>
              </a:rPr>
              <a:t>目录 </a:t>
            </a:r>
            <a:r>
              <a:rPr kumimoji="0" lang="en-US" altLang="zh-CN" sz="1800" b="1" i="0" u="none" strike="noStrike" kern="1200" cap="none" spc="0" normalizeH="0" baseline="0" noProof="0" dirty="0">
                <a:ln>
                  <a:noFill/>
                </a:ln>
                <a:solidFill>
                  <a:srgbClr val="000000"/>
                </a:solidFill>
                <a:effectLst/>
                <a:uLnTx/>
                <a:uFillTx/>
                <a:latin typeface="Audi Type Extended"/>
                <a:ea typeface="微软雅黑" panose="020B0503020204020204" pitchFamily="34" charset="-122"/>
                <a:cs typeface="+mj-cs"/>
              </a:rPr>
              <a:t>Content</a:t>
            </a:r>
            <a:endParaRPr kumimoji="0" lang="zh-CN" altLang="en-US" sz="1800" b="1" i="0" u="none" strike="noStrike" kern="1200" cap="none" spc="0" normalizeH="0" baseline="0" noProof="0" dirty="0">
              <a:ln>
                <a:noFill/>
              </a:ln>
              <a:solidFill>
                <a:srgbClr val="000000"/>
              </a:solidFill>
              <a:effectLst/>
              <a:uLnTx/>
              <a:uFillTx/>
              <a:latin typeface="Audi Type Extended"/>
              <a:ea typeface="微软雅黑" panose="020B0503020204020204" pitchFamily="34" charset="-122"/>
              <a:cs typeface="+mj-cs"/>
            </a:endParaRPr>
          </a:p>
        </p:txBody>
      </p:sp>
      <p:sp>
        <p:nvSpPr>
          <p:cNvPr id="26" name="Textplatzhalter 3"/>
          <p:cNvSpPr>
            <a:spLocks noGrp="1"/>
          </p:cNvSpPr>
          <p:nvPr>
            <p:ph type="body" sz="quarter" idx="17"/>
          </p:nvPr>
        </p:nvSpPr>
        <p:spPr bwMode="gray">
          <a:xfrm>
            <a:off x="1907707" y="2756925"/>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400" b="0" baseline="0">
                <a:solidFill>
                  <a:schemeClr val="bg2"/>
                </a:solidFill>
                <a:latin typeface="Audi Type"/>
                <a:ea typeface="微软雅黑" panose="020B0503020204020204" pitchFamily="34" charset="-122"/>
              </a:defRPr>
            </a:lvl1pPr>
          </a:lstStyle>
          <a:p>
            <a:pPr lvl="0"/>
            <a:r>
              <a:rPr lang="zh-CN" altLang="en-US" noProof="0" smtClean="0"/>
              <a:t>单击此处编辑母版文本样式</a:t>
            </a:r>
            <a:endParaRPr lang="zh-CN" altLang="en-US" noProof="0" smtClean="0"/>
          </a:p>
        </p:txBody>
      </p:sp>
      <p:sp>
        <p:nvSpPr>
          <p:cNvPr id="27" name="Textplatzhalter 3"/>
          <p:cNvSpPr>
            <a:spLocks noGrp="1"/>
          </p:cNvSpPr>
          <p:nvPr>
            <p:ph type="body" sz="quarter" idx="18"/>
          </p:nvPr>
        </p:nvSpPr>
        <p:spPr bwMode="gray">
          <a:xfrm>
            <a:off x="1907706" y="3693117"/>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400" b="0" baseline="0">
                <a:solidFill>
                  <a:schemeClr val="bg2"/>
                </a:solidFill>
                <a:latin typeface="Audi Type"/>
                <a:ea typeface="微软雅黑" panose="020B0503020204020204" pitchFamily="34" charset="-122"/>
              </a:defRPr>
            </a:lvl1pPr>
          </a:lstStyle>
          <a:p>
            <a:pPr lvl="0"/>
            <a:r>
              <a:rPr lang="zh-CN" altLang="en-US" noProof="0" smtClean="0"/>
              <a:t>单击此处编辑母版文本样式</a:t>
            </a:r>
            <a:endParaRPr lang="zh-CN" altLang="en-US" noProof="0" smtClean="0"/>
          </a:p>
        </p:txBody>
      </p:sp>
      <p:sp>
        <p:nvSpPr>
          <p:cNvPr id="28" name="Textplatzhalter 3"/>
          <p:cNvSpPr>
            <a:spLocks noGrp="1"/>
          </p:cNvSpPr>
          <p:nvPr>
            <p:ph type="body" sz="quarter" idx="19"/>
          </p:nvPr>
        </p:nvSpPr>
        <p:spPr bwMode="gray">
          <a:xfrm>
            <a:off x="1907707" y="4581128"/>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400" b="0" baseline="0">
                <a:solidFill>
                  <a:schemeClr val="bg2"/>
                </a:solidFill>
                <a:latin typeface="Audi Type"/>
                <a:ea typeface="微软雅黑" panose="020B0503020204020204" pitchFamily="34" charset="-122"/>
              </a:defRPr>
            </a:lvl1pPr>
          </a:lstStyle>
          <a:p>
            <a:pPr lvl="0"/>
            <a:r>
              <a:rPr lang="zh-CN" altLang="en-US" noProof="0" smtClean="0"/>
              <a:t>单击此处编辑母版文本样式</a:t>
            </a:r>
            <a:endParaRPr lang="zh-CN" altLang="en-US" noProof="0" smtClean="0"/>
          </a:p>
        </p:txBody>
      </p:sp>
      <p:sp>
        <p:nvSpPr>
          <p:cNvPr id="29" name="Textplatzhalter 3"/>
          <p:cNvSpPr>
            <a:spLocks noGrp="1"/>
          </p:cNvSpPr>
          <p:nvPr>
            <p:ph type="body" sz="quarter" idx="20"/>
          </p:nvPr>
        </p:nvSpPr>
        <p:spPr bwMode="gray">
          <a:xfrm>
            <a:off x="1907209" y="1892829"/>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400" b="0" baseline="0">
                <a:solidFill>
                  <a:schemeClr val="bg2"/>
                </a:solidFill>
                <a:latin typeface="Audi Type"/>
                <a:ea typeface="微软雅黑" panose="020B0503020204020204" pitchFamily="34" charset="-122"/>
              </a:defRPr>
            </a:lvl1pPr>
          </a:lstStyle>
          <a:p>
            <a:pPr lvl="0"/>
            <a:r>
              <a:rPr lang="zh-CN" altLang="en-US" noProof="0" smtClean="0"/>
              <a:t>单击此处编辑母版文本样式</a:t>
            </a:r>
            <a:endParaRPr lang="zh-CN" altLang="en-US" noProof="0" smtClean="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文本2">
    <p:spTree>
      <p:nvGrpSpPr>
        <p:cNvPr id="1" name=""/>
        <p:cNvGrpSpPr/>
        <p:nvPr/>
      </p:nvGrpSpPr>
      <p:grpSpPr>
        <a:xfrm>
          <a:off x="0" y="0"/>
          <a:ext cx="0" cy="0"/>
          <a:chOff x="0" y="0"/>
          <a:chExt cx="0" cy="0"/>
        </a:xfrm>
      </p:grpSpPr>
      <p:cxnSp>
        <p:nvCxnSpPr>
          <p:cNvPr id="33797" name="Gerade Verbindung 10"/>
          <p:cNvCxnSpPr/>
          <p:nvPr userDrawn="1"/>
        </p:nvCxnSpPr>
        <p:spPr>
          <a:xfrm>
            <a:off x="4795838" y="2266950"/>
            <a:ext cx="3887787" cy="0"/>
          </a:xfrm>
          <a:prstGeom prst="line">
            <a:avLst/>
          </a:prstGeom>
          <a:ln w="28575" cap="flat" cmpd="sng">
            <a:solidFill>
              <a:schemeClr val="bg2"/>
            </a:solidFill>
            <a:prstDash val="solid"/>
            <a:headEnd type="none" w="med" len="med"/>
            <a:tailEnd type="none" w="med" len="med"/>
          </a:ln>
        </p:spPr>
      </p:cxnSp>
      <p:cxnSp>
        <p:nvCxnSpPr>
          <p:cNvPr id="33798" name="Gerade Verbindung 10"/>
          <p:cNvCxnSpPr/>
          <p:nvPr userDrawn="1"/>
        </p:nvCxnSpPr>
        <p:spPr>
          <a:xfrm>
            <a:off x="477838" y="2276475"/>
            <a:ext cx="3887787" cy="0"/>
          </a:xfrm>
          <a:prstGeom prst="line">
            <a:avLst/>
          </a:prstGeom>
          <a:ln w="28575" cap="flat" cmpd="sng">
            <a:solidFill>
              <a:schemeClr val="bg2"/>
            </a:solidFill>
            <a:prstDash val="solid"/>
            <a:headEnd type="none" w="med" len="med"/>
            <a:tailEnd type="none" w="med" len="med"/>
          </a:ln>
        </p:spPr>
      </p:cxnSp>
      <p:sp>
        <p:nvSpPr>
          <p:cNvPr id="9" name="Textplatzhalter 3"/>
          <p:cNvSpPr>
            <a:spLocks noGrp="1"/>
          </p:cNvSpPr>
          <p:nvPr>
            <p:ph type="body" sz="quarter" idx="16"/>
          </p:nvPr>
        </p:nvSpPr>
        <p:spPr bwMode="gray">
          <a:xfrm>
            <a:off x="450966" y="1508360"/>
            <a:ext cx="3898776" cy="768512"/>
          </a:xfrm>
          <a:prstGeom prst="rect">
            <a:avLst/>
          </a:prstGeom>
          <a:noFill/>
        </p:spPr>
        <p:txBody>
          <a:bodyPr lIns="0" tIns="108000" bIns="10800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800" b="0" baseline="0">
                <a:solidFill>
                  <a:schemeClr val="bg2"/>
                </a:solidFill>
                <a:latin typeface="Audi Type"/>
                <a:ea typeface="微软雅黑" panose="020B0503020204020204" pitchFamily="34" charset="-122"/>
              </a:defRPr>
            </a:lvl1pPr>
          </a:lstStyle>
          <a:p>
            <a:pPr lvl="0"/>
            <a:r>
              <a:rPr lang="zh-CN" altLang="en-US" noProof="0" smtClean="0"/>
              <a:t>单击此处编辑母版文本样式</a:t>
            </a:r>
            <a:endParaRPr lang="zh-CN" altLang="en-US" noProof="0" smtClean="0"/>
          </a:p>
        </p:txBody>
      </p:sp>
      <p:sp>
        <p:nvSpPr>
          <p:cNvPr id="14" name="Textplatzhalter 3"/>
          <p:cNvSpPr>
            <a:spLocks noGrp="1"/>
          </p:cNvSpPr>
          <p:nvPr>
            <p:ph type="body" sz="quarter" idx="17"/>
          </p:nvPr>
        </p:nvSpPr>
        <p:spPr bwMode="gray">
          <a:xfrm>
            <a:off x="4768271" y="1508362"/>
            <a:ext cx="3915354" cy="768513"/>
          </a:xfrm>
          <a:prstGeom prst="rect">
            <a:avLst/>
          </a:prstGeom>
          <a:noFill/>
        </p:spPr>
        <p:txBody>
          <a:bodyPr lIns="0" tIns="108000" bIns="10800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800" b="0" baseline="0">
                <a:solidFill>
                  <a:schemeClr val="bg2"/>
                </a:solidFill>
                <a:latin typeface="Audi Type"/>
                <a:ea typeface="微软雅黑" panose="020B0503020204020204" pitchFamily="34" charset="-122"/>
              </a:defRPr>
            </a:lvl1pPr>
          </a:lstStyle>
          <a:p>
            <a:pPr lvl="0"/>
            <a:r>
              <a:rPr lang="zh-CN" altLang="en-US" noProof="0" smtClean="0"/>
              <a:t>单击此处编辑母版文本样式</a:t>
            </a:r>
            <a:endParaRPr lang="zh-CN" altLang="en-US" noProof="0" smtClean="0"/>
          </a:p>
        </p:txBody>
      </p:sp>
      <p:sp>
        <p:nvSpPr>
          <p:cNvPr id="12" name="Inhaltsplatzhalter 6"/>
          <p:cNvSpPr>
            <a:spLocks noGrp="1"/>
          </p:cNvSpPr>
          <p:nvPr>
            <p:ph sz="quarter" idx="18"/>
          </p:nvPr>
        </p:nvSpPr>
        <p:spPr bwMode="gray">
          <a:xfrm>
            <a:off x="460377" y="2276872"/>
            <a:ext cx="3895601" cy="3888432"/>
          </a:xfrm>
          <a:prstGeom prst="rect">
            <a:avLst/>
          </a:prstGeom>
        </p:spPr>
        <p:txBody>
          <a:bodyPr/>
          <a:lstStyle>
            <a:lvl1pPr marL="285750" indent="-285750">
              <a:lnSpc>
                <a:spcPct val="150000"/>
              </a:lnSpc>
              <a:buClr>
                <a:schemeClr val="tx1"/>
              </a:buClr>
              <a:buFont typeface="Audi Type" pitchFamily="34" charset="0"/>
              <a:buChar char="•"/>
              <a:defRPr sz="1600" b="0" baseline="0">
                <a:solidFill>
                  <a:schemeClr val="bg2"/>
                </a:solidFill>
                <a:latin typeface="Audi Type"/>
                <a:ea typeface="微软雅黑" panose="020B0503020204020204" pitchFamily="34" charset="-122"/>
              </a:defRPr>
            </a:lvl1pPr>
            <a:lvl2pPr marL="539750" indent="-285750">
              <a:lnSpc>
                <a:spcPct val="150000"/>
              </a:lnSpc>
              <a:buClr>
                <a:schemeClr val="accent1"/>
              </a:buClr>
              <a:buFont typeface="Audi Type" pitchFamily="34" charset="0"/>
              <a:buChar char="•"/>
              <a:defRPr sz="1400" b="0" baseline="0">
                <a:solidFill>
                  <a:schemeClr val="bg2"/>
                </a:solidFill>
                <a:latin typeface="Audi Type"/>
                <a:ea typeface="微软雅黑" panose="020B0503020204020204" pitchFamily="34" charset="-122"/>
              </a:defRPr>
            </a:lvl2pPr>
            <a:lvl3pPr marL="1200150" indent="-285750">
              <a:buFont typeface="Arial" panose="020B0604020202020204" pitchFamily="34" charset="0"/>
              <a:buChar char="•"/>
              <a:defRPr b="0">
                <a:latin typeface="Audi Type"/>
                <a:ea typeface="华康黑体W5(P)" pitchFamily="34" charset="-122"/>
              </a:defRPr>
            </a:lvl3pPr>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p:txBody>
      </p:sp>
      <p:sp>
        <p:nvSpPr>
          <p:cNvPr id="16" name="Inhaltsplatzhalter 6"/>
          <p:cNvSpPr>
            <a:spLocks noGrp="1"/>
          </p:cNvSpPr>
          <p:nvPr>
            <p:ph sz="quarter" idx="19"/>
          </p:nvPr>
        </p:nvSpPr>
        <p:spPr bwMode="gray">
          <a:xfrm>
            <a:off x="4780857" y="2276875"/>
            <a:ext cx="3895601" cy="3912433"/>
          </a:xfrm>
          <a:prstGeom prst="rect">
            <a:avLst/>
          </a:prstGeom>
        </p:spPr>
        <p:txBody>
          <a:bodyPr/>
          <a:lstStyle>
            <a:lvl1pPr marL="285750" indent="-285750">
              <a:lnSpc>
                <a:spcPct val="150000"/>
              </a:lnSpc>
              <a:buClr>
                <a:schemeClr val="tx1"/>
              </a:buClr>
              <a:buFont typeface="Audi Type" pitchFamily="34" charset="0"/>
              <a:buChar char="•"/>
              <a:defRPr sz="1600" b="0" baseline="0">
                <a:solidFill>
                  <a:schemeClr val="bg2"/>
                </a:solidFill>
                <a:latin typeface="Audi Type"/>
                <a:ea typeface="微软雅黑" panose="020B0503020204020204" pitchFamily="34" charset="-122"/>
              </a:defRPr>
            </a:lvl1pPr>
            <a:lvl2pPr marL="539750" indent="-285750">
              <a:lnSpc>
                <a:spcPct val="150000"/>
              </a:lnSpc>
              <a:buClr>
                <a:schemeClr val="accent1"/>
              </a:buClr>
              <a:buFont typeface="Audi Type" pitchFamily="34" charset="0"/>
              <a:buChar char="•"/>
              <a:defRPr sz="1400" b="0" baseline="0">
                <a:solidFill>
                  <a:schemeClr val="bg2"/>
                </a:solidFill>
                <a:latin typeface="Audi Type"/>
                <a:ea typeface="微软雅黑" panose="020B0503020204020204" pitchFamily="34" charset="-122"/>
              </a:defRPr>
            </a:lvl2pPr>
            <a:lvl3pPr marL="1200150" indent="-285750">
              <a:buFont typeface="Arial" panose="020B0604020202020204" pitchFamily="34" charset="0"/>
              <a:buChar char="•"/>
              <a:defRPr b="0">
                <a:latin typeface="Audi Type"/>
                <a:ea typeface="华康黑体W5(P)" pitchFamily="34" charset="-122"/>
              </a:defRPr>
            </a:lvl3pPr>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p:txBody>
      </p:sp>
      <p:sp>
        <p:nvSpPr>
          <p:cNvPr id="13" name="标题占位符 1"/>
          <p:cNvSpPr>
            <a:spLocks noGrp="1"/>
          </p:cNvSpPr>
          <p:nvPr>
            <p:ph type="title"/>
          </p:nvPr>
        </p:nvSpPr>
        <p:spPr>
          <a:xfrm>
            <a:off x="457200" y="274637"/>
            <a:ext cx="8229600" cy="1143000"/>
          </a:xfrm>
          <a:prstGeom prst="rect">
            <a:avLst/>
          </a:prstGeom>
        </p:spPr>
        <p:txBody>
          <a:bodyPr rtlCol="0">
            <a:normAutofit/>
          </a:bodyPr>
          <a:lstStyle/>
          <a:p>
            <a:r>
              <a:rPr lang="zh-CN" altLang="en-US" smtClean="0"/>
              <a:t>单击此处编辑母版标题样式</a:t>
            </a:r>
            <a:endParaRPr lang="zh-CN" alt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过渡页1">
    <p:spTree>
      <p:nvGrpSpPr>
        <p:cNvPr id="1" name=""/>
        <p:cNvGrpSpPr/>
        <p:nvPr/>
      </p:nvGrpSpPr>
      <p:grpSpPr>
        <a:xfrm>
          <a:off x="0" y="0"/>
          <a:ext cx="0" cy="0"/>
          <a:chOff x="0" y="0"/>
          <a:chExt cx="0" cy="0"/>
        </a:xfrm>
      </p:grpSpPr>
      <p:graphicFrame>
        <p:nvGraphicFramePr>
          <p:cNvPr id="34821" name="对象 5" hidden="1"/>
          <p:cNvGraphicFramePr>
            <a:graphicFrameLocks noChangeAspect="1"/>
          </p:cNvGraphicFramePr>
          <p:nvPr userDrawn="1">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167" name="" r:id="rId3" imgW="12700" imgH="12700" progId="TCLayout.ActiveDocument.1">
                  <p:embed/>
                </p:oleObj>
              </mc:Choice>
              <mc:Fallback>
                <p:oleObj name="" r:id="rId3" imgW="12700" imgH="12700" progId="TCLayout.ActiveDocument.1">
                  <p:embed/>
                  <p:pic>
                    <p:nvPicPr>
                      <p:cNvPr id="0" name="图片 3078"/>
                      <p:cNvPicPr/>
                      <p:nvPr/>
                    </p:nvPicPr>
                    <p:blipFill>
                      <a:blip r:embed="rId4"/>
                      <a:stretch>
                        <a:fillRect/>
                      </a:stretch>
                    </p:blipFill>
                    <p:spPr>
                      <a:xfrm>
                        <a:off x="0" y="0"/>
                        <a:ext cx="158750" cy="158750"/>
                      </a:xfrm>
                      <a:prstGeom prst="rect">
                        <a:avLst/>
                      </a:prstGeom>
                      <a:noFill/>
                      <a:ln w="38100">
                        <a:noFill/>
                        <a:miter/>
                      </a:ln>
                    </p:spPr>
                  </p:pic>
                </p:oleObj>
              </mc:Fallback>
            </mc:AlternateContent>
          </a:graphicData>
        </a:graphic>
      </p:graphicFrame>
      <p:sp>
        <p:nvSpPr>
          <p:cNvPr id="8" name="Rechteck 5"/>
          <p:cNvSpPr/>
          <p:nvPr>
            <p:custDataLst>
              <p:tags r:id="rId5"/>
            </p:custDataLst>
          </p:nvPr>
        </p:nvSpPr>
        <p:spPr bwMode="gray">
          <a:xfrm>
            <a:off x="0" y="0"/>
            <a:ext cx="9144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dirty="0">
              <a:ln>
                <a:noFill/>
              </a:ln>
              <a:solidFill>
                <a:srgbClr val="CC0033"/>
              </a:solidFill>
              <a:effectLst/>
              <a:uLnTx/>
              <a:uFillTx/>
              <a:latin typeface="+mn-lt"/>
              <a:ea typeface="+mn-ea"/>
              <a:cs typeface="+mn-cs"/>
            </a:endParaRPr>
          </a:p>
        </p:txBody>
      </p:sp>
      <p:sp>
        <p:nvSpPr>
          <p:cNvPr id="34823" name="TextBox 15"/>
          <p:cNvSpPr txBox="1"/>
          <p:nvPr userDrawn="1">
            <p:custDataLst>
              <p:tags r:id="rId6"/>
            </p:custDataLst>
          </p:nvPr>
        </p:nvSpPr>
        <p:spPr>
          <a:xfrm>
            <a:off x="7164388" y="1125538"/>
            <a:ext cx="1655762" cy="276225"/>
          </a:xfrm>
          <a:prstGeom prst="rect">
            <a:avLst/>
          </a:prstGeom>
          <a:noFill/>
          <a:ln w="9525">
            <a:noFill/>
          </a:ln>
        </p:spPr>
        <p:txBody>
          <a:bodyPr>
            <a:spAutoFit/>
          </a:bodyPr>
          <a:lstStyle/>
          <a:p>
            <a:pPr lvl="0" algn="ctr" eaLnBrk="1" hangingPunct="1"/>
            <a:r>
              <a:rPr lang="en-US" altLang="zh-CN" dirty="0">
                <a:solidFill>
                  <a:srgbClr val="FFFFFF"/>
                </a:solidFill>
                <a:latin typeface="Audi Type" pitchFamily="34" charset="0"/>
                <a:ea typeface="微软雅黑" panose="020B0503020204020204" pitchFamily="34" charset="-122"/>
              </a:rPr>
              <a:t>Transition Page</a:t>
            </a:r>
            <a:endParaRPr lang="en-US" altLang="zh-CN" dirty="0">
              <a:solidFill>
                <a:srgbClr val="FFFFFF"/>
              </a:solidFill>
              <a:latin typeface="Audi Type" pitchFamily="34" charset="0"/>
              <a:ea typeface="微软雅黑" panose="020B0503020204020204" pitchFamily="34" charset="-122"/>
            </a:endParaRPr>
          </a:p>
        </p:txBody>
      </p:sp>
      <p:sp>
        <p:nvSpPr>
          <p:cNvPr id="34824" name="文本框 8"/>
          <p:cNvSpPr txBox="1"/>
          <p:nvPr userDrawn="1">
            <p:custDataLst>
              <p:tags r:id="rId7"/>
            </p:custDataLst>
          </p:nvPr>
        </p:nvSpPr>
        <p:spPr>
          <a:xfrm>
            <a:off x="7235825" y="757238"/>
            <a:ext cx="1512888" cy="368300"/>
          </a:xfrm>
          <a:prstGeom prst="rect">
            <a:avLst/>
          </a:prstGeom>
          <a:noFill/>
          <a:ln w="9525">
            <a:noFill/>
          </a:ln>
        </p:spPr>
        <p:txBody>
          <a:bodyPr>
            <a:spAutoFit/>
          </a:bodyPr>
          <a:lstStyle/>
          <a:p>
            <a:pPr lvl="0" algn="ctr" eaLnBrk="1" hangingPunct="1"/>
            <a:r>
              <a:rPr lang="zh-CN" altLang="en-US" sz="1800" b="1" dirty="0">
                <a:solidFill>
                  <a:srgbClr val="FFFFFF"/>
                </a:solidFill>
                <a:latin typeface="Audi Type" pitchFamily="34" charset="0"/>
                <a:ea typeface="微软雅黑" panose="020B0503020204020204" pitchFamily="34" charset="-122"/>
              </a:rPr>
              <a:t>过渡页</a:t>
            </a:r>
            <a:endParaRPr lang="zh-CN" altLang="en-US" sz="1800" b="1" dirty="0">
              <a:solidFill>
                <a:srgbClr val="FFFFFF"/>
              </a:solidFill>
              <a:latin typeface="Audi Type" pitchFamily="34" charset="0"/>
              <a:ea typeface="微软雅黑" panose="020B0503020204020204" pitchFamily="34" charset="-122"/>
            </a:endParaRPr>
          </a:p>
        </p:txBody>
      </p:sp>
      <p:cxnSp>
        <p:nvCxnSpPr>
          <p:cNvPr id="34825" name="直接连接符 10"/>
          <p:cNvCxnSpPr/>
          <p:nvPr userDrawn="1">
            <p:custDataLst>
              <p:tags r:id="rId8"/>
            </p:custDataLst>
          </p:nvPr>
        </p:nvCxnSpPr>
        <p:spPr>
          <a:xfrm>
            <a:off x="468313" y="4076700"/>
            <a:ext cx="8207375" cy="0"/>
          </a:xfrm>
          <a:prstGeom prst="line">
            <a:avLst/>
          </a:prstGeom>
          <a:ln w="57150" cap="flat" cmpd="sng">
            <a:solidFill>
              <a:schemeClr val="tx1"/>
            </a:solidFill>
            <a:prstDash val="solid"/>
            <a:headEnd type="none" w="med" len="med"/>
            <a:tailEnd type="triangle" w="med" len="med"/>
          </a:ln>
        </p:spPr>
      </p:cxnSp>
      <p:sp>
        <p:nvSpPr>
          <p:cNvPr id="2" name="标题 1"/>
          <p:cNvSpPr>
            <a:spLocks noGrp="1"/>
          </p:cNvSpPr>
          <p:nvPr>
            <p:ph type="title"/>
          </p:nvPr>
        </p:nvSpPr>
        <p:spPr>
          <a:xfrm>
            <a:off x="457200" y="2564904"/>
            <a:ext cx="8229600" cy="1368152"/>
          </a:xfrm>
          <a:solidFill>
            <a:schemeClr val="tx1"/>
          </a:solidFill>
        </p:spPr>
        <p:txBody>
          <a:bodyPr>
            <a:normAutofit/>
          </a:bodyPr>
          <a:lstStyle>
            <a:lvl1pPr>
              <a:lnSpc>
                <a:spcPct val="100000"/>
              </a:lnSpc>
              <a:defRPr sz="2000" baseline="0">
                <a:solidFill>
                  <a:schemeClr val="bg1"/>
                </a:solidFill>
                <a:latin typeface="Audi Type Extended"/>
                <a:ea typeface="微软雅黑" panose="020B0503020204020204" pitchFamily="34" charset="-122"/>
              </a:defRPr>
            </a:lvl1pPr>
          </a:lstStyle>
          <a:p>
            <a:r>
              <a:rPr lang="zh-CN" altLang="en-US" smtClean="0"/>
              <a:t>单击此处编辑母版标题样式</a:t>
            </a:r>
            <a:endParaRPr lang="zh-CN" alt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过渡页2">
    <p:spTree>
      <p:nvGrpSpPr>
        <p:cNvPr id="1" name=""/>
        <p:cNvGrpSpPr/>
        <p:nvPr/>
      </p:nvGrpSpPr>
      <p:grpSpPr>
        <a:xfrm>
          <a:off x="0" y="0"/>
          <a:ext cx="0" cy="0"/>
          <a:chOff x="0" y="0"/>
          <a:chExt cx="0" cy="0"/>
        </a:xfrm>
      </p:grpSpPr>
      <p:grpSp>
        <p:nvGrpSpPr>
          <p:cNvPr id="35845" name="组合 5"/>
          <p:cNvGrpSpPr/>
          <p:nvPr userDrawn="1"/>
        </p:nvGrpSpPr>
        <p:grpSpPr>
          <a:xfrm>
            <a:off x="0" y="2201863"/>
            <a:ext cx="9144000" cy="2420937"/>
            <a:chOff x="170694" y="177982"/>
            <a:chExt cx="3936003" cy="781165"/>
          </a:xfrm>
        </p:grpSpPr>
        <p:sp>
          <p:nvSpPr>
            <p:cNvPr id="8" name="等腰三角形 7"/>
            <p:cNvSpPr/>
            <p:nvPr/>
          </p:nvSpPr>
          <p:spPr>
            <a:xfrm>
              <a:off x="1233961" y="177982"/>
              <a:ext cx="355334" cy="356519"/>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微软雅黑" panose="020B0503020204020204" pitchFamily="34" charset="-122"/>
                <a:cs typeface="+mn-cs"/>
              </a:endParaRPr>
            </a:p>
          </p:txBody>
        </p:sp>
        <p:sp>
          <p:nvSpPr>
            <p:cNvPr id="9" name="等腰三角形 8"/>
            <p:cNvSpPr/>
            <p:nvPr/>
          </p:nvSpPr>
          <p:spPr>
            <a:xfrm flipV="1">
              <a:off x="200078" y="602628"/>
              <a:ext cx="355334" cy="356519"/>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微软雅黑" panose="020B0503020204020204" pitchFamily="34" charset="-122"/>
                <a:cs typeface="+mn-cs"/>
              </a:endParaRPr>
            </a:p>
          </p:txBody>
        </p:sp>
        <p:sp>
          <p:nvSpPr>
            <p:cNvPr id="10" name="矩形 9"/>
            <p:cNvSpPr/>
            <p:nvPr/>
          </p:nvSpPr>
          <p:spPr>
            <a:xfrm>
              <a:off x="170694" y="261989"/>
              <a:ext cx="3936003" cy="61161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微软雅黑" panose="020B0503020204020204" pitchFamily="34" charset="-122"/>
                <a:cs typeface="+mn-cs"/>
              </a:endParaRPr>
            </a:p>
          </p:txBody>
        </p:sp>
        <p:sp>
          <p:nvSpPr>
            <p:cNvPr id="11" name="平行四边形 10"/>
            <p:cNvSpPr/>
            <p:nvPr/>
          </p:nvSpPr>
          <p:spPr>
            <a:xfrm>
              <a:off x="377061" y="178494"/>
              <a:ext cx="1035934" cy="778604"/>
            </a:xfrm>
            <a:prstGeom prst="parallelogram">
              <a:avLst>
                <a:gd name="adj" fmla="val 4820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CC0033"/>
                </a:solidFill>
                <a:effectLst/>
                <a:uLnTx/>
                <a:uFillTx/>
                <a:latin typeface="+mn-lt"/>
                <a:ea typeface="微软雅黑" panose="020B0503020204020204" pitchFamily="34" charset="-122"/>
                <a:cs typeface="+mn-cs"/>
              </a:endParaRPr>
            </a:p>
          </p:txBody>
        </p:sp>
      </p:grpSp>
      <p:sp>
        <p:nvSpPr>
          <p:cNvPr id="12" name="文本占位符 11"/>
          <p:cNvSpPr>
            <a:spLocks noGrp="1"/>
          </p:cNvSpPr>
          <p:nvPr>
            <p:ph type="body" sz="quarter" idx="10"/>
          </p:nvPr>
        </p:nvSpPr>
        <p:spPr>
          <a:xfrm>
            <a:off x="3095624" y="2461974"/>
            <a:ext cx="6048375" cy="1927135"/>
          </a:xfrm>
          <a:prstGeom prst="rect">
            <a:avLst/>
          </a:prstGeom>
        </p:spPr>
        <p:txBody>
          <a:bodyPr anchor="ctr"/>
          <a:lstStyle>
            <a:lvl1pPr>
              <a:lnSpc>
                <a:spcPct val="100000"/>
              </a:lnSpc>
              <a:defRPr sz="2000" b="1" baseline="0">
                <a:solidFill>
                  <a:schemeClr val="bg1"/>
                </a:solidFill>
                <a:latin typeface="Audi Type Extended" pitchFamily="34" charset="0"/>
                <a:ea typeface="微软雅黑" panose="020B0503020204020204" pitchFamily="34" charset="-122"/>
              </a:defRPr>
            </a:lvl1pPr>
          </a:lstStyle>
          <a:p>
            <a:pPr lvl="0"/>
            <a:r>
              <a:rPr lang="zh-CN" altLang="en-US" smtClean="0"/>
              <a:t>单击此处编辑母版文本样式</a:t>
            </a:r>
            <a:endParaRPr lang="zh-CN" altLang="en-US" smtClean="0"/>
          </a:p>
        </p:txBody>
      </p:sp>
      <p:sp>
        <p:nvSpPr>
          <p:cNvPr id="14" name="文本占位符 13"/>
          <p:cNvSpPr>
            <a:spLocks noGrp="1"/>
          </p:cNvSpPr>
          <p:nvPr>
            <p:ph type="body" sz="quarter" idx="11"/>
          </p:nvPr>
        </p:nvSpPr>
        <p:spPr>
          <a:xfrm>
            <a:off x="1331640" y="1405854"/>
            <a:ext cx="864096" cy="2023147"/>
          </a:xfrm>
          <a:prstGeom prst="rect">
            <a:avLst/>
          </a:prstGeom>
        </p:spPr>
        <p:txBody>
          <a:bodyPr/>
          <a:lstStyle>
            <a:lvl1pPr algn="ctr">
              <a:defRPr sz="11500" baseline="0">
                <a:solidFill>
                  <a:schemeClr val="bg1"/>
                </a:solidFill>
                <a:latin typeface="Audi Type Extended" pitchFamily="34" charset="0"/>
                <a:ea typeface="微软雅黑" panose="020B0503020204020204" pitchFamily="34" charset="-122"/>
              </a:defRPr>
            </a:lvl1pPr>
          </a:lstStyle>
          <a:p>
            <a:pPr lvl="0"/>
            <a:r>
              <a:rPr lang="zh-CN" altLang="en-US" smtClean="0"/>
              <a:t>单击此处编辑母版文本样式</a:t>
            </a:r>
            <a:endParaRPr lang="zh-CN" altLang="en-US" smtClean="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首页1">
    <p:spTree>
      <p:nvGrpSpPr>
        <p:cNvPr id="1" name=""/>
        <p:cNvGrpSpPr/>
        <p:nvPr/>
      </p:nvGrpSpPr>
      <p:grpSpPr>
        <a:xfrm>
          <a:off x="0" y="0"/>
          <a:ext cx="0" cy="0"/>
          <a:chOff x="0" y="0"/>
          <a:chExt cx="0" cy="0"/>
        </a:xfrm>
      </p:grpSpPr>
      <p:sp>
        <p:nvSpPr>
          <p:cNvPr id="6" name="矩形 5"/>
          <p:cNvSpPr/>
          <p:nvPr userDrawn="1"/>
        </p:nvSpPr>
        <p:spPr>
          <a:xfrm>
            <a:off x="155510" y="6141301"/>
            <a:ext cx="2592288" cy="504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矩形 6"/>
          <p:cNvSpPr/>
          <p:nvPr userDrawn="1"/>
        </p:nvSpPr>
        <p:spPr>
          <a:xfrm>
            <a:off x="6108171" y="6168579"/>
            <a:ext cx="2592288" cy="504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Bildplatzhalter 12"/>
          <p:cNvSpPr>
            <a:spLocks noGrp="1" noChangeAspect="1"/>
          </p:cNvSpPr>
          <p:nvPr>
            <p:ph type="pic" sz="quarter" idx="15"/>
          </p:nvPr>
        </p:nvSpPr>
        <p:spPr bwMode="gray">
          <a:xfrm>
            <a:off x="0" y="0"/>
            <a:ext cx="9144000" cy="3429000"/>
          </a:xfrm>
          <a:prstGeom prst="rect">
            <a:avLst/>
          </a:prstGeom>
          <a:noFill/>
        </p:spPr>
        <p:txBody>
          <a:bodyPr bIns="900000" anchor="ctr" anchorCtr="0"/>
          <a:lstStyle>
            <a:lvl1pPr algn="ctr">
              <a:lnSpc>
                <a:spcPct val="100000"/>
              </a:lnSpc>
              <a:spcBef>
                <a:spcPts val="0"/>
              </a:spcBef>
              <a:defRPr baseline="0">
                <a:latin typeface="微软雅黑" panose="020B0503020204020204" pitchFamily="34" charset="-122"/>
                <a:ea typeface="微软雅黑" panose="020B0503020204020204" pitchFamily="34" charset="-122"/>
              </a:defRPr>
            </a:lvl1pPr>
          </a:lstStyle>
          <a:p>
            <a:endParaRPr lang="en-GB" noProof="0" dirty="0"/>
          </a:p>
        </p:txBody>
      </p:sp>
      <p:sp>
        <p:nvSpPr>
          <p:cNvPr id="12" name="Titel 7"/>
          <p:cNvSpPr>
            <a:spLocks noGrp="1"/>
          </p:cNvSpPr>
          <p:nvPr>
            <p:ph type="title" hasCustomPrompt="1"/>
          </p:nvPr>
        </p:nvSpPr>
        <p:spPr bwMode="gray">
          <a:xfrm>
            <a:off x="539554" y="4749146"/>
            <a:ext cx="8316914" cy="948369"/>
          </a:xfrm>
        </p:spPr>
        <p:txBody>
          <a:bodyPr anchor="t" anchorCtr="0">
            <a:noAutofit/>
          </a:bodyPr>
          <a:lstStyle>
            <a:lvl1pPr>
              <a:lnSpc>
                <a:spcPct val="100000"/>
              </a:lnSpc>
              <a:defRPr sz="2000" b="1" baseline="0">
                <a:solidFill>
                  <a:schemeClr val="bg2"/>
                </a:solidFill>
                <a:latin typeface="Audi Type Extended" pitchFamily="34" charset="0"/>
                <a:ea typeface="微软雅黑" panose="020B0503020204020204" pitchFamily="34" charset="-122"/>
              </a:defRPr>
            </a:lvl1pPr>
          </a:lstStyle>
          <a:p>
            <a:r>
              <a:rPr lang="zh-CN" altLang="en-US" noProof="0" dirty="0"/>
              <a:t>标题，微软雅黑，</a:t>
            </a:r>
            <a:r>
              <a:rPr lang="en-US" altLang="zh-CN" noProof="0" dirty="0"/>
              <a:t>20</a:t>
            </a:r>
            <a:r>
              <a:rPr lang="zh-CN" altLang="en-US" noProof="0" dirty="0"/>
              <a:t>号</a:t>
            </a:r>
            <a:br>
              <a:rPr lang="en-US" altLang="zh-CN" noProof="0" dirty="0"/>
            </a:br>
            <a:r>
              <a:rPr lang="en-US" altLang="zh-CN" noProof="0" dirty="0"/>
              <a:t>Title, Audi Type Extended, Size 20</a:t>
            </a:r>
            <a:endParaRPr lang="en-GB" noProof="0" dirty="0"/>
          </a:p>
        </p:txBody>
      </p:sp>
      <p:sp>
        <p:nvSpPr>
          <p:cNvPr id="13" name="Untertitel 2"/>
          <p:cNvSpPr>
            <a:spLocks noGrp="1"/>
          </p:cNvSpPr>
          <p:nvPr>
            <p:ph type="subTitle" idx="1" hasCustomPrompt="1"/>
          </p:nvPr>
        </p:nvSpPr>
        <p:spPr bwMode="gray">
          <a:xfrm>
            <a:off x="539554" y="5697517"/>
            <a:ext cx="8316914" cy="803825"/>
          </a:xfrm>
          <a:prstGeom prst="rect">
            <a:avLst/>
          </a:prstGeom>
        </p:spPr>
        <p:txBody>
          <a:bodyPr anchor="t"/>
          <a:lstStyle>
            <a:lvl1pPr marL="0" indent="0" algn="l">
              <a:lnSpc>
                <a:spcPct val="100000"/>
              </a:lnSpc>
              <a:buNone/>
              <a:defRPr sz="1400" b="0" baseline="0">
                <a:solidFill>
                  <a:schemeClr val="bg2"/>
                </a:solidFill>
                <a:latin typeface="Audi Type" pitchFamily="34" charset="0"/>
                <a:ea typeface="微软雅黑" panose="020B0503020204020204" pitchFamily="34" charset="-122"/>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noProof="0" dirty="0"/>
              <a:t>部门与日期 </a:t>
            </a:r>
            <a:r>
              <a:rPr lang="en-US" altLang="zh-CN" noProof="0" dirty="0" err="1"/>
              <a:t>Dept</a:t>
            </a:r>
            <a:r>
              <a:rPr lang="en-US" altLang="zh-CN" noProof="0" dirty="0"/>
              <a:t> &amp; Date</a:t>
            </a:r>
            <a:r>
              <a:rPr lang="zh-CN" altLang="en-US" noProof="0" dirty="0"/>
              <a:t>：副标题 </a:t>
            </a:r>
            <a:r>
              <a:rPr lang="en-US" altLang="zh-CN" noProof="0" dirty="0"/>
              <a:t>Subtitle</a:t>
            </a:r>
            <a:r>
              <a:rPr lang="zh-CN" altLang="en-US" noProof="0" dirty="0"/>
              <a:t>，姓名 </a:t>
            </a:r>
            <a:r>
              <a:rPr lang="en-US" altLang="zh-CN" noProof="0" dirty="0"/>
              <a:t>Name</a:t>
            </a:r>
            <a:r>
              <a:rPr lang="zh-CN" altLang="en-US" noProof="0" dirty="0"/>
              <a:t>，微软雅黑 </a:t>
            </a:r>
            <a:r>
              <a:rPr lang="en-US" altLang="zh-CN" noProof="0" dirty="0"/>
              <a:t>Audi Type</a:t>
            </a:r>
            <a:r>
              <a:rPr lang="zh-CN" altLang="en-US" noProof="0" dirty="0"/>
              <a:t>，</a:t>
            </a:r>
            <a:r>
              <a:rPr lang="en-US" altLang="zh-CN" noProof="0" dirty="0"/>
              <a:t>14</a:t>
            </a:r>
            <a:r>
              <a:rPr lang="zh-CN" altLang="en-US" noProof="0" dirty="0"/>
              <a:t>号 </a:t>
            </a:r>
            <a:r>
              <a:rPr lang="en-US" altLang="zh-CN" noProof="0" dirty="0"/>
              <a:t>Size</a:t>
            </a:r>
            <a:endParaRPr lang="en-GB" noProof="0" dirty="0"/>
          </a:p>
        </p:txBody>
      </p:sp>
      <p:pic>
        <p:nvPicPr>
          <p:cNvPr id="8" name="Bild 13"/>
          <p:cNvPicPr>
            <a:picLocks noChangeAspect="1"/>
          </p:cNvPicPr>
          <p:nvPr userDrawn="1"/>
        </p:nvPicPr>
        <p:blipFill>
          <a:blip r:embed="rId2" cstate="email"/>
          <a:srcRect/>
          <a:stretch>
            <a:fillRect/>
          </a:stretch>
        </p:blipFill>
        <p:spPr bwMode="gray">
          <a:xfrm>
            <a:off x="539554" y="4059999"/>
            <a:ext cx="1989334" cy="689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51520" y="260649"/>
            <a:ext cx="1944216" cy="672075"/>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00000"/>
              </a:lnSpc>
            </a:pPr>
            <a:r>
              <a:rPr lang="zh-CN" altLang="en-US" sz="1050" baseline="0" dirty="0">
                <a:solidFill>
                  <a:schemeClr val="tx1"/>
                </a:solidFill>
                <a:latin typeface="Audi Type"/>
                <a:ea typeface="微软雅黑" panose="020B0503020204020204" pitchFamily="34" charset="-122"/>
              </a:rPr>
              <a:t>目录</a:t>
            </a:r>
            <a:endParaRPr lang="en-US" altLang="zh-CN" sz="1050" baseline="0" dirty="0">
              <a:solidFill>
                <a:schemeClr val="tx1"/>
              </a:solidFill>
              <a:latin typeface="Audi Type"/>
              <a:ea typeface="微软雅黑" panose="020B0503020204020204" pitchFamily="34" charset="-122"/>
            </a:endParaRPr>
          </a:p>
          <a:p>
            <a:pPr algn="ctr">
              <a:lnSpc>
                <a:spcPct val="100000"/>
              </a:lnSpc>
            </a:pPr>
            <a:r>
              <a:rPr lang="en-US" altLang="zh-CN" sz="1050" dirty="0">
                <a:solidFill>
                  <a:schemeClr val="tx1"/>
                </a:solidFill>
                <a:latin typeface="Audi Type"/>
                <a:ea typeface="+mj-ea"/>
              </a:rPr>
              <a:t>Contents</a:t>
            </a:r>
            <a:endParaRPr lang="zh-CN" altLang="en-US" sz="1050" dirty="0">
              <a:solidFill>
                <a:schemeClr val="tx1"/>
              </a:solidFill>
              <a:latin typeface="Audi Type"/>
              <a:ea typeface="+mj-ea"/>
            </a:endParaRPr>
          </a:p>
        </p:txBody>
      </p:sp>
      <p:sp>
        <p:nvSpPr>
          <p:cNvPr id="9" name="矩形 8"/>
          <p:cNvSpPr/>
          <p:nvPr userDrawn="1">
            <p:custDataLst>
              <p:tags r:id="rId3"/>
            </p:custDataLst>
          </p:nvPr>
        </p:nvSpPr>
        <p:spPr>
          <a:xfrm>
            <a:off x="251520" y="0"/>
            <a:ext cx="1944216" cy="206896"/>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50000"/>
              </a:lnSpc>
            </a:pPr>
            <a:endParaRPr lang="zh-CN" altLang="en-US" sz="1050" dirty="0">
              <a:solidFill>
                <a:schemeClr val="bg1"/>
              </a:solidFill>
              <a:latin typeface="Audi Type" pitchFamily="34" charset="0"/>
              <a:ea typeface="+mj-ea"/>
            </a:endParaRPr>
          </a:p>
        </p:txBody>
      </p:sp>
      <p:sp>
        <p:nvSpPr>
          <p:cNvPr id="10" name="矩形 9"/>
          <p:cNvSpPr/>
          <p:nvPr userDrawn="1">
            <p:custDataLst>
              <p:tags r:id="rId4"/>
            </p:custDataLst>
          </p:nvPr>
        </p:nvSpPr>
        <p:spPr>
          <a:xfrm>
            <a:off x="827584" y="1941781"/>
            <a:ext cx="7560840" cy="672075"/>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50000"/>
              </a:lnSpc>
            </a:pPr>
            <a:endParaRPr lang="zh-CN" altLang="en-US" sz="1050" dirty="0">
              <a:latin typeface="Audi Type"/>
              <a:ea typeface="微软雅黑" panose="020B0503020204020204" pitchFamily="34" charset="-122"/>
            </a:endParaRPr>
          </a:p>
        </p:txBody>
      </p:sp>
      <p:sp>
        <p:nvSpPr>
          <p:cNvPr id="11" name="矩形 10"/>
          <p:cNvSpPr/>
          <p:nvPr userDrawn="1">
            <p:custDataLst>
              <p:tags r:id="rId5"/>
            </p:custDataLst>
          </p:nvPr>
        </p:nvSpPr>
        <p:spPr>
          <a:xfrm>
            <a:off x="827584" y="3012953"/>
            <a:ext cx="7560840" cy="672075"/>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50000"/>
              </a:lnSpc>
            </a:pPr>
            <a:endParaRPr lang="zh-CN" altLang="en-US" sz="1050" dirty="0">
              <a:latin typeface="Audi Type"/>
              <a:ea typeface="微软雅黑" panose="020B0503020204020204" pitchFamily="34" charset="-122"/>
            </a:endParaRPr>
          </a:p>
        </p:txBody>
      </p:sp>
      <p:sp>
        <p:nvSpPr>
          <p:cNvPr id="12" name="矩形 11"/>
          <p:cNvSpPr/>
          <p:nvPr userDrawn="1">
            <p:custDataLst>
              <p:tags r:id="rId6"/>
            </p:custDataLst>
          </p:nvPr>
        </p:nvSpPr>
        <p:spPr>
          <a:xfrm>
            <a:off x="827584" y="4037067"/>
            <a:ext cx="7560840" cy="672075"/>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50000"/>
              </a:lnSpc>
            </a:pPr>
            <a:endParaRPr lang="zh-CN" altLang="en-US" sz="1050" dirty="0">
              <a:latin typeface="Audi Type"/>
              <a:ea typeface="微软雅黑" panose="020B0503020204020204" pitchFamily="34" charset="-122"/>
            </a:endParaRPr>
          </a:p>
        </p:txBody>
      </p:sp>
      <p:sp>
        <p:nvSpPr>
          <p:cNvPr id="13" name="矩形 12"/>
          <p:cNvSpPr/>
          <p:nvPr userDrawn="1">
            <p:custDataLst>
              <p:tags r:id="rId7"/>
            </p:custDataLst>
          </p:nvPr>
        </p:nvSpPr>
        <p:spPr>
          <a:xfrm>
            <a:off x="827584" y="5061181"/>
            <a:ext cx="7560840" cy="672075"/>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50000"/>
              </a:lnSpc>
            </a:pPr>
            <a:endParaRPr lang="zh-CN" altLang="en-US" sz="1050" dirty="0">
              <a:latin typeface="Audi Type"/>
              <a:ea typeface="微软雅黑" panose="020B0503020204020204" pitchFamily="34" charset="-122"/>
            </a:endParaRPr>
          </a:p>
        </p:txBody>
      </p:sp>
      <p:sp>
        <p:nvSpPr>
          <p:cNvPr id="14" name="矩形 13"/>
          <p:cNvSpPr/>
          <p:nvPr userDrawn="1">
            <p:custDataLst>
              <p:tags r:id="rId8"/>
            </p:custDataLst>
          </p:nvPr>
        </p:nvSpPr>
        <p:spPr>
          <a:xfrm>
            <a:off x="971600" y="1749760"/>
            <a:ext cx="720080" cy="528059"/>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50000"/>
              </a:lnSpc>
            </a:pPr>
            <a:r>
              <a:rPr lang="en-US" altLang="zh-CN" sz="1050" b="1" dirty="0">
                <a:solidFill>
                  <a:schemeClr val="bg1"/>
                </a:solidFill>
                <a:latin typeface="Audi Type" pitchFamily="34" charset="0"/>
                <a:ea typeface="+mj-ea"/>
              </a:rPr>
              <a:t>1</a:t>
            </a:r>
            <a:endParaRPr lang="zh-CN" altLang="en-US" sz="1050" b="1" dirty="0">
              <a:solidFill>
                <a:schemeClr val="bg1"/>
              </a:solidFill>
              <a:latin typeface="Audi Type" pitchFamily="34" charset="0"/>
              <a:ea typeface="+mj-ea"/>
            </a:endParaRPr>
          </a:p>
        </p:txBody>
      </p:sp>
      <p:sp>
        <p:nvSpPr>
          <p:cNvPr id="15" name="矩形 14"/>
          <p:cNvSpPr/>
          <p:nvPr userDrawn="1">
            <p:custDataLst>
              <p:tags r:id="rId9"/>
            </p:custDataLst>
          </p:nvPr>
        </p:nvSpPr>
        <p:spPr>
          <a:xfrm>
            <a:off x="971600" y="2852936"/>
            <a:ext cx="720080" cy="528059"/>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50000"/>
              </a:lnSpc>
            </a:pPr>
            <a:r>
              <a:rPr lang="en-US" altLang="zh-CN" sz="1050" b="1" dirty="0">
                <a:solidFill>
                  <a:schemeClr val="bg1"/>
                </a:solidFill>
                <a:latin typeface="Audi Type" pitchFamily="34" charset="0"/>
                <a:ea typeface="+mj-ea"/>
              </a:rPr>
              <a:t>2</a:t>
            </a:r>
            <a:endParaRPr lang="zh-CN" altLang="en-US" sz="1050" b="1" dirty="0">
              <a:solidFill>
                <a:schemeClr val="bg1"/>
              </a:solidFill>
              <a:latin typeface="Audi Type" pitchFamily="34" charset="0"/>
              <a:ea typeface="+mj-ea"/>
            </a:endParaRPr>
          </a:p>
        </p:txBody>
      </p:sp>
      <p:sp>
        <p:nvSpPr>
          <p:cNvPr id="16" name="矩形 15"/>
          <p:cNvSpPr/>
          <p:nvPr userDrawn="1">
            <p:custDataLst>
              <p:tags r:id="rId10"/>
            </p:custDataLst>
          </p:nvPr>
        </p:nvSpPr>
        <p:spPr>
          <a:xfrm>
            <a:off x="971600" y="3861048"/>
            <a:ext cx="720080" cy="528059"/>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50000"/>
              </a:lnSpc>
            </a:pPr>
            <a:r>
              <a:rPr lang="en-US" altLang="zh-CN" sz="1050" b="1" dirty="0">
                <a:solidFill>
                  <a:schemeClr val="bg1"/>
                </a:solidFill>
                <a:latin typeface="Audi Type" pitchFamily="34" charset="0"/>
                <a:ea typeface="+mj-ea"/>
              </a:rPr>
              <a:t>3</a:t>
            </a:r>
            <a:endParaRPr lang="zh-CN" altLang="en-US" sz="1050" b="1" dirty="0">
              <a:solidFill>
                <a:schemeClr val="bg1"/>
              </a:solidFill>
              <a:latin typeface="Audi Type" pitchFamily="34" charset="0"/>
              <a:ea typeface="+mj-ea"/>
            </a:endParaRPr>
          </a:p>
        </p:txBody>
      </p:sp>
      <p:sp>
        <p:nvSpPr>
          <p:cNvPr id="17" name="矩形 16"/>
          <p:cNvSpPr/>
          <p:nvPr userDrawn="1">
            <p:custDataLst>
              <p:tags r:id="rId11"/>
            </p:custDataLst>
          </p:nvPr>
        </p:nvSpPr>
        <p:spPr>
          <a:xfrm>
            <a:off x="971600" y="4917165"/>
            <a:ext cx="720080" cy="528059"/>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50000"/>
              </a:lnSpc>
            </a:pPr>
            <a:r>
              <a:rPr lang="en-US" altLang="zh-CN" sz="1050" b="1" dirty="0">
                <a:solidFill>
                  <a:schemeClr val="bg1"/>
                </a:solidFill>
                <a:latin typeface="Audi Type" pitchFamily="34" charset="0"/>
                <a:ea typeface="+mj-ea"/>
              </a:rPr>
              <a:t>4</a:t>
            </a:r>
            <a:endParaRPr lang="zh-CN" altLang="en-US" sz="1050" b="1" dirty="0">
              <a:solidFill>
                <a:schemeClr val="bg1"/>
              </a:solidFill>
              <a:latin typeface="Audi Type" pitchFamily="34" charset="0"/>
              <a:ea typeface="+mj-ea"/>
            </a:endParaRPr>
          </a:p>
        </p:txBody>
      </p:sp>
      <p:sp>
        <p:nvSpPr>
          <p:cNvPr id="28" name="Textplatzhalter 3"/>
          <p:cNvSpPr>
            <a:spLocks noGrp="1"/>
          </p:cNvSpPr>
          <p:nvPr>
            <p:ph type="body" sz="quarter" idx="17" hasCustomPrompt="1"/>
          </p:nvPr>
        </p:nvSpPr>
        <p:spPr bwMode="gray">
          <a:xfrm>
            <a:off x="1825196" y="3134976"/>
            <a:ext cx="6121178"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400" b="0" baseline="0">
                <a:solidFill>
                  <a:schemeClr val="bg2"/>
                </a:solidFill>
                <a:latin typeface="Audi Type"/>
                <a:ea typeface="微软雅黑" panose="020B0503020204020204" pitchFamily="34" charset="-122"/>
              </a:defRPr>
            </a:lvl1p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defRPr/>
            </a:pPr>
            <a:r>
              <a:rPr lang="zh-CN" altLang="en-US" dirty="0"/>
              <a:t>标题 </a:t>
            </a:r>
            <a:r>
              <a:rPr lang="en-US" altLang="zh-CN" dirty="0"/>
              <a:t>Title 2</a:t>
            </a:r>
            <a:r>
              <a:rPr lang="zh-CN" altLang="en-US" dirty="0"/>
              <a:t>，微软雅黑 </a:t>
            </a:r>
            <a:r>
              <a:rPr lang="en-US" altLang="zh-CN" dirty="0"/>
              <a:t>Audi Type</a:t>
            </a:r>
            <a:r>
              <a:rPr lang="zh-CN" altLang="en-US" dirty="0"/>
              <a:t>，</a:t>
            </a:r>
            <a:r>
              <a:rPr lang="en-US" altLang="zh-CN" dirty="0"/>
              <a:t>14</a:t>
            </a:r>
            <a:endParaRPr lang="zh-CN" altLang="en-US" dirty="0"/>
          </a:p>
        </p:txBody>
      </p:sp>
      <p:sp>
        <p:nvSpPr>
          <p:cNvPr id="29" name="Textplatzhalter 3"/>
          <p:cNvSpPr>
            <a:spLocks noGrp="1"/>
          </p:cNvSpPr>
          <p:nvPr>
            <p:ph type="body" sz="quarter" idx="18" hasCustomPrompt="1"/>
          </p:nvPr>
        </p:nvSpPr>
        <p:spPr bwMode="gray">
          <a:xfrm>
            <a:off x="1825196" y="4146084"/>
            <a:ext cx="6121178"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400" b="0" baseline="0">
                <a:solidFill>
                  <a:schemeClr val="bg2"/>
                </a:solidFill>
                <a:latin typeface="Audi Type"/>
                <a:ea typeface="微软雅黑" panose="020B0503020204020204" pitchFamily="34" charset="-122"/>
              </a:defRPr>
            </a:lvl1p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defRPr/>
            </a:pPr>
            <a:r>
              <a:rPr lang="zh-CN" altLang="en-US" dirty="0"/>
              <a:t>标题 </a:t>
            </a:r>
            <a:r>
              <a:rPr lang="en-US" altLang="zh-CN" dirty="0"/>
              <a:t>Title 3</a:t>
            </a:r>
            <a:r>
              <a:rPr lang="zh-CN" altLang="en-US" dirty="0"/>
              <a:t>，微软雅黑 </a:t>
            </a:r>
            <a:r>
              <a:rPr lang="en-US" altLang="zh-CN" dirty="0"/>
              <a:t>Audi Type</a:t>
            </a:r>
            <a:r>
              <a:rPr lang="zh-CN" altLang="en-US" dirty="0"/>
              <a:t>，</a:t>
            </a:r>
            <a:r>
              <a:rPr lang="en-US" altLang="zh-CN" dirty="0"/>
              <a:t>14</a:t>
            </a:r>
            <a:endParaRPr lang="zh-CN" altLang="en-US" dirty="0"/>
          </a:p>
        </p:txBody>
      </p:sp>
      <p:sp>
        <p:nvSpPr>
          <p:cNvPr id="30" name="Textplatzhalter 3"/>
          <p:cNvSpPr>
            <a:spLocks noGrp="1"/>
          </p:cNvSpPr>
          <p:nvPr>
            <p:ph type="body" sz="quarter" idx="19" hasCustomPrompt="1"/>
          </p:nvPr>
        </p:nvSpPr>
        <p:spPr bwMode="gray">
          <a:xfrm>
            <a:off x="1825196" y="5157192"/>
            <a:ext cx="6121178"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400" b="0" baseline="0">
                <a:solidFill>
                  <a:schemeClr val="bg2"/>
                </a:solidFill>
                <a:latin typeface="Audi Type"/>
                <a:ea typeface="微软雅黑" panose="020B0503020204020204" pitchFamily="34" charset="-122"/>
              </a:defRPr>
            </a:lvl1p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defRPr/>
            </a:pPr>
            <a:r>
              <a:rPr lang="zh-CN" altLang="en-US" dirty="0"/>
              <a:t>标题 </a:t>
            </a:r>
            <a:r>
              <a:rPr lang="en-US" altLang="zh-CN" dirty="0"/>
              <a:t>Title 4</a:t>
            </a:r>
            <a:r>
              <a:rPr lang="zh-CN" altLang="en-US" dirty="0"/>
              <a:t>，微软雅黑 </a:t>
            </a:r>
            <a:r>
              <a:rPr lang="en-US" altLang="zh-CN" dirty="0"/>
              <a:t>Audi Type</a:t>
            </a:r>
            <a:r>
              <a:rPr lang="zh-CN" altLang="en-US" dirty="0"/>
              <a:t>，</a:t>
            </a:r>
            <a:r>
              <a:rPr lang="en-US" altLang="zh-CN" dirty="0"/>
              <a:t>14</a:t>
            </a:r>
            <a:endParaRPr lang="zh-CN" altLang="en-US" dirty="0"/>
          </a:p>
        </p:txBody>
      </p:sp>
      <p:sp>
        <p:nvSpPr>
          <p:cNvPr id="18" name="Textplatzhalter 3"/>
          <p:cNvSpPr>
            <a:spLocks noGrp="1"/>
          </p:cNvSpPr>
          <p:nvPr>
            <p:ph type="body" sz="quarter" idx="20" hasCustomPrompt="1"/>
          </p:nvPr>
        </p:nvSpPr>
        <p:spPr bwMode="gray">
          <a:xfrm>
            <a:off x="1825196" y="2084851"/>
            <a:ext cx="6121178"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400" b="0" baseline="0">
                <a:solidFill>
                  <a:schemeClr val="bg2"/>
                </a:solidFill>
                <a:latin typeface="Audi Type"/>
                <a:ea typeface="微软雅黑" panose="020B0503020204020204" pitchFamily="34" charset="-122"/>
              </a:defRPr>
            </a:lvl1p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defRPr/>
            </a:pPr>
            <a:r>
              <a:rPr lang="zh-CN" altLang="en-US" dirty="0"/>
              <a:t>标题 </a:t>
            </a:r>
            <a:r>
              <a:rPr lang="en-US" altLang="zh-CN" dirty="0"/>
              <a:t>Title 1</a:t>
            </a:r>
            <a:r>
              <a:rPr lang="zh-CN" altLang="en-US" dirty="0"/>
              <a:t>，微软雅黑 </a:t>
            </a:r>
            <a:r>
              <a:rPr lang="en-US" altLang="zh-CN" dirty="0"/>
              <a:t>Audi Type</a:t>
            </a:r>
            <a:r>
              <a:rPr lang="zh-CN" altLang="en-US" dirty="0"/>
              <a:t>，</a:t>
            </a:r>
            <a:r>
              <a:rPr lang="en-US" altLang="zh-CN" dirty="0"/>
              <a:t>14</a:t>
            </a:r>
            <a:endParaRPr lang="zh-CN" alt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8" name="AutoShape 7"/>
          <p:cNvSpPr>
            <a:spLocks noChangeArrowheads="1"/>
          </p:cNvSpPr>
          <p:nvPr userDrawn="1"/>
        </p:nvSpPr>
        <p:spPr bwMode="auto">
          <a:xfrm>
            <a:off x="565151" y="2655288"/>
            <a:ext cx="1130300" cy="658813"/>
          </a:xfrm>
          <a:prstGeom prst="homePlate">
            <a:avLst>
              <a:gd name="adj" fmla="val 22447"/>
            </a:avLst>
          </a:prstGeom>
          <a:solidFill>
            <a:srgbClr val="E7E6E6"/>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914400" eaLnBrk="1" fontAlgn="base" latinLnBrk="0" hangingPunct="1">
              <a:lnSpc>
                <a:spcPct val="100000"/>
              </a:lnSpc>
              <a:spcBef>
                <a:spcPct val="30000"/>
              </a:spcBef>
              <a:spcAft>
                <a:spcPct val="0"/>
              </a:spcAft>
              <a:buClr>
                <a:srgbClr val="CC0033"/>
              </a:buClr>
              <a:buSzTx/>
              <a:buFont typeface="Audi Type" pitchFamily="34" charset="0"/>
              <a:buNone/>
              <a:defRPr/>
            </a:pPr>
            <a:endParaRPr kumimoji="0" lang="zh-CN" altLang="en-US" sz="1200" i="0" u="none" strike="noStrike" kern="0" cap="none" spc="0" normalizeH="0" baseline="0" noProof="0">
              <a:ln>
                <a:noFill/>
              </a:ln>
              <a:solidFill>
                <a:srgbClr val="000000"/>
              </a:solidFill>
              <a:effectLst/>
              <a:uLnTx/>
              <a:uFillTx/>
              <a:latin typeface="微软雅黑" panose="020B0503020204020204" pitchFamily="34" charset="-122"/>
            </a:endParaRPr>
          </a:p>
        </p:txBody>
      </p:sp>
      <p:sp>
        <p:nvSpPr>
          <p:cNvPr id="9" name="Text Box 8"/>
          <p:cNvSpPr txBox="1">
            <a:spLocks noChangeArrowheads="1"/>
          </p:cNvSpPr>
          <p:nvPr userDrawn="1"/>
        </p:nvSpPr>
        <p:spPr bwMode="auto">
          <a:xfrm>
            <a:off x="642941" y="2893418"/>
            <a:ext cx="879475"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algn="ctr" fontAlgn="base">
              <a:lnSpc>
                <a:spcPct val="100000"/>
              </a:lnSpc>
              <a:spcBef>
                <a:spcPct val="0"/>
              </a:spcBef>
              <a:spcAft>
                <a:spcPct val="0"/>
              </a:spcAft>
              <a:buClrTx/>
              <a:buSzTx/>
              <a:buFontTx/>
              <a:buNone/>
            </a:pPr>
            <a:r>
              <a:rPr lang="en-US" altLang="zh-CN" sz="1200" dirty="0">
                <a:solidFill>
                  <a:schemeClr val="bg1">
                    <a:lumMod val="50000"/>
                  </a:schemeClr>
                </a:solidFill>
                <a:latin typeface="微软雅黑" panose="020B0503020204020204" pitchFamily="34" charset="-122"/>
              </a:rPr>
              <a:t>2</a:t>
            </a:r>
            <a:endParaRPr lang="en-US" altLang="zh-CN" sz="1200" dirty="0">
              <a:solidFill>
                <a:schemeClr val="bg1">
                  <a:lumMod val="50000"/>
                </a:schemeClr>
              </a:solidFill>
              <a:latin typeface="微软雅黑" panose="020B0503020204020204" pitchFamily="34" charset="-122"/>
            </a:endParaRPr>
          </a:p>
        </p:txBody>
      </p:sp>
      <p:sp>
        <p:nvSpPr>
          <p:cNvPr id="10" name="Freeform 9"/>
          <p:cNvSpPr/>
          <p:nvPr userDrawn="1"/>
        </p:nvSpPr>
        <p:spPr bwMode="auto">
          <a:xfrm>
            <a:off x="1635125" y="2655288"/>
            <a:ext cx="6897688" cy="658813"/>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rgbClr val="E7E6E6"/>
          </a:solidFill>
          <a:ln>
            <a:noFill/>
          </a:ln>
          <a:extLst>
            <a:ext uri="{91240B29-F687-4F45-9708-019B960494DF}">
              <a14:hiddenLine xmlns:a14="http://schemas.microsoft.com/office/drawing/2010/main" w="6350">
                <a:solidFill>
                  <a:srgbClr val="000000"/>
                </a:solidFill>
                <a:round/>
              </a14:hiddenLine>
            </a:ext>
          </a:extLst>
        </p:spPr>
        <p:txBody>
          <a:bodyPr lIns="68532" tIns="34266" rIns="68532" bIns="34266"/>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1" name="AutoShape 11"/>
          <p:cNvSpPr>
            <a:spLocks noChangeArrowheads="1"/>
          </p:cNvSpPr>
          <p:nvPr userDrawn="1"/>
        </p:nvSpPr>
        <p:spPr bwMode="auto">
          <a:xfrm>
            <a:off x="565151" y="1757109"/>
            <a:ext cx="1130300" cy="658812"/>
          </a:xfrm>
          <a:prstGeom prst="homePlate">
            <a:avLst>
              <a:gd name="adj" fmla="val 22447"/>
            </a:avLst>
          </a:prstGeom>
          <a:solidFill>
            <a:srgbClr val="E7E6E6"/>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lstStyle/>
          <a:p>
            <a:pPr marR="0" lvl="0" indent="0" algn="ctr" fontAlgn="base">
              <a:lnSpc>
                <a:spcPct val="100000"/>
              </a:lnSpc>
              <a:spcBef>
                <a:spcPct val="30000"/>
              </a:spcBef>
              <a:spcAft>
                <a:spcPct val="0"/>
              </a:spcAft>
              <a:buClr>
                <a:srgbClr val="CC0033"/>
              </a:buClr>
              <a:buSzTx/>
              <a:buFont typeface="Audi Type" pitchFamily="34" charset="0"/>
              <a:buNone/>
            </a:pPr>
            <a:endParaRPr kumimoji="0" lang="zh-CN" altLang="en-US" i="0" u="none" strike="noStrike" kern="0" cap="none" spc="0" normalizeH="0" baseline="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2" name="Text Box 12"/>
          <p:cNvSpPr txBox="1">
            <a:spLocks noChangeArrowheads="1"/>
          </p:cNvSpPr>
          <p:nvPr userDrawn="1"/>
        </p:nvSpPr>
        <p:spPr bwMode="auto">
          <a:xfrm>
            <a:off x="642941" y="1995235"/>
            <a:ext cx="879475"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algn="ctr" fontAlgn="base">
              <a:lnSpc>
                <a:spcPct val="100000"/>
              </a:lnSpc>
              <a:spcBef>
                <a:spcPct val="0"/>
              </a:spcBef>
              <a:spcAft>
                <a:spcPct val="0"/>
              </a:spcAft>
              <a:buClrTx/>
              <a:buSzTx/>
              <a:buFontTx/>
              <a:buNone/>
            </a:pPr>
            <a:r>
              <a:rPr lang="en-US" altLang="zh-CN" sz="1200" dirty="0">
                <a:solidFill>
                  <a:schemeClr val="bg1">
                    <a:lumMod val="50000"/>
                  </a:schemeClr>
                </a:solidFill>
                <a:latin typeface="微软雅黑" panose="020B0503020204020204" pitchFamily="34" charset="-122"/>
              </a:rPr>
              <a:t>1</a:t>
            </a:r>
            <a:endParaRPr lang="en-US" altLang="zh-CN" sz="1200" dirty="0">
              <a:solidFill>
                <a:schemeClr val="bg1">
                  <a:lumMod val="50000"/>
                </a:schemeClr>
              </a:solidFill>
              <a:latin typeface="微软雅黑" panose="020B0503020204020204" pitchFamily="34" charset="-122"/>
            </a:endParaRPr>
          </a:p>
        </p:txBody>
      </p:sp>
      <p:sp>
        <p:nvSpPr>
          <p:cNvPr id="13" name="Freeform 13"/>
          <p:cNvSpPr/>
          <p:nvPr userDrawn="1"/>
        </p:nvSpPr>
        <p:spPr bwMode="auto">
          <a:xfrm>
            <a:off x="1635125" y="1757109"/>
            <a:ext cx="6897688" cy="658812"/>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rgbClr val="E7E6E6"/>
          </a:solidFill>
          <a:ln>
            <a:noFill/>
          </a:ln>
          <a:extLst>
            <a:ext uri="{91240B29-F687-4F45-9708-019B960494DF}">
              <a14:hiddenLine xmlns:a14="http://schemas.microsoft.com/office/drawing/2010/main" w="6350">
                <a:solidFill>
                  <a:srgbClr val="000000"/>
                </a:solidFill>
                <a:round/>
              </a14:hiddenLine>
            </a:ext>
          </a:extLst>
        </p:spPr>
        <p:txBody>
          <a:bodyPr lIns="68532" tIns="34266" rIns="68532" bIns="34266"/>
          <a:lstStyle/>
          <a:p>
            <a:pPr marR="0" lvl="0" indent="0" fontAlgn="base">
              <a:lnSpc>
                <a:spcPct val="100000"/>
              </a:lnSpc>
              <a:spcBef>
                <a:spcPct val="0"/>
              </a:spcBef>
              <a:spcAft>
                <a:spcPct val="0"/>
              </a:spcAft>
              <a:buClrTx/>
              <a:buSzTx/>
              <a:buFontTx/>
              <a:buNone/>
            </a:pPr>
            <a:endParaRPr kumimoji="0" lang="zh-CN" altLang="en-US"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 name="AutoShape 7"/>
          <p:cNvSpPr>
            <a:spLocks noChangeArrowheads="1"/>
          </p:cNvSpPr>
          <p:nvPr userDrawn="1"/>
        </p:nvSpPr>
        <p:spPr bwMode="auto">
          <a:xfrm>
            <a:off x="574938" y="3553468"/>
            <a:ext cx="1130300" cy="658813"/>
          </a:xfrm>
          <a:prstGeom prst="homePlate">
            <a:avLst>
              <a:gd name="adj" fmla="val 22447"/>
            </a:avLst>
          </a:prstGeom>
          <a:solidFill>
            <a:srgbClr val="E7E6E6"/>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914400" eaLnBrk="1" fontAlgn="base" latinLnBrk="0" hangingPunct="1">
              <a:lnSpc>
                <a:spcPct val="100000"/>
              </a:lnSpc>
              <a:spcBef>
                <a:spcPct val="30000"/>
              </a:spcBef>
              <a:spcAft>
                <a:spcPct val="0"/>
              </a:spcAft>
              <a:buClr>
                <a:srgbClr val="CC0033"/>
              </a:buClr>
              <a:buSzTx/>
              <a:buFont typeface="Audi Type" pitchFamily="34" charset="0"/>
              <a:buNone/>
              <a:defRPr/>
            </a:pPr>
            <a:endParaRPr kumimoji="0" lang="zh-CN" altLang="en-US" sz="1200" i="0" u="none" strike="noStrike" kern="0" cap="none" spc="0" normalizeH="0" baseline="0" noProof="0">
              <a:ln>
                <a:noFill/>
              </a:ln>
              <a:solidFill>
                <a:srgbClr val="000000"/>
              </a:solidFill>
              <a:effectLst/>
              <a:uLnTx/>
              <a:uFillTx/>
              <a:latin typeface="微软雅黑" panose="020B0503020204020204" pitchFamily="34" charset="-122"/>
            </a:endParaRPr>
          </a:p>
        </p:txBody>
      </p:sp>
      <p:sp>
        <p:nvSpPr>
          <p:cNvPr id="17" name="Text Box 8"/>
          <p:cNvSpPr txBox="1">
            <a:spLocks noChangeArrowheads="1"/>
          </p:cNvSpPr>
          <p:nvPr userDrawn="1"/>
        </p:nvSpPr>
        <p:spPr bwMode="auto">
          <a:xfrm>
            <a:off x="652730" y="3791597"/>
            <a:ext cx="879475"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algn="ctr" fontAlgn="base">
              <a:lnSpc>
                <a:spcPct val="100000"/>
              </a:lnSpc>
              <a:spcBef>
                <a:spcPct val="0"/>
              </a:spcBef>
              <a:spcAft>
                <a:spcPct val="0"/>
              </a:spcAft>
              <a:buClrTx/>
              <a:buSzTx/>
              <a:buFontTx/>
              <a:buNone/>
            </a:pPr>
            <a:r>
              <a:rPr lang="en-US" altLang="zh-CN" sz="1200" dirty="0">
                <a:solidFill>
                  <a:schemeClr val="bg1">
                    <a:lumMod val="50000"/>
                  </a:schemeClr>
                </a:solidFill>
                <a:latin typeface="微软雅黑" panose="020B0503020204020204" pitchFamily="34" charset="-122"/>
              </a:rPr>
              <a:t>3</a:t>
            </a:r>
            <a:endParaRPr lang="en-US" altLang="zh-CN" sz="1200" dirty="0">
              <a:solidFill>
                <a:schemeClr val="bg1">
                  <a:lumMod val="50000"/>
                </a:schemeClr>
              </a:solidFill>
              <a:latin typeface="微软雅黑" panose="020B0503020204020204" pitchFamily="34" charset="-122"/>
            </a:endParaRPr>
          </a:p>
        </p:txBody>
      </p:sp>
      <p:sp>
        <p:nvSpPr>
          <p:cNvPr id="18" name="Freeform 9"/>
          <p:cNvSpPr/>
          <p:nvPr userDrawn="1"/>
        </p:nvSpPr>
        <p:spPr bwMode="auto">
          <a:xfrm>
            <a:off x="1644912" y="3553468"/>
            <a:ext cx="6897688" cy="658813"/>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rgbClr val="E7E6E6"/>
          </a:solidFill>
          <a:ln>
            <a:noFill/>
          </a:ln>
          <a:extLst>
            <a:ext uri="{91240B29-F687-4F45-9708-019B960494DF}">
              <a14:hiddenLine xmlns:a14="http://schemas.microsoft.com/office/drawing/2010/main" w="6350">
                <a:solidFill>
                  <a:srgbClr val="000000"/>
                </a:solidFill>
                <a:round/>
              </a14:hiddenLine>
            </a:ext>
          </a:extLst>
        </p:spPr>
        <p:txBody>
          <a:bodyPr lIns="68532" tIns="34266" rIns="68532" bIns="34266"/>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 name="AutoShape 7"/>
          <p:cNvSpPr>
            <a:spLocks noChangeArrowheads="1"/>
          </p:cNvSpPr>
          <p:nvPr userDrawn="1"/>
        </p:nvSpPr>
        <p:spPr bwMode="auto">
          <a:xfrm>
            <a:off x="584725" y="4451651"/>
            <a:ext cx="1130300" cy="658813"/>
          </a:xfrm>
          <a:prstGeom prst="homePlate">
            <a:avLst>
              <a:gd name="adj" fmla="val 22447"/>
            </a:avLst>
          </a:prstGeom>
          <a:solidFill>
            <a:srgbClr val="E7E6E6"/>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marL="0" marR="0" lvl="0" indent="0" algn="ctr" defTabSz="914400" eaLnBrk="1" fontAlgn="base" latinLnBrk="0" hangingPunct="1">
              <a:lnSpc>
                <a:spcPct val="100000"/>
              </a:lnSpc>
              <a:spcBef>
                <a:spcPct val="30000"/>
              </a:spcBef>
              <a:spcAft>
                <a:spcPct val="0"/>
              </a:spcAft>
              <a:buClr>
                <a:srgbClr val="CC0033"/>
              </a:buClr>
              <a:buSzTx/>
              <a:buFont typeface="Audi Type" pitchFamily="34" charset="0"/>
              <a:buNone/>
              <a:defRPr/>
            </a:pPr>
            <a:endParaRPr kumimoji="0" lang="zh-CN" altLang="en-US" sz="1200" i="0" u="none" strike="noStrike" kern="0" cap="none" spc="0" normalizeH="0" baseline="0" noProof="0">
              <a:ln>
                <a:noFill/>
              </a:ln>
              <a:solidFill>
                <a:srgbClr val="000000"/>
              </a:solidFill>
              <a:effectLst/>
              <a:uLnTx/>
              <a:uFillTx/>
              <a:latin typeface="微软雅黑" panose="020B0503020204020204" pitchFamily="34" charset="-122"/>
            </a:endParaRPr>
          </a:p>
        </p:txBody>
      </p:sp>
      <p:sp>
        <p:nvSpPr>
          <p:cNvPr id="21" name="Text Box 8"/>
          <p:cNvSpPr txBox="1">
            <a:spLocks noChangeArrowheads="1"/>
          </p:cNvSpPr>
          <p:nvPr userDrawn="1"/>
        </p:nvSpPr>
        <p:spPr bwMode="auto">
          <a:xfrm>
            <a:off x="662516" y="4689780"/>
            <a:ext cx="879475"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algn="ctr" fontAlgn="base">
              <a:lnSpc>
                <a:spcPct val="100000"/>
              </a:lnSpc>
              <a:spcBef>
                <a:spcPct val="0"/>
              </a:spcBef>
              <a:spcAft>
                <a:spcPct val="0"/>
              </a:spcAft>
              <a:buClrTx/>
              <a:buSzTx/>
              <a:buFontTx/>
              <a:buNone/>
            </a:pPr>
            <a:r>
              <a:rPr lang="en-US" altLang="zh-CN" sz="1200" dirty="0">
                <a:solidFill>
                  <a:schemeClr val="bg1">
                    <a:lumMod val="50000"/>
                  </a:schemeClr>
                </a:solidFill>
                <a:latin typeface="微软雅黑" panose="020B0503020204020204" pitchFamily="34" charset="-122"/>
              </a:rPr>
              <a:t>4</a:t>
            </a:r>
            <a:endParaRPr lang="en-US" altLang="zh-CN" sz="1200" dirty="0">
              <a:solidFill>
                <a:schemeClr val="bg1">
                  <a:lumMod val="50000"/>
                </a:schemeClr>
              </a:solidFill>
              <a:latin typeface="微软雅黑" panose="020B0503020204020204" pitchFamily="34" charset="-122"/>
            </a:endParaRPr>
          </a:p>
        </p:txBody>
      </p:sp>
      <p:sp>
        <p:nvSpPr>
          <p:cNvPr id="22" name="Freeform 9"/>
          <p:cNvSpPr/>
          <p:nvPr userDrawn="1"/>
        </p:nvSpPr>
        <p:spPr bwMode="auto">
          <a:xfrm>
            <a:off x="1654699" y="4451651"/>
            <a:ext cx="6897688" cy="658813"/>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rgbClr val="E7E6E6"/>
          </a:solidFill>
          <a:ln>
            <a:noFill/>
          </a:ln>
          <a:extLst>
            <a:ext uri="{91240B29-F687-4F45-9708-019B960494DF}">
              <a14:hiddenLine xmlns:a14="http://schemas.microsoft.com/office/drawing/2010/main" w="6350">
                <a:solidFill>
                  <a:srgbClr val="000000"/>
                </a:solidFill>
                <a:round/>
              </a14:hiddenLine>
            </a:ext>
          </a:extLst>
        </p:spPr>
        <p:txBody>
          <a:bodyPr lIns="68532" tIns="34266" rIns="68532" bIns="34266"/>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6" name="Textplatzhalter 3"/>
          <p:cNvSpPr>
            <a:spLocks noGrp="1"/>
          </p:cNvSpPr>
          <p:nvPr>
            <p:ph type="body" sz="quarter" idx="17" hasCustomPrompt="1"/>
          </p:nvPr>
        </p:nvSpPr>
        <p:spPr bwMode="gray">
          <a:xfrm>
            <a:off x="1907209" y="2788929"/>
            <a:ext cx="6121178"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400" b="0" baseline="0">
                <a:solidFill>
                  <a:schemeClr val="bg2"/>
                </a:solidFill>
                <a:latin typeface="Audi Type"/>
                <a:ea typeface="微软雅黑" panose="020B0503020204020204" pitchFamily="34" charset="-122"/>
              </a:defRPr>
            </a:lvl1p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defRPr/>
            </a:pPr>
            <a:r>
              <a:rPr lang="zh-CN" altLang="en-US" noProof="0" dirty="0"/>
              <a:t>标题 </a:t>
            </a:r>
            <a:r>
              <a:rPr lang="en-US" altLang="zh-CN" noProof="0" dirty="0"/>
              <a:t>Title 2</a:t>
            </a:r>
            <a:r>
              <a:rPr lang="zh-CN" altLang="en-US" noProof="0" dirty="0"/>
              <a:t>，微软雅黑 </a:t>
            </a:r>
            <a:r>
              <a:rPr lang="en-US" altLang="zh-CN" noProof="0" dirty="0"/>
              <a:t>Audi Type</a:t>
            </a:r>
            <a:r>
              <a:rPr lang="zh-CN" altLang="en-US" noProof="0" dirty="0"/>
              <a:t>，</a:t>
            </a:r>
            <a:r>
              <a:rPr lang="en-US" altLang="zh-CN" noProof="0" dirty="0"/>
              <a:t>14</a:t>
            </a:r>
            <a:endParaRPr lang="zh-CN" altLang="en-US" dirty="0"/>
          </a:p>
        </p:txBody>
      </p:sp>
      <p:sp>
        <p:nvSpPr>
          <p:cNvPr id="27" name="Textplatzhalter 3"/>
          <p:cNvSpPr>
            <a:spLocks noGrp="1"/>
          </p:cNvSpPr>
          <p:nvPr>
            <p:ph type="body" sz="quarter" idx="18" hasCustomPrompt="1"/>
          </p:nvPr>
        </p:nvSpPr>
        <p:spPr bwMode="gray">
          <a:xfrm>
            <a:off x="1907209" y="3685029"/>
            <a:ext cx="6121178"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400" b="0" baseline="0">
                <a:solidFill>
                  <a:schemeClr val="bg2"/>
                </a:solidFill>
                <a:latin typeface="Audi Type"/>
                <a:ea typeface="微软雅黑" panose="020B0503020204020204" pitchFamily="34" charset="-122"/>
              </a:defRPr>
            </a:lvl1p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defRPr/>
            </a:pPr>
            <a:r>
              <a:rPr lang="zh-CN" altLang="en-US" noProof="0" dirty="0"/>
              <a:t>标题 </a:t>
            </a:r>
            <a:r>
              <a:rPr lang="en-US" altLang="zh-CN" noProof="0" dirty="0"/>
              <a:t>Title 3</a:t>
            </a:r>
            <a:r>
              <a:rPr lang="zh-CN" altLang="en-US" noProof="0" dirty="0"/>
              <a:t>，微软雅黑 </a:t>
            </a:r>
            <a:r>
              <a:rPr lang="en-US" altLang="zh-CN" noProof="0" dirty="0"/>
              <a:t>Audi Type</a:t>
            </a:r>
            <a:r>
              <a:rPr lang="zh-CN" altLang="en-US" noProof="0" dirty="0"/>
              <a:t>，</a:t>
            </a:r>
            <a:r>
              <a:rPr lang="en-US" altLang="zh-CN" noProof="0" dirty="0"/>
              <a:t>14</a:t>
            </a:r>
            <a:endParaRPr lang="zh-CN" altLang="en-US" dirty="0"/>
          </a:p>
        </p:txBody>
      </p:sp>
      <p:sp>
        <p:nvSpPr>
          <p:cNvPr id="28" name="Textplatzhalter 3"/>
          <p:cNvSpPr>
            <a:spLocks noGrp="1"/>
          </p:cNvSpPr>
          <p:nvPr>
            <p:ph type="body" sz="quarter" idx="19" hasCustomPrompt="1"/>
          </p:nvPr>
        </p:nvSpPr>
        <p:spPr bwMode="gray">
          <a:xfrm>
            <a:off x="1907209" y="4581128"/>
            <a:ext cx="6121178"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400" b="0" baseline="0">
                <a:solidFill>
                  <a:schemeClr val="bg2"/>
                </a:solidFill>
                <a:latin typeface="Audi Type"/>
                <a:ea typeface="微软雅黑" panose="020B0503020204020204" pitchFamily="34" charset="-122"/>
              </a:defRPr>
            </a:lvl1p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defRPr/>
            </a:pPr>
            <a:r>
              <a:rPr lang="zh-CN" altLang="en-US" noProof="0" dirty="0"/>
              <a:t>标题 </a:t>
            </a:r>
            <a:r>
              <a:rPr lang="en-US" altLang="zh-CN" noProof="0" dirty="0"/>
              <a:t>Title 4</a:t>
            </a:r>
            <a:r>
              <a:rPr lang="zh-CN" altLang="en-US" noProof="0" dirty="0"/>
              <a:t>，微软雅黑 </a:t>
            </a:r>
            <a:r>
              <a:rPr lang="en-US" altLang="zh-CN" noProof="0" dirty="0"/>
              <a:t>Audi Type</a:t>
            </a:r>
            <a:r>
              <a:rPr lang="zh-CN" altLang="en-US" noProof="0" dirty="0"/>
              <a:t>，</a:t>
            </a:r>
            <a:r>
              <a:rPr lang="en-US" altLang="zh-CN" noProof="0" dirty="0"/>
              <a:t>14</a:t>
            </a:r>
            <a:endParaRPr lang="zh-CN" altLang="en-US" dirty="0"/>
          </a:p>
        </p:txBody>
      </p:sp>
      <p:sp>
        <p:nvSpPr>
          <p:cNvPr id="29" name="Textplatzhalter 3"/>
          <p:cNvSpPr>
            <a:spLocks noGrp="1"/>
          </p:cNvSpPr>
          <p:nvPr>
            <p:ph type="body" sz="quarter" idx="20" hasCustomPrompt="1"/>
          </p:nvPr>
        </p:nvSpPr>
        <p:spPr bwMode="gray">
          <a:xfrm>
            <a:off x="1907209" y="1892829"/>
            <a:ext cx="6121178"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400" b="0" baseline="0">
                <a:solidFill>
                  <a:schemeClr val="bg2"/>
                </a:solidFill>
                <a:latin typeface="Audi Type"/>
                <a:ea typeface="微软雅黑" panose="020B0503020204020204" pitchFamily="34" charset="-122"/>
              </a:defRPr>
            </a:lvl1p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defRPr/>
            </a:pPr>
            <a:r>
              <a:rPr lang="zh-CN" altLang="en-US" noProof="0" dirty="0"/>
              <a:t>标题 </a:t>
            </a:r>
            <a:r>
              <a:rPr lang="en-US" altLang="zh-CN" noProof="0" dirty="0"/>
              <a:t>Title 1</a:t>
            </a:r>
            <a:r>
              <a:rPr lang="zh-CN" altLang="en-US" noProof="0" dirty="0"/>
              <a:t>，微软雅黑 </a:t>
            </a:r>
            <a:r>
              <a:rPr lang="en-US" altLang="zh-CN" noProof="0" dirty="0"/>
              <a:t>Audi Type</a:t>
            </a:r>
            <a:r>
              <a:rPr lang="zh-CN" altLang="en-US" noProof="0" dirty="0"/>
              <a:t>，</a:t>
            </a:r>
            <a:r>
              <a:rPr lang="en-US" altLang="zh-CN" noProof="0" dirty="0"/>
              <a:t>14</a:t>
            </a:r>
            <a:endParaRPr lang="zh-CN" altLang="en-US" dirty="0"/>
          </a:p>
        </p:txBody>
      </p:sp>
      <p:sp>
        <p:nvSpPr>
          <p:cNvPr id="19" name="标题占位符 1"/>
          <p:cNvSpPr>
            <a:spLocks noGrp="1"/>
          </p:cNvSpPr>
          <p:nvPr>
            <p:ph type="title" hasCustomPrompt="1"/>
          </p:nvPr>
        </p:nvSpPr>
        <p:spPr>
          <a:xfrm>
            <a:off x="457200" y="274637"/>
            <a:ext cx="8229600" cy="1143000"/>
          </a:xfrm>
          <a:prstGeom prst="rect">
            <a:avLst/>
          </a:prstGeom>
        </p:spPr>
        <p:txBody>
          <a:bodyPr vert="horz" lIns="91440" tIns="45720" rIns="91440" bIns="45720" rtlCol="0" anchor="ctr">
            <a:normAutofit/>
          </a:bodyPr>
          <a:lstStyle>
            <a:lvl1pPr>
              <a:defRPr/>
            </a:lvl1pPr>
          </a:lstStyle>
          <a:p>
            <a:r>
              <a:rPr lang="zh-CN" altLang="en-US" dirty="0"/>
              <a:t>目录 </a:t>
            </a:r>
            <a:r>
              <a:rPr lang="en-US" altLang="zh-CN" dirty="0"/>
              <a:t>Content</a:t>
            </a:r>
            <a:endParaRPr lang="zh-CN" alt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文本2">
    <p:spTree>
      <p:nvGrpSpPr>
        <p:cNvPr id="1" name=""/>
        <p:cNvGrpSpPr/>
        <p:nvPr/>
      </p:nvGrpSpPr>
      <p:grpSpPr>
        <a:xfrm>
          <a:off x="0" y="0"/>
          <a:ext cx="0" cy="0"/>
          <a:chOff x="0" y="0"/>
          <a:chExt cx="0" cy="0"/>
        </a:xfrm>
      </p:grpSpPr>
      <p:sp>
        <p:nvSpPr>
          <p:cNvPr id="9" name="Textplatzhalter 3"/>
          <p:cNvSpPr>
            <a:spLocks noGrp="1"/>
          </p:cNvSpPr>
          <p:nvPr>
            <p:ph type="body" sz="quarter" idx="16" hasCustomPrompt="1"/>
          </p:nvPr>
        </p:nvSpPr>
        <p:spPr bwMode="gray">
          <a:xfrm>
            <a:off x="450967" y="1508360"/>
            <a:ext cx="3898776" cy="768512"/>
          </a:xfrm>
          <a:prstGeom prst="rect">
            <a:avLst/>
          </a:prstGeom>
          <a:noFill/>
        </p:spPr>
        <p:txBody>
          <a:bodyPr lIns="0" tIns="108000" bIns="10800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800" b="0" baseline="0">
                <a:solidFill>
                  <a:schemeClr val="bg2"/>
                </a:solidFill>
                <a:latin typeface="Audi Type"/>
                <a:ea typeface="微软雅黑" panose="020B0503020204020204" pitchFamily="34" charset="-122"/>
              </a:defRPr>
            </a:lvl1pPr>
          </a:lstStyle>
          <a:p>
            <a:pPr lvl="0"/>
            <a:r>
              <a:rPr lang="zh-CN" altLang="en-US" noProof="0" dirty="0"/>
              <a:t>主文本 </a:t>
            </a:r>
            <a:r>
              <a:rPr lang="en-US" altLang="zh-CN" noProof="0" dirty="0"/>
              <a:t>Main Text</a:t>
            </a:r>
            <a:r>
              <a:rPr lang="zh-CN" altLang="en-US" noProof="0" dirty="0"/>
              <a:t>，</a:t>
            </a:r>
            <a:r>
              <a:rPr lang="zh-CN" altLang="en-US" dirty="0"/>
              <a:t>微软雅黑 </a:t>
            </a:r>
            <a:r>
              <a:rPr lang="en-US" altLang="zh-CN" dirty="0"/>
              <a:t>Audi Type</a:t>
            </a:r>
            <a:r>
              <a:rPr lang="en-US" altLang="zh-CN" noProof="0" dirty="0"/>
              <a:t>, 18</a:t>
            </a:r>
            <a:endParaRPr lang="en-GB" altLang="zh-CN" noProof="0" dirty="0"/>
          </a:p>
        </p:txBody>
      </p:sp>
      <p:cxnSp>
        <p:nvCxnSpPr>
          <p:cNvPr id="11" name="Gerade Verbindung 10"/>
          <p:cNvCxnSpPr/>
          <p:nvPr userDrawn="1"/>
        </p:nvCxnSpPr>
        <p:spPr bwMode="gray">
          <a:xfrm>
            <a:off x="4795193" y="2266535"/>
            <a:ext cx="3888432" cy="0"/>
          </a:xfrm>
          <a:prstGeom prst="line">
            <a:avLst/>
          </a:prstGeom>
          <a:noFill/>
          <a:ln w="28575" cap="flat" cmpd="sng" algn="ctr">
            <a:solidFill>
              <a:schemeClr val="bg2"/>
            </a:solidFill>
            <a:prstDash val="solid"/>
          </a:ln>
          <a:effectLst/>
        </p:spPr>
      </p:cxnSp>
      <p:sp>
        <p:nvSpPr>
          <p:cNvPr id="14" name="Textplatzhalter 3"/>
          <p:cNvSpPr>
            <a:spLocks noGrp="1"/>
          </p:cNvSpPr>
          <p:nvPr>
            <p:ph type="body" sz="quarter" idx="17" hasCustomPrompt="1"/>
          </p:nvPr>
        </p:nvSpPr>
        <p:spPr bwMode="gray">
          <a:xfrm>
            <a:off x="4768271" y="1508360"/>
            <a:ext cx="3915355" cy="768513"/>
          </a:xfrm>
          <a:prstGeom prst="rect">
            <a:avLst/>
          </a:prstGeom>
          <a:noFill/>
        </p:spPr>
        <p:txBody>
          <a:bodyPr lIns="0" tIns="108000" bIns="10800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800" b="0" baseline="0">
                <a:solidFill>
                  <a:schemeClr val="bg2"/>
                </a:solidFill>
                <a:latin typeface="Audi Type"/>
                <a:ea typeface="微软雅黑" panose="020B0503020204020204" pitchFamily="34" charset="-122"/>
              </a:defRPr>
            </a:lvl1pPr>
          </a:lstStyle>
          <a:p>
            <a:pPr lvl="0"/>
            <a:r>
              <a:rPr lang="zh-CN" altLang="en-US" noProof="0" dirty="0"/>
              <a:t>主文本 </a:t>
            </a:r>
            <a:r>
              <a:rPr lang="en-US" altLang="zh-CN" noProof="0" dirty="0"/>
              <a:t>Main Text</a:t>
            </a:r>
            <a:r>
              <a:rPr lang="zh-CN" altLang="en-US" noProof="0" dirty="0"/>
              <a:t>，微软雅黑 </a:t>
            </a:r>
            <a:r>
              <a:rPr lang="en-US" altLang="zh-CN" dirty="0"/>
              <a:t>Audi Type</a:t>
            </a:r>
            <a:r>
              <a:rPr lang="en-US" altLang="zh-CN" noProof="0" dirty="0"/>
              <a:t>, 18</a:t>
            </a:r>
            <a:endParaRPr lang="en-GB" altLang="zh-CN" noProof="0" dirty="0"/>
          </a:p>
        </p:txBody>
      </p:sp>
      <p:cxnSp>
        <p:nvCxnSpPr>
          <p:cNvPr id="15" name="Gerade Verbindung 10"/>
          <p:cNvCxnSpPr/>
          <p:nvPr userDrawn="1"/>
        </p:nvCxnSpPr>
        <p:spPr bwMode="gray">
          <a:xfrm>
            <a:off x="477888" y="2276872"/>
            <a:ext cx="3888432" cy="0"/>
          </a:xfrm>
          <a:prstGeom prst="line">
            <a:avLst/>
          </a:prstGeom>
          <a:noFill/>
          <a:ln w="28575" cap="flat" cmpd="sng" algn="ctr">
            <a:solidFill>
              <a:schemeClr val="bg2"/>
            </a:solidFill>
            <a:prstDash val="solid"/>
          </a:ln>
          <a:effectLst/>
        </p:spPr>
      </p:cxnSp>
      <p:sp>
        <p:nvSpPr>
          <p:cNvPr id="12" name="Inhaltsplatzhalter 6"/>
          <p:cNvSpPr>
            <a:spLocks noGrp="1"/>
          </p:cNvSpPr>
          <p:nvPr>
            <p:ph sz="quarter" idx="18" hasCustomPrompt="1"/>
            <p:custDataLst>
              <p:tags r:id="rId2"/>
            </p:custDataLst>
          </p:nvPr>
        </p:nvSpPr>
        <p:spPr bwMode="gray">
          <a:xfrm>
            <a:off x="460376" y="2276872"/>
            <a:ext cx="3895601" cy="3888432"/>
          </a:xfrm>
          <a:prstGeom prst="rect">
            <a:avLst/>
          </a:prstGeom>
        </p:spPr>
        <p:txBody>
          <a:bodyPr/>
          <a:lstStyle>
            <a:lvl1pPr marL="214630" indent="-213995">
              <a:lnSpc>
                <a:spcPct val="150000"/>
              </a:lnSpc>
              <a:buClr>
                <a:schemeClr val="tx1"/>
              </a:buClr>
              <a:buFont typeface="Audi Type" pitchFamily="34" charset="0"/>
              <a:buChar char="•"/>
              <a:defRPr sz="1600" b="0" baseline="0">
                <a:solidFill>
                  <a:schemeClr val="bg2"/>
                </a:solidFill>
                <a:latin typeface="Audi Type"/>
                <a:ea typeface="微软雅黑" panose="020B0503020204020204" pitchFamily="34" charset="-122"/>
              </a:defRPr>
            </a:lvl1pPr>
            <a:lvl2pPr marL="405130" indent="-213995">
              <a:lnSpc>
                <a:spcPct val="150000"/>
              </a:lnSpc>
              <a:buClr>
                <a:schemeClr val="accent1"/>
              </a:buClr>
              <a:buFont typeface="Audi Type" pitchFamily="34" charset="0"/>
              <a:buChar char="•"/>
              <a:defRPr sz="1400" b="0" baseline="0">
                <a:solidFill>
                  <a:schemeClr val="bg2"/>
                </a:solidFill>
                <a:latin typeface="Audi Type"/>
                <a:ea typeface="微软雅黑" panose="020B0503020204020204" pitchFamily="34" charset="-122"/>
              </a:defRPr>
            </a:lvl2pPr>
            <a:lvl3pPr marL="900430" indent="-213995">
              <a:buFont typeface="Arial" panose="020B0604020202020204" pitchFamily="34" charset="0"/>
              <a:buChar char="•"/>
              <a:defRPr b="0">
                <a:latin typeface="Audi Type"/>
                <a:ea typeface="华康黑体W5(P)" pitchFamily="34" charset="-122"/>
              </a:defRPr>
            </a:lvl3pPr>
          </a:lstStyle>
          <a:p>
            <a:pPr lvl="0"/>
            <a:r>
              <a:rPr lang="zh-CN" altLang="en-US" noProof="0" dirty="0"/>
              <a:t>一级文本 </a:t>
            </a:r>
            <a:r>
              <a:rPr lang="en-US" altLang="zh-CN" noProof="0" dirty="0"/>
              <a:t>level 1</a:t>
            </a:r>
            <a:r>
              <a:rPr lang="zh-CN" altLang="en-US" noProof="0" dirty="0"/>
              <a:t>，</a:t>
            </a:r>
            <a:r>
              <a:rPr lang="zh-CN" altLang="en-US" dirty="0"/>
              <a:t>微软雅黑 </a:t>
            </a:r>
            <a:r>
              <a:rPr lang="en-US" altLang="zh-CN" dirty="0"/>
              <a:t>Audi Type</a:t>
            </a:r>
            <a:r>
              <a:rPr lang="en-US" altLang="zh-CN" noProof="0" dirty="0"/>
              <a:t>, 16</a:t>
            </a:r>
            <a:endParaRPr lang="en-GB" noProof="0" dirty="0"/>
          </a:p>
          <a:p>
            <a:pPr lvl="1"/>
            <a:r>
              <a:rPr lang="zh-CN" altLang="en-US" noProof="0" dirty="0"/>
              <a:t>二级文本 </a:t>
            </a:r>
            <a:r>
              <a:rPr lang="en-US" altLang="zh-CN" noProof="0" dirty="0"/>
              <a:t>level 2</a:t>
            </a:r>
            <a:r>
              <a:rPr lang="zh-CN" altLang="en-US" noProof="0" dirty="0"/>
              <a:t>，</a:t>
            </a:r>
            <a:r>
              <a:rPr lang="zh-CN" altLang="en-US" dirty="0"/>
              <a:t>微软雅黑 </a:t>
            </a:r>
            <a:r>
              <a:rPr lang="en-US" altLang="zh-CN" dirty="0"/>
              <a:t>Audi Type,14</a:t>
            </a:r>
            <a:endParaRPr lang="en-US" altLang="zh-CN" noProof="0" dirty="0"/>
          </a:p>
        </p:txBody>
      </p:sp>
      <p:sp>
        <p:nvSpPr>
          <p:cNvPr id="16" name="Inhaltsplatzhalter 6"/>
          <p:cNvSpPr>
            <a:spLocks noGrp="1"/>
          </p:cNvSpPr>
          <p:nvPr>
            <p:ph sz="quarter" idx="19" hasCustomPrompt="1"/>
            <p:custDataLst>
              <p:tags r:id="rId3"/>
            </p:custDataLst>
          </p:nvPr>
        </p:nvSpPr>
        <p:spPr bwMode="gray">
          <a:xfrm>
            <a:off x="4780857" y="2276874"/>
            <a:ext cx="3895601" cy="3912433"/>
          </a:xfrm>
          <a:prstGeom prst="rect">
            <a:avLst/>
          </a:prstGeom>
        </p:spPr>
        <p:txBody>
          <a:bodyPr/>
          <a:lstStyle>
            <a:lvl1pPr marL="214630" indent="-213995">
              <a:lnSpc>
                <a:spcPct val="150000"/>
              </a:lnSpc>
              <a:buClr>
                <a:schemeClr val="tx1"/>
              </a:buClr>
              <a:buFont typeface="Audi Type" pitchFamily="34" charset="0"/>
              <a:buChar char="•"/>
              <a:defRPr sz="1600" b="0" baseline="0">
                <a:solidFill>
                  <a:schemeClr val="bg2"/>
                </a:solidFill>
                <a:latin typeface="Audi Type"/>
                <a:ea typeface="微软雅黑" panose="020B0503020204020204" pitchFamily="34" charset="-122"/>
              </a:defRPr>
            </a:lvl1pPr>
            <a:lvl2pPr marL="405130" indent="-213995">
              <a:lnSpc>
                <a:spcPct val="150000"/>
              </a:lnSpc>
              <a:buClr>
                <a:schemeClr val="accent1"/>
              </a:buClr>
              <a:buFont typeface="Audi Type" pitchFamily="34" charset="0"/>
              <a:buChar char="•"/>
              <a:defRPr sz="1400" b="0" baseline="0">
                <a:solidFill>
                  <a:schemeClr val="bg2"/>
                </a:solidFill>
                <a:latin typeface="Audi Type"/>
                <a:ea typeface="微软雅黑" panose="020B0503020204020204" pitchFamily="34" charset="-122"/>
              </a:defRPr>
            </a:lvl2pPr>
            <a:lvl3pPr marL="900430" indent="-213995">
              <a:buFont typeface="Arial" panose="020B0604020202020204" pitchFamily="34" charset="0"/>
              <a:buChar char="•"/>
              <a:defRPr b="0">
                <a:latin typeface="Audi Type"/>
                <a:ea typeface="华康黑体W5(P)" pitchFamily="34" charset="-122"/>
              </a:defRPr>
            </a:lvl3pPr>
          </a:lstStyle>
          <a:p>
            <a:pPr lvl="0"/>
            <a:r>
              <a:rPr lang="zh-CN" altLang="en-US" noProof="0" dirty="0"/>
              <a:t>一级文本 </a:t>
            </a:r>
            <a:r>
              <a:rPr lang="en-US" altLang="zh-CN" noProof="0" dirty="0"/>
              <a:t>level 1</a:t>
            </a:r>
            <a:r>
              <a:rPr lang="zh-CN" altLang="en-US" noProof="0" dirty="0"/>
              <a:t>，</a:t>
            </a:r>
            <a:r>
              <a:rPr lang="zh-CN" altLang="en-US" dirty="0"/>
              <a:t>微软雅黑 </a:t>
            </a:r>
            <a:r>
              <a:rPr lang="en-US" altLang="zh-CN" dirty="0"/>
              <a:t>Audi Type</a:t>
            </a:r>
            <a:r>
              <a:rPr lang="en-US" altLang="zh-CN" noProof="0" dirty="0"/>
              <a:t>, 16</a:t>
            </a:r>
            <a:endParaRPr lang="en-GB" noProof="0" dirty="0"/>
          </a:p>
          <a:p>
            <a:pPr lvl="1"/>
            <a:r>
              <a:rPr lang="zh-CN" altLang="en-US" noProof="0" dirty="0"/>
              <a:t>二级文本 </a:t>
            </a:r>
            <a:r>
              <a:rPr lang="en-US" altLang="zh-CN" noProof="0" dirty="0"/>
              <a:t>level 2</a:t>
            </a:r>
            <a:r>
              <a:rPr lang="zh-CN" altLang="en-US" noProof="0" dirty="0"/>
              <a:t>，</a:t>
            </a:r>
            <a:r>
              <a:rPr lang="zh-CN" altLang="en-US" dirty="0"/>
              <a:t>微软雅黑 </a:t>
            </a:r>
            <a:r>
              <a:rPr lang="en-US" altLang="zh-CN" dirty="0"/>
              <a:t>Audi Type,14</a:t>
            </a:r>
            <a:endParaRPr lang="en-US" altLang="zh-CN" noProof="0" dirty="0"/>
          </a:p>
        </p:txBody>
      </p:sp>
      <p:sp>
        <p:nvSpPr>
          <p:cNvPr id="13" name="标题占位符 1"/>
          <p:cNvSpPr>
            <a:spLocks noGrp="1"/>
          </p:cNvSpPr>
          <p:nvPr>
            <p:ph type="title" hasCustomPrompt="1"/>
          </p:nvPr>
        </p:nvSpPr>
        <p:spPr>
          <a:xfrm>
            <a:off x="457200" y="274637"/>
            <a:ext cx="8229600" cy="1143000"/>
          </a:xfrm>
          <a:prstGeom prst="rect">
            <a:avLst/>
          </a:prstGeom>
        </p:spPr>
        <p:txBody>
          <a:bodyPr vert="horz" lIns="91440" tIns="45720" rIns="91440" bIns="45720" rtlCol="0" anchor="ctr">
            <a:normAutofit/>
          </a:bodyPr>
          <a:lstStyle/>
          <a:p>
            <a:r>
              <a:rPr lang="zh-CN" altLang="en-US" dirty="0"/>
              <a:t>页面标题 </a:t>
            </a:r>
            <a:r>
              <a:rPr lang="en-US" altLang="zh-CN" dirty="0"/>
              <a:t>Page Title</a:t>
            </a:r>
            <a:r>
              <a:rPr lang="zh-CN" altLang="en-US" dirty="0"/>
              <a:t>，微软雅黑 </a:t>
            </a:r>
            <a:r>
              <a:rPr lang="en-US" altLang="zh-CN" dirty="0"/>
              <a:t>Audi Type Extended</a:t>
            </a:r>
            <a:r>
              <a:rPr lang="zh-CN" altLang="en-US" dirty="0"/>
              <a:t>，</a:t>
            </a:r>
            <a:r>
              <a:rPr lang="en-US" altLang="zh-CN" dirty="0"/>
              <a:t>18</a:t>
            </a:r>
            <a:endParaRPr lang="zh-CN" alt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过渡页1">
    <p:spTree>
      <p:nvGrpSpPr>
        <p:cNvPr id="1" name=""/>
        <p:cNvGrpSpPr/>
        <p:nvPr/>
      </p:nvGrpSpPr>
      <p:grpSpPr>
        <a:xfrm>
          <a:off x="0" y="0"/>
          <a:ext cx="0" cy="0"/>
          <a:chOff x="0" y="0"/>
          <a:chExt cx="0" cy="0"/>
        </a:xfrm>
      </p:grpSpPr>
      <p:graphicFrame>
        <p:nvGraphicFramePr>
          <p:cNvPr id="7" name="对象 6" hidden="1"/>
          <p:cNvGraphicFramePr/>
          <p:nvPr userDrawn="1">
            <p:custDataLst>
              <p:tags r:id="rId2"/>
            </p:custDataLst>
          </p:nvPr>
        </p:nvGraphicFramePr>
        <p:xfrm>
          <a:off x="1" y="3"/>
          <a:ext cx="158751" cy="158751"/>
        </p:xfrm>
        <a:graphic>
          <a:graphicData uri="http://schemas.openxmlformats.org/presentationml/2006/ole">
            <mc:AlternateContent xmlns:mc="http://schemas.openxmlformats.org/markup-compatibility/2006">
              <mc:Choice xmlns:v="urn:schemas-microsoft-com:vml" Requires="v">
                <p:oleObj spid="_x0000_s1208" name="think-cell Slide" r:id="rId3" imgW="12700" imgH="12700" progId="">
                  <p:embed/>
                </p:oleObj>
              </mc:Choice>
              <mc:Fallback>
                <p:oleObj name="think-cell Slide" r:id="rId3" imgW="12700" imgH="12700" progId="">
                  <p:embed/>
                  <p:pic>
                    <p:nvPicPr>
                      <p:cNvPr id="0" name="Picture 14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3"/>
                        <a:ext cx="158751" cy="1587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hteck 5"/>
          <p:cNvSpPr/>
          <p:nvPr userDrawn="1">
            <p:custDataLst>
              <p:tags r:id="rId5"/>
            </p:custDataLst>
          </p:nvPr>
        </p:nvSpPr>
        <p:spPr bwMode="gray">
          <a:xfrm>
            <a:off x="0" y="0"/>
            <a:ext cx="9144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noProof="0" dirty="0"/>
          </a:p>
        </p:txBody>
      </p:sp>
      <p:sp>
        <p:nvSpPr>
          <p:cNvPr id="2" name="标题 1"/>
          <p:cNvSpPr>
            <a:spLocks noGrp="1"/>
          </p:cNvSpPr>
          <p:nvPr>
            <p:ph type="title" hasCustomPrompt="1"/>
            <p:custDataLst>
              <p:tags r:id="rId6"/>
            </p:custDataLst>
          </p:nvPr>
        </p:nvSpPr>
        <p:spPr>
          <a:xfrm>
            <a:off x="457200" y="2564904"/>
            <a:ext cx="8229600" cy="1368152"/>
          </a:xfrm>
          <a:solidFill>
            <a:schemeClr val="tx1"/>
          </a:solidFill>
        </p:spPr>
        <p:txBody>
          <a:bodyPr>
            <a:normAutofit/>
          </a:bodyPr>
          <a:lstStyle>
            <a:lvl1pPr>
              <a:lnSpc>
                <a:spcPct val="100000"/>
              </a:lnSpc>
              <a:defRPr sz="2000" baseline="0">
                <a:solidFill>
                  <a:schemeClr val="bg1"/>
                </a:solidFill>
                <a:latin typeface="Audi Type Extended"/>
                <a:ea typeface="微软雅黑" panose="020B0503020204020204" pitchFamily="34" charset="-122"/>
              </a:defRPr>
            </a:lvl1pPr>
          </a:lstStyle>
          <a:p>
            <a:r>
              <a:rPr lang="zh-CN" altLang="en-US" dirty="0"/>
              <a:t>过渡页主文本 </a:t>
            </a:r>
            <a:r>
              <a:rPr lang="en-US" altLang="zh-CN" dirty="0"/>
              <a:t>Transition</a:t>
            </a:r>
            <a:r>
              <a:rPr lang="zh-CN" altLang="en-US" dirty="0"/>
              <a:t>，微软雅黑 </a:t>
            </a:r>
            <a:r>
              <a:rPr lang="en-US" altLang="zh-CN" dirty="0"/>
              <a:t>Audi Type Extended, 20</a:t>
            </a:r>
            <a:endParaRPr lang="zh-CN" altLang="en-US" dirty="0"/>
          </a:p>
        </p:txBody>
      </p:sp>
      <p:sp>
        <p:nvSpPr>
          <p:cNvPr id="9" name="TextBox 15"/>
          <p:cNvSpPr txBox="1"/>
          <p:nvPr userDrawn="1">
            <p:custDataLst>
              <p:tags r:id="rId7"/>
            </p:custDataLst>
          </p:nvPr>
        </p:nvSpPr>
        <p:spPr>
          <a:xfrm>
            <a:off x="7164288" y="1124748"/>
            <a:ext cx="1656184" cy="229870"/>
          </a:xfrm>
          <a:prstGeom prst="rect">
            <a:avLst/>
          </a:prstGeom>
          <a:noFill/>
        </p:spPr>
        <p:txBody>
          <a:bodyPr wrap="square" rtlCol="0">
            <a:spAutoFit/>
          </a:bodyPr>
          <a:lstStyle/>
          <a:p>
            <a:pPr algn="ctr"/>
            <a:r>
              <a:rPr lang="en-US" altLang="zh-CN" sz="900" dirty="0">
                <a:solidFill>
                  <a:prstClr val="white"/>
                </a:solidFill>
                <a:latin typeface="Audi Type" pitchFamily="34" charset="0"/>
                <a:ea typeface="微软雅黑" panose="020B0503020204020204" pitchFamily="34" charset="-122"/>
              </a:rPr>
              <a:t>Transition Page</a:t>
            </a:r>
            <a:endParaRPr lang="en-US" altLang="zh-CN" sz="900" dirty="0">
              <a:solidFill>
                <a:prstClr val="white"/>
              </a:solidFill>
              <a:latin typeface="Audi Type" pitchFamily="34" charset="0"/>
              <a:ea typeface="微软雅黑" panose="020B0503020204020204" pitchFamily="34" charset="-122"/>
            </a:endParaRPr>
          </a:p>
        </p:txBody>
      </p:sp>
      <p:sp>
        <p:nvSpPr>
          <p:cNvPr id="10" name="文本框 8"/>
          <p:cNvSpPr txBox="1"/>
          <p:nvPr userDrawn="1">
            <p:custDataLst>
              <p:tags r:id="rId8"/>
            </p:custDataLst>
          </p:nvPr>
        </p:nvSpPr>
        <p:spPr>
          <a:xfrm>
            <a:off x="7236302" y="756773"/>
            <a:ext cx="1512166" cy="299085"/>
          </a:xfrm>
          <a:prstGeom prst="rect">
            <a:avLst/>
          </a:prstGeom>
          <a:noFill/>
        </p:spPr>
        <p:txBody>
          <a:bodyPr wrap="square" rtlCol="0">
            <a:spAutoFit/>
          </a:bodyPr>
          <a:lstStyle/>
          <a:p>
            <a:pPr algn="ctr"/>
            <a:r>
              <a:rPr lang="zh-CN" altLang="en-US" sz="1350" b="1" dirty="0">
                <a:solidFill>
                  <a:prstClr val="white"/>
                </a:solidFill>
                <a:latin typeface="Audi Type" pitchFamily="34" charset="0"/>
                <a:ea typeface="微软雅黑" panose="020B0503020204020204" pitchFamily="34" charset="-122"/>
              </a:rPr>
              <a:t>过渡页</a:t>
            </a:r>
            <a:endParaRPr lang="zh-CN" altLang="en-US" sz="1350" b="1" dirty="0">
              <a:solidFill>
                <a:prstClr val="white"/>
              </a:solidFill>
              <a:latin typeface="Audi Type" pitchFamily="34" charset="0"/>
              <a:ea typeface="微软雅黑" panose="020B0503020204020204" pitchFamily="34" charset="-122"/>
            </a:endParaRPr>
          </a:p>
        </p:txBody>
      </p:sp>
      <p:cxnSp>
        <p:nvCxnSpPr>
          <p:cNvPr id="11" name="直接连接符 10"/>
          <p:cNvCxnSpPr/>
          <p:nvPr userDrawn="1">
            <p:custDataLst>
              <p:tags r:id="rId9"/>
            </p:custDataLst>
          </p:nvPr>
        </p:nvCxnSpPr>
        <p:spPr>
          <a:xfrm>
            <a:off x="467544" y="4077072"/>
            <a:ext cx="8208912" cy="0"/>
          </a:xfrm>
          <a:prstGeom prst="line">
            <a:avLst/>
          </a:prstGeom>
          <a:noFill/>
          <a:ln w="57150" cap="flat" cmpd="sng" algn="ctr">
            <a:solidFill>
              <a:schemeClr val="tx1"/>
            </a:solidFill>
            <a:prstDash val="solid"/>
            <a:tailEnd type="triangle"/>
          </a:ln>
          <a:effectLst/>
        </p:spPr>
      </p:cxn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过渡页2">
    <p:spTree>
      <p:nvGrpSpPr>
        <p:cNvPr id="1" name=""/>
        <p:cNvGrpSpPr/>
        <p:nvPr/>
      </p:nvGrpSpPr>
      <p:grpSpPr>
        <a:xfrm>
          <a:off x="0" y="0"/>
          <a:ext cx="0" cy="0"/>
          <a:chOff x="0" y="0"/>
          <a:chExt cx="0" cy="0"/>
        </a:xfrm>
      </p:grpSpPr>
      <p:grpSp>
        <p:nvGrpSpPr>
          <p:cNvPr id="3" name="组合 2"/>
          <p:cNvGrpSpPr/>
          <p:nvPr userDrawn="1"/>
        </p:nvGrpSpPr>
        <p:grpSpPr>
          <a:xfrm>
            <a:off x="-36511" y="2154671"/>
            <a:ext cx="9180512" cy="2427512"/>
            <a:chOff x="154978" y="162560"/>
            <a:chExt cx="3951720" cy="783685"/>
          </a:xfrm>
        </p:grpSpPr>
        <p:sp>
          <p:nvSpPr>
            <p:cNvPr id="4" name="等腰三角形 3"/>
            <p:cNvSpPr/>
            <p:nvPr/>
          </p:nvSpPr>
          <p:spPr>
            <a:xfrm>
              <a:off x="1341001" y="162560"/>
              <a:ext cx="437939"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7" rIns="51435" bIns="25717" rtlCol="0" anchor="ctr"/>
            <a:lstStyle/>
            <a:p>
              <a:pPr algn="ctr"/>
              <a:endParaRPr lang="zh-CN" altLang="en-US" sz="1350"/>
            </a:p>
          </p:txBody>
        </p:sp>
        <p:sp>
          <p:nvSpPr>
            <p:cNvPr id="5" name="等腰三角形 4"/>
            <p:cNvSpPr/>
            <p:nvPr/>
          </p:nvSpPr>
          <p:spPr>
            <a:xfrm flipV="1">
              <a:off x="154978" y="589390"/>
              <a:ext cx="454602"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7" rIns="51435" bIns="25717" rtlCol="0" anchor="ctr"/>
            <a:lstStyle/>
            <a:p>
              <a:pPr algn="ctr"/>
              <a:endParaRPr lang="zh-CN" altLang="en-US" sz="1350"/>
            </a:p>
          </p:txBody>
        </p:sp>
        <p:sp>
          <p:nvSpPr>
            <p:cNvPr id="6" name="矩形 5"/>
            <p:cNvSpPr/>
            <p:nvPr/>
          </p:nvSpPr>
          <p:spPr>
            <a:xfrm>
              <a:off x="154979" y="261768"/>
              <a:ext cx="3951719" cy="61198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7" rIns="51435" bIns="25717" rtlCol="0" anchor="ctr"/>
            <a:lstStyle/>
            <a:p>
              <a:pPr algn="ctr"/>
              <a:endParaRPr lang="zh-CN" altLang="en-US" sz="1350"/>
            </a:p>
          </p:txBody>
        </p:sp>
        <p:sp>
          <p:nvSpPr>
            <p:cNvPr id="7" name="平行四边形 6"/>
            <p:cNvSpPr/>
            <p:nvPr/>
          </p:nvSpPr>
          <p:spPr>
            <a:xfrm>
              <a:off x="377900" y="167240"/>
              <a:ext cx="1183147" cy="779005"/>
            </a:xfrm>
            <a:prstGeom prst="parallelogram">
              <a:avLst>
                <a:gd name="adj" fmla="val 4820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7" rIns="51435" bIns="25717" rtlCol="0" anchor="ctr"/>
            <a:lstStyle/>
            <a:p>
              <a:pPr algn="ctr"/>
              <a:endParaRPr lang="zh-CN" altLang="en-US" sz="1350"/>
            </a:p>
          </p:txBody>
        </p:sp>
      </p:grpSp>
      <p:sp>
        <p:nvSpPr>
          <p:cNvPr id="12" name="文本占位符 11"/>
          <p:cNvSpPr>
            <a:spLocks noGrp="1"/>
          </p:cNvSpPr>
          <p:nvPr>
            <p:ph type="body" sz="quarter" idx="10" hasCustomPrompt="1"/>
          </p:nvPr>
        </p:nvSpPr>
        <p:spPr>
          <a:xfrm>
            <a:off x="3095626" y="2461973"/>
            <a:ext cx="6048375" cy="1910145"/>
          </a:xfrm>
          <a:prstGeom prst="rect">
            <a:avLst/>
          </a:prstGeom>
        </p:spPr>
        <p:txBody>
          <a:bodyPr anchor="ctr"/>
          <a:lstStyle>
            <a:lvl1pPr>
              <a:lnSpc>
                <a:spcPct val="100000"/>
              </a:lnSpc>
              <a:defRPr sz="2000" b="1" baseline="0">
                <a:solidFill>
                  <a:schemeClr val="bg1"/>
                </a:solidFill>
                <a:latin typeface="Audi Type Extended" pitchFamily="34" charset="0"/>
                <a:ea typeface="微软雅黑" panose="020B0503020204020204" pitchFamily="34" charset="-122"/>
              </a:defRPr>
            </a:lvl1pPr>
          </a:lstStyle>
          <a:p>
            <a:pPr lvl="0"/>
            <a:r>
              <a:rPr lang="zh-CN" altLang="en-US" dirty="0"/>
              <a:t>过渡页主文本 </a:t>
            </a:r>
            <a:r>
              <a:rPr lang="en-US" altLang="zh-CN" dirty="0"/>
              <a:t>Transition</a:t>
            </a:r>
            <a:r>
              <a:rPr lang="zh-CN" altLang="en-US" dirty="0"/>
              <a:t>，微软雅黑 </a:t>
            </a:r>
            <a:r>
              <a:rPr lang="en-US" altLang="zh-CN" dirty="0"/>
              <a:t>Audi Type Extended, 20</a:t>
            </a:r>
            <a:endParaRPr lang="zh-CN" altLang="en-US" dirty="0"/>
          </a:p>
        </p:txBody>
      </p:sp>
      <p:sp>
        <p:nvSpPr>
          <p:cNvPr id="14" name="文本占位符 13"/>
          <p:cNvSpPr>
            <a:spLocks noGrp="1"/>
          </p:cNvSpPr>
          <p:nvPr>
            <p:ph type="body" sz="quarter" idx="11" hasCustomPrompt="1"/>
          </p:nvPr>
        </p:nvSpPr>
        <p:spPr>
          <a:xfrm>
            <a:off x="1499659" y="1796819"/>
            <a:ext cx="864096" cy="807547"/>
          </a:xfrm>
          <a:prstGeom prst="rect">
            <a:avLst/>
          </a:prstGeom>
        </p:spPr>
        <p:txBody>
          <a:bodyPr/>
          <a:lstStyle>
            <a:lvl1pPr algn="ctr">
              <a:defRPr sz="8625">
                <a:solidFill>
                  <a:schemeClr val="bg1"/>
                </a:solidFill>
                <a:latin typeface="Audi Type Extended" pitchFamily="34" charset="0"/>
              </a:defRPr>
            </a:lvl1pPr>
          </a:lstStyle>
          <a:p>
            <a:pPr lvl="0"/>
            <a:r>
              <a:rPr lang="en-US" altLang="zh-CN" dirty="0"/>
              <a:t>1</a:t>
            </a:r>
            <a:endParaRPr lang="zh-CN" alt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首页1">
    <p:spTree>
      <p:nvGrpSpPr>
        <p:cNvPr id="1" name=""/>
        <p:cNvGrpSpPr/>
        <p:nvPr/>
      </p:nvGrpSpPr>
      <p:grpSpPr>
        <a:xfrm>
          <a:off x="0" y="0"/>
          <a:ext cx="0" cy="0"/>
          <a:chOff x="0" y="0"/>
          <a:chExt cx="0" cy="0"/>
        </a:xfrm>
      </p:grpSpPr>
      <p:sp>
        <p:nvSpPr>
          <p:cNvPr id="6" name="矩形 5"/>
          <p:cNvSpPr/>
          <p:nvPr userDrawn="1"/>
        </p:nvSpPr>
        <p:spPr>
          <a:xfrm>
            <a:off x="155509" y="6141301"/>
            <a:ext cx="2592288" cy="504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CC0033"/>
              </a:solidFill>
            </a:endParaRPr>
          </a:p>
        </p:txBody>
      </p:sp>
      <p:sp>
        <p:nvSpPr>
          <p:cNvPr id="7" name="矩形 6"/>
          <p:cNvSpPr/>
          <p:nvPr userDrawn="1"/>
        </p:nvSpPr>
        <p:spPr>
          <a:xfrm>
            <a:off x="6108171" y="6168579"/>
            <a:ext cx="2592288" cy="504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CC0033"/>
              </a:solidFill>
            </a:endParaRPr>
          </a:p>
        </p:txBody>
      </p:sp>
      <p:sp>
        <p:nvSpPr>
          <p:cNvPr id="9" name="Bildplatzhalter 12"/>
          <p:cNvSpPr>
            <a:spLocks noGrp="1" noChangeAspect="1"/>
          </p:cNvSpPr>
          <p:nvPr>
            <p:ph type="pic" sz="quarter" idx="15"/>
          </p:nvPr>
        </p:nvSpPr>
        <p:spPr bwMode="gray">
          <a:xfrm>
            <a:off x="0" y="0"/>
            <a:ext cx="9144000" cy="3429000"/>
          </a:xfrm>
          <a:prstGeom prst="rect">
            <a:avLst/>
          </a:prstGeom>
          <a:noFill/>
        </p:spPr>
        <p:txBody>
          <a:bodyPr bIns="900000" anchor="ctr" anchorCtr="0"/>
          <a:lstStyle>
            <a:lvl1pPr algn="ctr">
              <a:lnSpc>
                <a:spcPct val="100000"/>
              </a:lnSpc>
              <a:spcBef>
                <a:spcPts val="0"/>
              </a:spcBef>
              <a:defRPr baseline="0">
                <a:latin typeface="微软雅黑" panose="020B0503020204020204" pitchFamily="34" charset="-122"/>
                <a:ea typeface="微软雅黑" panose="020B0503020204020204" pitchFamily="34" charset="-122"/>
              </a:defRPr>
            </a:lvl1pPr>
          </a:lstStyle>
          <a:p>
            <a:endParaRPr lang="en-GB" noProof="0" dirty="0"/>
          </a:p>
        </p:txBody>
      </p:sp>
      <p:sp>
        <p:nvSpPr>
          <p:cNvPr id="12" name="Titel 7"/>
          <p:cNvSpPr>
            <a:spLocks noGrp="1"/>
          </p:cNvSpPr>
          <p:nvPr>
            <p:ph type="title" hasCustomPrompt="1"/>
          </p:nvPr>
        </p:nvSpPr>
        <p:spPr bwMode="gray">
          <a:xfrm>
            <a:off x="539554" y="4749146"/>
            <a:ext cx="8316913" cy="948369"/>
          </a:xfrm>
        </p:spPr>
        <p:txBody>
          <a:bodyPr anchor="t" anchorCtr="0">
            <a:noAutofit/>
          </a:bodyPr>
          <a:lstStyle>
            <a:lvl1pPr>
              <a:lnSpc>
                <a:spcPct val="100000"/>
              </a:lnSpc>
              <a:defRPr sz="2665" b="1" baseline="0">
                <a:solidFill>
                  <a:schemeClr val="bg2"/>
                </a:solidFill>
                <a:latin typeface="Audi Type Extended" pitchFamily="34" charset="0"/>
                <a:ea typeface="微软雅黑" panose="020B0503020204020204" pitchFamily="34" charset="-122"/>
              </a:defRPr>
            </a:lvl1pPr>
          </a:lstStyle>
          <a:p>
            <a:r>
              <a:rPr lang="zh-CN" altLang="en-US" noProof="0" dirty="0"/>
              <a:t>标题，微软雅黑，</a:t>
            </a:r>
            <a:r>
              <a:rPr lang="en-US" altLang="zh-CN" noProof="0" dirty="0"/>
              <a:t>20</a:t>
            </a:r>
            <a:r>
              <a:rPr lang="zh-CN" altLang="en-US" noProof="0" dirty="0"/>
              <a:t>号</a:t>
            </a:r>
            <a:br>
              <a:rPr lang="en-US" altLang="zh-CN" noProof="0" dirty="0"/>
            </a:br>
            <a:r>
              <a:rPr lang="en-US" altLang="zh-CN" noProof="0" dirty="0"/>
              <a:t>Title, Audi Type Extended, Size 20</a:t>
            </a:r>
            <a:endParaRPr lang="en-GB" noProof="0" dirty="0"/>
          </a:p>
        </p:txBody>
      </p:sp>
      <p:sp>
        <p:nvSpPr>
          <p:cNvPr id="13" name="Untertitel 2"/>
          <p:cNvSpPr>
            <a:spLocks noGrp="1"/>
          </p:cNvSpPr>
          <p:nvPr>
            <p:ph type="subTitle" idx="1" hasCustomPrompt="1"/>
          </p:nvPr>
        </p:nvSpPr>
        <p:spPr bwMode="gray">
          <a:xfrm>
            <a:off x="539554" y="5697517"/>
            <a:ext cx="8316913" cy="803825"/>
          </a:xfrm>
          <a:prstGeom prst="rect">
            <a:avLst/>
          </a:prstGeom>
        </p:spPr>
        <p:txBody>
          <a:bodyPr anchor="t"/>
          <a:lstStyle>
            <a:lvl1pPr marL="0" indent="0" algn="l">
              <a:lnSpc>
                <a:spcPct val="100000"/>
              </a:lnSpc>
              <a:buNone/>
              <a:defRPr sz="1865" b="0" baseline="0">
                <a:solidFill>
                  <a:schemeClr val="bg2"/>
                </a:solidFill>
                <a:latin typeface="Audi Type" pitchFamily="34" charset="0"/>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0" dirty="0"/>
              <a:t>部门与日期 </a:t>
            </a:r>
            <a:r>
              <a:rPr lang="en-US" altLang="zh-CN" noProof="0" dirty="0" err="1"/>
              <a:t>Dept</a:t>
            </a:r>
            <a:r>
              <a:rPr lang="en-US" altLang="zh-CN" noProof="0" dirty="0"/>
              <a:t> &amp; Date</a:t>
            </a:r>
            <a:r>
              <a:rPr lang="zh-CN" altLang="en-US" noProof="0" dirty="0"/>
              <a:t>：副标题 </a:t>
            </a:r>
            <a:r>
              <a:rPr lang="en-US" altLang="zh-CN" noProof="0" dirty="0"/>
              <a:t>Subtitle</a:t>
            </a:r>
            <a:r>
              <a:rPr lang="zh-CN" altLang="en-US" noProof="0" dirty="0"/>
              <a:t>，姓名 </a:t>
            </a:r>
            <a:r>
              <a:rPr lang="en-US" altLang="zh-CN" noProof="0" dirty="0"/>
              <a:t>Name</a:t>
            </a:r>
            <a:r>
              <a:rPr lang="zh-CN" altLang="en-US" noProof="0" dirty="0"/>
              <a:t>，微软雅黑 </a:t>
            </a:r>
            <a:r>
              <a:rPr lang="en-US" altLang="zh-CN" noProof="0" dirty="0"/>
              <a:t>Audi Type</a:t>
            </a:r>
            <a:r>
              <a:rPr lang="zh-CN" altLang="en-US" noProof="0" dirty="0"/>
              <a:t>，</a:t>
            </a:r>
            <a:r>
              <a:rPr lang="en-US" altLang="zh-CN" noProof="0" dirty="0"/>
              <a:t>14</a:t>
            </a:r>
            <a:r>
              <a:rPr lang="zh-CN" altLang="en-US" noProof="0" dirty="0"/>
              <a:t>号 </a:t>
            </a:r>
            <a:r>
              <a:rPr lang="en-US" altLang="zh-CN" noProof="0" dirty="0"/>
              <a:t>Size</a:t>
            </a:r>
            <a:endParaRPr lang="en-GB" noProof="0" dirty="0"/>
          </a:p>
        </p:txBody>
      </p:sp>
      <p:pic>
        <p:nvPicPr>
          <p:cNvPr id="8" name="Bild 13"/>
          <p:cNvPicPr>
            <a:picLocks noChangeAspect="1"/>
          </p:cNvPicPr>
          <p:nvPr userDrawn="1"/>
        </p:nvPicPr>
        <p:blipFill>
          <a:blip r:embed="rId2" cstate="email"/>
          <a:srcRect/>
          <a:stretch>
            <a:fillRect/>
          </a:stretch>
        </p:blipFill>
        <p:spPr bwMode="gray">
          <a:xfrm>
            <a:off x="539554" y="3628629"/>
            <a:ext cx="2749551"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51520" y="260649"/>
            <a:ext cx="1944216" cy="672075"/>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400" dirty="0">
                <a:solidFill>
                  <a:srgbClr val="CC0033"/>
                </a:solidFill>
                <a:latin typeface="Audi Type"/>
                <a:ea typeface="微软雅黑" panose="020B0503020204020204" pitchFamily="34" charset="-122"/>
              </a:rPr>
              <a:t>目录</a:t>
            </a:r>
            <a:endParaRPr lang="en-US" altLang="zh-CN" sz="1400" dirty="0">
              <a:solidFill>
                <a:srgbClr val="CC0033"/>
              </a:solidFill>
              <a:latin typeface="Audi Type"/>
              <a:ea typeface="微软雅黑" panose="020B0503020204020204" pitchFamily="34" charset="-122"/>
            </a:endParaRPr>
          </a:p>
          <a:p>
            <a:pPr algn="ctr"/>
            <a:r>
              <a:rPr lang="en-US" altLang="zh-CN" sz="1400" dirty="0">
                <a:solidFill>
                  <a:srgbClr val="CC0033"/>
                </a:solidFill>
                <a:latin typeface="Audi Type"/>
                <a:ea typeface="微软雅黑" panose="020B0503020204020204" pitchFamily="34" charset="-122"/>
              </a:rPr>
              <a:t>Contents</a:t>
            </a:r>
            <a:endParaRPr lang="zh-CN" altLang="en-US" sz="1400" dirty="0">
              <a:solidFill>
                <a:srgbClr val="CC0033"/>
              </a:solidFill>
              <a:latin typeface="Audi Type"/>
              <a:ea typeface="微软雅黑" panose="020B0503020204020204" pitchFamily="34" charset="-122"/>
            </a:endParaRPr>
          </a:p>
        </p:txBody>
      </p:sp>
      <p:sp>
        <p:nvSpPr>
          <p:cNvPr id="9" name="矩形 8"/>
          <p:cNvSpPr/>
          <p:nvPr userDrawn="1">
            <p:custDataLst>
              <p:tags r:id="rId3"/>
            </p:custDataLst>
          </p:nvPr>
        </p:nvSpPr>
        <p:spPr>
          <a:xfrm>
            <a:off x="251520" y="0"/>
            <a:ext cx="1944216" cy="206896"/>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50000"/>
              </a:lnSpc>
            </a:pPr>
            <a:endParaRPr lang="zh-CN" altLang="en-US" sz="1400" dirty="0">
              <a:solidFill>
                <a:srgbClr val="FFFFFF"/>
              </a:solidFill>
              <a:latin typeface="Audi Type" pitchFamily="34" charset="0"/>
              <a:ea typeface="微软雅黑" panose="020B0503020204020204" pitchFamily="34" charset="-122"/>
            </a:endParaRPr>
          </a:p>
        </p:txBody>
      </p:sp>
      <p:sp>
        <p:nvSpPr>
          <p:cNvPr id="10" name="矩形 9"/>
          <p:cNvSpPr/>
          <p:nvPr userDrawn="1">
            <p:custDataLst>
              <p:tags r:id="rId4"/>
            </p:custDataLst>
          </p:nvPr>
        </p:nvSpPr>
        <p:spPr>
          <a:xfrm>
            <a:off x="827584" y="1941781"/>
            <a:ext cx="7560840" cy="672075"/>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50000"/>
              </a:lnSpc>
            </a:pPr>
            <a:endParaRPr lang="zh-CN" altLang="en-US" sz="1400" dirty="0">
              <a:solidFill>
                <a:srgbClr val="CC0033"/>
              </a:solidFill>
              <a:latin typeface="Audi Type"/>
              <a:ea typeface="微软雅黑" panose="020B0503020204020204" pitchFamily="34" charset="-122"/>
            </a:endParaRPr>
          </a:p>
        </p:txBody>
      </p:sp>
      <p:sp>
        <p:nvSpPr>
          <p:cNvPr id="11" name="矩形 10"/>
          <p:cNvSpPr/>
          <p:nvPr userDrawn="1">
            <p:custDataLst>
              <p:tags r:id="rId5"/>
            </p:custDataLst>
          </p:nvPr>
        </p:nvSpPr>
        <p:spPr>
          <a:xfrm>
            <a:off x="827584" y="3012953"/>
            <a:ext cx="7560840" cy="672075"/>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50000"/>
              </a:lnSpc>
            </a:pPr>
            <a:endParaRPr lang="zh-CN" altLang="en-US" sz="1400" dirty="0">
              <a:solidFill>
                <a:srgbClr val="CC0033"/>
              </a:solidFill>
              <a:latin typeface="Audi Type"/>
              <a:ea typeface="微软雅黑" panose="020B0503020204020204" pitchFamily="34" charset="-122"/>
            </a:endParaRPr>
          </a:p>
        </p:txBody>
      </p:sp>
      <p:sp>
        <p:nvSpPr>
          <p:cNvPr id="12" name="矩形 11"/>
          <p:cNvSpPr/>
          <p:nvPr userDrawn="1">
            <p:custDataLst>
              <p:tags r:id="rId6"/>
            </p:custDataLst>
          </p:nvPr>
        </p:nvSpPr>
        <p:spPr>
          <a:xfrm>
            <a:off x="827584" y="4037067"/>
            <a:ext cx="7560840" cy="672075"/>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50000"/>
              </a:lnSpc>
            </a:pPr>
            <a:endParaRPr lang="zh-CN" altLang="en-US" sz="1400" dirty="0">
              <a:solidFill>
                <a:srgbClr val="CC0033"/>
              </a:solidFill>
              <a:latin typeface="Audi Type"/>
              <a:ea typeface="微软雅黑" panose="020B0503020204020204" pitchFamily="34" charset="-122"/>
            </a:endParaRPr>
          </a:p>
        </p:txBody>
      </p:sp>
      <p:sp>
        <p:nvSpPr>
          <p:cNvPr id="13" name="矩形 12"/>
          <p:cNvSpPr/>
          <p:nvPr userDrawn="1">
            <p:custDataLst>
              <p:tags r:id="rId7"/>
            </p:custDataLst>
          </p:nvPr>
        </p:nvSpPr>
        <p:spPr>
          <a:xfrm>
            <a:off x="827584" y="5061181"/>
            <a:ext cx="7560840" cy="672075"/>
          </a:xfrm>
          <a:prstGeom prst="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50000"/>
              </a:lnSpc>
            </a:pPr>
            <a:endParaRPr lang="zh-CN" altLang="en-US" sz="1400" dirty="0">
              <a:solidFill>
                <a:srgbClr val="CC0033"/>
              </a:solidFill>
              <a:latin typeface="Audi Type"/>
              <a:ea typeface="微软雅黑" panose="020B0503020204020204" pitchFamily="34" charset="-122"/>
            </a:endParaRPr>
          </a:p>
        </p:txBody>
      </p:sp>
      <p:sp>
        <p:nvSpPr>
          <p:cNvPr id="14" name="矩形 13"/>
          <p:cNvSpPr/>
          <p:nvPr userDrawn="1">
            <p:custDataLst>
              <p:tags r:id="rId8"/>
            </p:custDataLst>
          </p:nvPr>
        </p:nvSpPr>
        <p:spPr>
          <a:xfrm>
            <a:off x="971600" y="1749760"/>
            <a:ext cx="720080" cy="528059"/>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50000"/>
              </a:lnSpc>
            </a:pPr>
            <a:r>
              <a:rPr lang="en-US" altLang="zh-CN" sz="1400" b="1" dirty="0">
                <a:solidFill>
                  <a:srgbClr val="FFFFFF"/>
                </a:solidFill>
                <a:latin typeface="Audi Type" pitchFamily="34" charset="0"/>
                <a:ea typeface="微软雅黑" panose="020B0503020204020204" pitchFamily="34" charset="-122"/>
              </a:rPr>
              <a:t>1</a:t>
            </a:r>
            <a:endParaRPr lang="zh-CN" altLang="en-US" sz="1400" b="1" dirty="0">
              <a:solidFill>
                <a:srgbClr val="FFFFFF"/>
              </a:solidFill>
              <a:latin typeface="Audi Type" pitchFamily="34" charset="0"/>
              <a:ea typeface="微软雅黑" panose="020B0503020204020204" pitchFamily="34" charset="-122"/>
            </a:endParaRPr>
          </a:p>
        </p:txBody>
      </p:sp>
      <p:sp>
        <p:nvSpPr>
          <p:cNvPr id="15" name="矩形 14"/>
          <p:cNvSpPr/>
          <p:nvPr userDrawn="1">
            <p:custDataLst>
              <p:tags r:id="rId9"/>
            </p:custDataLst>
          </p:nvPr>
        </p:nvSpPr>
        <p:spPr>
          <a:xfrm>
            <a:off x="971600" y="2852936"/>
            <a:ext cx="720080" cy="528059"/>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50000"/>
              </a:lnSpc>
            </a:pPr>
            <a:r>
              <a:rPr lang="en-US" altLang="zh-CN" sz="1400" b="1" dirty="0">
                <a:solidFill>
                  <a:srgbClr val="FFFFFF"/>
                </a:solidFill>
                <a:latin typeface="Audi Type" pitchFamily="34" charset="0"/>
                <a:ea typeface="微软雅黑" panose="020B0503020204020204" pitchFamily="34" charset="-122"/>
              </a:rPr>
              <a:t>2</a:t>
            </a:r>
            <a:endParaRPr lang="zh-CN" altLang="en-US" sz="1400" b="1" dirty="0">
              <a:solidFill>
                <a:srgbClr val="FFFFFF"/>
              </a:solidFill>
              <a:latin typeface="Audi Type" pitchFamily="34" charset="0"/>
              <a:ea typeface="微软雅黑" panose="020B0503020204020204" pitchFamily="34" charset="-122"/>
            </a:endParaRPr>
          </a:p>
        </p:txBody>
      </p:sp>
      <p:sp>
        <p:nvSpPr>
          <p:cNvPr id="16" name="矩形 15"/>
          <p:cNvSpPr/>
          <p:nvPr userDrawn="1">
            <p:custDataLst>
              <p:tags r:id="rId10"/>
            </p:custDataLst>
          </p:nvPr>
        </p:nvSpPr>
        <p:spPr>
          <a:xfrm>
            <a:off x="971600" y="3861048"/>
            <a:ext cx="720080" cy="528059"/>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50000"/>
              </a:lnSpc>
            </a:pPr>
            <a:r>
              <a:rPr lang="en-US" altLang="zh-CN" sz="1400" b="1" dirty="0">
                <a:solidFill>
                  <a:srgbClr val="FFFFFF"/>
                </a:solidFill>
                <a:latin typeface="Audi Type" pitchFamily="34" charset="0"/>
                <a:ea typeface="微软雅黑" panose="020B0503020204020204" pitchFamily="34" charset="-122"/>
              </a:rPr>
              <a:t>3</a:t>
            </a:r>
            <a:endParaRPr lang="zh-CN" altLang="en-US" sz="1400" b="1" dirty="0">
              <a:solidFill>
                <a:srgbClr val="FFFFFF"/>
              </a:solidFill>
              <a:latin typeface="Audi Type" pitchFamily="34" charset="0"/>
              <a:ea typeface="微软雅黑" panose="020B0503020204020204" pitchFamily="34" charset="-122"/>
            </a:endParaRPr>
          </a:p>
        </p:txBody>
      </p:sp>
      <p:sp>
        <p:nvSpPr>
          <p:cNvPr id="17" name="矩形 16"/>
          <p:cNvSpPr/>
          <p:nvPr userDrawn="1">
            <p:custDataLst>
              <p:tags r:id="rId11"/>
            </p:custDataLst>
          </p:nvPr>
        </p:nvSpPr>
        <p:spPr>
          <a:xfrm>
            <a:off x="971600" y="4917165"/>
            <a:ext cx="720080" cy="528059"/>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50000"/>
              </a:lnSpc>
            </a:pPr>
            <a:r>
              <a:rPr lang="en-US" altLang="zh-CN" sz="1400" b="1" dirty="0">
                <a:solidFill>
                  <a:srgbClr val="FFFFFF"/>
                </a:solidFill>
                <a:latin typeface="Audi Type" pitchFamily="34" charset="0"/>
                <a:ea typeface="微软雅黑" panose="020B0503020204020204" pitchFamily="34" charset="-122"/>
              </a:rPr>
              <a:t>4</a:t>
            </a:r>
            <a:endParaRPr lang="zh-CN" altLang="en-US" sz="1400" b="1" dirty="0">
              <a:solidFill>
                <a:srgbClr val="FFFFFF"/>
              </a:solidFill>
              <a:latin typeface="Audi Type" pitchFamily="34" charset="0"/>
              <a:ea typeface="微软雅黑" panose="020B0503020204020204" pitchFamily="34" charset="-122"/>
            </a:endParaRPr>
          </a:p>
        </p:txBody>
      </p:sp>
      <p:sp>
        <p:nvSpPr>
          <p:cNvPr id="28" name="Textplatzhalter 3"/>
          <p:cNvSpPr>
            <a:spLocks noGrp="1"/>
          </p:cNvSpPr>
          <p:nvPr>
            <p:ph type="body" sz="quarter" idx="17" hasCustomPrompt="1"/>
          </p:nvPr>
        </p:nvSpPr>
        <p:spPr bwMode="gray">
          <a:xfrm>
            <a:off x="1825196" y="3134976"/>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defRPr/>
            </a:pPr>
            <a:r>
              <a:rPr lang="zh-CN" altLang="en-US" dirty="0"/>
              <a:t>标题 </a:t>
            </a:r>
            <a:r>
              <a:rPr lang="en-US" altLang="zh-CN" dirty="0"/>
              <a:t>Title 2</a:t>
            </a:r>
            <a:r>
              <a:rPr lang="zh-CN" altLang="en-US" dirty="0"/>
              <a:t>，微软雅黑 </a:t>
            </a:r>
            <a:r>
              <a:rPr lang="en-US" altLang="zh-CN" dirty="0"/>
              <a:t>Audi Type</a:t>
            </a:r>
            <a:r>
              <a:rPr lang="zh-CN" altLang="en-US" dirty="0"/>
              <a:t>，</a:t>
            </a:r>
            <a:r>
              <a:rPr lang="en-US" altLang="zh-CN" dirty="0"/>
              <a:t>14</a:t>
            </a:r>
            <a:endParaRPr lang="zh-CN" altLang="en-US" dirty="0"/>
          </a:p>
        </p:txBody>
      </p:sp>
      <p:sp>
        <p:nvSpPr>
          <p:cNvPr id="29" name="Textplatzhalter 3"/>
          <p:cNvSpPr>
            <a:spLocks noGrp="1"/>
          </p:cNvSpPr>
          <p:nvPr>
            <p:ph type="body" sz="quarter" idx="18" hasCustomPrompt="1"/>
          </p:nvPr>
        </p:nvSpPr>
        <p:spPr bwMode="gray">
          <a:xfrm>
            <a:off x="1825196" y="4146084"/>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defRPr/>
            </a:pPr>
            <a:r>
              <a:rPr lang="zh-CN" altLang="en-US" dirty="0"/>
              <a:t>标题 </a:t>
            </a:r>
            <a:r>
              <a:rPr lang="en-US" altLang="zh-CN" dirty="0"/>
              <a:t>Title 3</a:t>
            </a:r>
            <a:r>
              <a:rPr lang="zh-CN" altLang="en-US" dirty="0"/>
              <a:t>，微软雅黑 </a:t>
            </a:r>
            <a:r>
              <a:rPr lang="en-US" altLang="zh-CN" dirty="0"/>
              <a:t>Audi Type</a:t>
            </a:r>
            <a:r>
              <a:rPr lang="zh-CN" altLang="en-US" dirty="0"/>
              <a:t>，</a:t>
            </a:r>
            <a:r>
              <a:rPr lang="en-US" altLang="zh-CN" dirty="0"/>
              <a:t>14</a:t>
            </a:r>
            <a:endParaRPr lang="zh-CN" altLang="en-US" dirty="0"/>
          </a:p>
        </p:txBody>
      </p:sp>
      <p:sp>
        <p:nvSpPr>
          <p:cNvPr id="30" name="Textplatzhalter 3"/>
          <p:cNvSpPr>
            <a:spLocks noGrp="1"/>
          </p:cNvSpPr>
          <p:nvPr>
            <p:ph type="body" sz="quarter" idx="19" hasCustomPrompt="1"/>
          </p:nvPr>
        </p:nvSpPr>
        <p:spPr bwMode="gray">
          <a:xfrm>
            <a:off x="1825196" y="5157192"/>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defRPr/>
            </a:pPr>
            <a:r>
              <a:rPr lang="zh-CN" altLang="en-US" dirty="0"/>
              <a:t>标题 </a:t>
            </a:r>
            <a:r>
              <a:rPr lang="en-US" altLang="zh-CN" dirty="0"/>
              <a:t>Title 4</a:t>
            </a:r>
            <a:r>
              <a:rPr lang="zh-CN" altLang="en-US" dirty="0"/>
              <a:t>，微软雅黑 </a:t>
            </a:r>
            <a:r>
              <a:rPr lang="en-US" altLang="zh-CN" dirty="0"/>
              <a:t>Audi Type</a:t>
            </a:r>
            <a:r>
              <a:rPr lang="zh-CN" altLang="en-US" dirty="0"/>
              <a:t>，</a:t>
            </a:r>
            <a:r>
              <a:rPr lang="en-US" altLang="zh-CN" dirty="0"/>
              <a:t>14</a:t>
            </a:r>
            <a:endParaRPr lang="zh-CN" altLang="en-US" dirty="0"/>
          </a:p>
        </p:txBody>
      </p:sp>
      <p:sp>
        <p:nvSpPr>
          <p:cNvPr id="18" name="Textplatzhalter 3"/>
          <p:cNvSpPr>
            <a:spLocks noGrp="1"/>
          </p:cNvSpPr>
          <p:nvPr>
            <p:ph type="body" sz="quarter" idx="20" hasCustomPrompt="1"/>
          </p:nvPr>
        </p:nvSpPr>
        <p:spPr bwMode="gray">
          <a:xfrm>
            <a:off x="1825196" y="2084851"/>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defRPr/>
            </a:pPr>
            <a:r>
              <a:rPr lang="zh-CN" altLang="en-US" dirty="0"/>
              <a:t>标题 </a:t>
            </a:r>
            <a:r>
              <a:rPr lang="en-US" altLang="zh-CN" dirty="0"/>
              <a:t>Title 1</a:t>
            </a:r>
            <a:r>
              <a:rPr lang="zh-CN" altLang="en-US" dirty="0"/>
              <a:t>，微软雅黑 </a:t>
            </a:r>
            <a:r>
              <a:rPr lang="en-US" altLang="zh-CN" dirty="0"/>
              <a:t>Audi Type</a:t>
            </a:r>
            <a:r>
              <a:rPr lang="zh-CN" altLang="en-US" dirty="0"/>
              <a:t>，</a:t>
            </a:r>
            <a:r>
              <a:rPr lang="en-US" altLang="zh-CN" dirty="0"/>
              <a:t>14</a:t>
            </a:r>
            <a:endParaRPr lang="zh-CN" altLang="en-US"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8" name="AutoShape 7"/>
          <p:cNvSpPr>
            <a:spLocks noChangeArrowheads="1"/>
          </p:cNvSpPr>
          <p:nvPr userDrawn="1"/>
        </p:nvSpPr>
        <p:spPr bwMode="auto">
          <a:xfrm>
            <a:off x="565151" y="2655288"/>
            <a:ext cx="1130300" cy="658813"/>
          </a:xfrm>
          <a:prstGeom prst="homePlate">
            <a:avLst>
              <a:gd name="adj" fmla="val 22447"/>
            </a:avLst>
          </a:prstGeom>
          <a:solidFill>
            <a:srgbClr val="E7E6E6"/>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algn="ctr" defTabSz="914400" eaLnBrk="1" fontAlgn="base" hangingPunct="1">
              <a:lnSpc>
                <a:spcPct val="100000"/>
              </a:lnSpc>
              <a:spcAft>
                <a:spcPct val="0"/>
              </a:spcAft>
              <a:buClr>
                <a:srgbClr val="CC0033"/>
              </a:buClr>
              <a:buSzTx/>
              <a:buFont typeface="Audi Type" pitchFamily="34" charset="0"/>
              <a:buNone/>
              <a:defRPr/>
            </a:pPr>
            <a:endParaRPr lang="zh-CN" altLang="en-US" sz="1600" kern="0">
              <a:solidFill>
                <a:srgbClr val="000000"/>
              </a:solidFill>
              <a:latin typeface="微软雅黑" panose="020B0503020204020204" pitchFamily="34" charset="-122"/>
            </a:endParaRPr>
          </a:p>
        </p:txBody>
      </p:sp>
      <p:sp>
        <p:nvSpPr>
          <p:cNvPr id="9" name="Text Box 8"/>
          <p:cNvSpPr txBox="1">
            <a:spLocks noChangeArrowheads="1"/>
          </p:cNvSpPr>
          <p:nvPr userDrawn="1"/>
        </p:nvSpPr>
        <p:spPr bwMode="auto">
          <a:xfrm>
            <a:off x="642941" y="2862382"/>
            <a:ext cx="87947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algn="ctr" fontAlgn="base">
              <a:lnSpc>
                <a:spcPct val="100000"/>
              </a:lnSpc>
              <a:spcBef>
                <a:spcPct val="0"/>
              </a:spcBef>
              <a:spcAft>
                <a:spcPct val="0"/>
              </a:spcAft>
              <a:buClrTx/>
              <a:buSzTx/>
              <a:buFontTx/>
              <a:buNone/>
            </a:pPr>
            <a:r>
              <a:rPr lang="en-US" altLang="zh-CN" sz="1600" dirty="0">
                <a:solidFill>
                  <a:srgbClr val="FFFFFF">
                    <a:lumMod val="50000"/>
                  </a:srgbClr>
                </a:solidFill>
                <a:latin typeface="微软雅黑" panose="020B0503020204020204" pitchFamily="34" charset="-122"/>
              </a:rPr>
              <a:t>2</a:t>
            </a:r>
            <a:endParaRPr lang="en-US" altLang="zh-CN" sz="1600" dirty="0">
              <a:solidFill>
                <a:srgbClr val="FFFFFF">
                  <a:lumMod val="50000"/>
                </a:srgbClr>
              </a:solidFill>
              <a:latin typeface="微软雅黑" panose="020B0503020204020204" pitchFamily="34" charset="-122"/>
            </a:endParaRPr>
          </a:p>
        </p:txBody>
      </p:sp>
      <p:sp>
        <p:nvSpPr>
          <p:cNvPr id="10" name="Freeform 9"/>
          <p:cNvSpPr/>
          <p:nvPr userDrawn="1"/>
        </p:nvSpPr>
        <p:spPr bwMode="auto">
          <a:xfrm>
            <a:off x="1635125" y="2655288"/>
            <a:ext cx="6897688" cy="658813"/>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rgbClr val="E7E6E6"/>
          </a:solidFill>
          <a:ln>
            <a:noFill/>
          </a:ln>
          <a:extLst>
            <a:ext uri="{91240B29-F687-4F45-9708-019B960494DF}">
              <a14:hiddenLine xmlns:a14="http://schemas.microsoft.com/office/drawing/2010/main" w="6350">
                <a:solidFill>
                  <a:srgbClr val="000000"/>
                </a:solidFill>
                <a:round/>
              </a14:hiddenLine>
            </a:ext>
          </a:extLst>
        </p:spPr>
        <p:txBody>
          <a:bodyPr lIns="91376" tIns="45688" rIns="91376" bIns="45688"/>
          <a:lstStyle/>
          <a:p>
            <a:pPr defTabSz="914400" fontAlgn="base">
              <a:spcBef>
                <a:spcPct val="0"/>
              </a:spcBef>
              <a:spcAft>
                <a:spcPct val="0"/>
              </a:spcAft>
              <a:defRPr/>
            </a:pPr>
            <a:endParaRPr lang="zh-CN" altLang="en-US" sz="1600" kern="0">
              <a:solidFill>
                <a:srgbClr val="000000"/>
              </a:solidFill>
              <a:latin typeface="微软雅黑" panose="020B0503020204020204" pitchFamily="34" charset="-122"/>
              <a:ea typeface="微软雅黑" panose="020B0503020204020204" pitchFamily="34" charset="-122"/>
            </a:endParaRPr>
          </a:p>
        </p:txBody>
      </p:sp>
      <p:sp>
        <p:nvSpPr>
          <p:cNvPr id="11" name="AutoShape 11"/>
          <p:cNvSpPr>
            <a:spLocks noChangeArrowheads="1"/>
          </p:cNvSpPr>
          <p:nvPr userDrawn="1"/>
        </p:nvSpPr>
        <p:spPr bwMode="auto">
          <a:xfrm>
            <a:off x="565151" y="1757109"/>
            <a:ext cx="1130300" cy="658812"/>
          </a:xfrm>
          <a:prstGeom prst="homePlate">
            <a:avLst>
              <a:gd name="adj" fmla="val 22447"/>
            </a:avLst>
          </a:prstGeom>
          <a:solidFill>
            <a:srgbClr val="E7E6E6"/>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lstStyle/>
          <a:p>
            <a:pPr algn="ctr" fontAlgn="base">
              <a:spcBef>
                <a:spcPct val="30000"/>
              </a:spcBef>
              <a:spcAft>
                <a:spcPct val="0"/>
              </a:spcAft>
              <a:buClr>
                <a:srgbClr val="CC0033"/>
              </a:buClr>
              <a:buFont typeface="Audi Type" pitchFamily="34" charset="0"/>
              <a:buNone/>
            </a:pPr>
            <a:endParaRPr lang="zh-CN" altLang="en-US" sz="1600" kern="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2" name="Text Box 12"/>
          <p:cNvSpPr txBox="1">
            <a:spLocks noChangeArrowheads="1"/>
          </p:cNvSpPr>
          <p:nvPr userDrawn="1"/>
        </p:nvSpPr>
        <p:spPr bwMode="auto">
          <a:xfrm>
            <a:off x="642941" y="1964199"/>
            <a:ext cx="87947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algn="ctr" fontAlgn="base">
              <a:lnSpc>
                <a:spcPct val="100000"/>
              </a:lnSpc>
              <a:spcBef>
                <a:spcPct val="0"/>
              </a:spcBef>
              <a:spcAft>
                <a:spcPct val="0"/>
              </a:spcAft>
              <a:buClrTx/>
              <a:buSzTx/>
              <a:buFontTx/>
              <a:buNone/>
            </a:pPr>
            <a:r>
              <a:rPr lang="en-US" altLang="zh-CN" sz="1600" dirty="0">
                <a:solidFill>
                  <a:srgbClr val="FFFFFF">
                    <a:lumMod val="50000"/>
                  </a:srgbClr>
                </a:solidFill>
                <a:latin typeface="微软雅黑" panose="020B0503020204020204" pitchFamily="34" charset="-122"/>
              </a:rPr>
              <a:t>1</a:t>
            </a:r>
            <a:endParaRPr lang="en-US" altLang="zh-CN" sz="1600" dirty="0">
              <a:solidFill>
                <a:srgbClr val="FFFFFF">
                  <a:lumMod val="50000"/>
                </a:srgbClr>
              </a:solidFill>
              <a:latin typeface="微软雅黑" panose="020B0503020204020204" pitchFamily="34" charset="-122"/>
            </a:endParaRPr>
          </a:p>
        </p:txBody>
      </p:sp>
      <p:sp>
        <p:nvSpPr>
          <p:cNvPr id="13" name="Freeform 13"/>
          <p:cNvSpPr/>
          <p:nvPr userDrawn="1"/>
        </p:nvSpPr>
        <p:spPr bwMode="auto">
          <a:xfrm>
            <a:off x="1635125" y="1757109"/>
            <a:ext cx="6897688" cy="658812"/>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rgbClr val="E7E6E6"/>
          </a:solidFill>
          <a:ln>
            <a:noFill/>
          </a:ln>
          <a:extLst>
            <a:ext uri="{91240B29-F687-4F45-9708-019B960494DF}">
              <a14:hiddenLine xmlns:a14="http://schemas.microsoft.com/office/drawing/2010/main" w="6350">
                <a:solidFill>
                  <a:srgbClr val="000000"/>
                </a:solidFill>
                <a:round/>
              </a14:hiddenLine>
            </a:ext>
          </a:extLst>
        </p:spPr>
        <p:txBody>
          <a:bodyPr lIns="91376" tIns="45688" rIns="91376" bIns="45688"/>
          <a:lstStyle/>
          <a:p>
            <a:pPr fontAlgn="base">
              <a:spcBef>
                <a:spcPct val="0"/>
              </a:spcBef>
              <a:spcAft>
                <a:spcPct val="0"/>
              </a:spcAft>
            </a:pPr>
            <a:endParaRPr lang="zh-CN" altLang="en-US" sz="1600" kern="0">
              <a:solidFill>
                <a:srgbClr val="000000"/>
              </a:solidFill>
              <a:latin typeface="微软雅黑" panose="020B0503020204020204" pitchFamily="34" charset="-122"/>
              <a:ea typeface="微软雅黑" panose="020B0503020204020204" pitchFamily="34" charset="-122"/>
            </a:endParaRPr>
          </a:p>
        </p:txBody>
      </p:sp>
      <p:sp>
        <p:nvSpPr>
          <p:cNvPr id="16" name="AutoShape 7"/>
          <p:cNvSpPr>
            <a:spLocks noChangeArrowheads="1"/>
          </p:cNvSpPr>
          <p:nvPr userDrawn="1"/>
        </p:nvSpPr>
        <p:spPr bwMode="auto">
          <a:xfrm>
            <a:off x="574938" y="3553468"/>
            <a:ext cx="1130300" cy="658813"/>
          </a:xfrm>
          <a:prstGeom prst="homePlate">
            <a:avLst>
              <a:gd name="adj" fmla="val 22447"/>
            </a:avLst>
          </a:prstGeom>
          <a:solidFill>
            <a:srgbClr val="E7E6E6"/>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algn="ctr" defTabSz="914400" eaLnBrk="1" fontAlgn="base" hangingPunct="1">
              <a:lnSpc>
                <a:spcPct val="100000"/>
              </a:lnSpc>
              <a:spcAft>
                <a:spcPct val="0"/>
              </a:spcAft>
              <a:buClr>
                <a:srgbClr val="CC0033"/>
              </a:buClr>
              <a:buSzTx/>
              <a:buFont typeface="Audi Type" pitchFamily="34" charset="0"/>
              <a:buNone/>
              <a:defRPr/>
            </a:pPr>
            <a:endParaRPr lang="zh-CN" altLang="en-US" sz="1600" kern="0">
              <a:solidFill>
                <a:srgbClr val="000000"/>
              </a:solidFill>
              <a:latin typeface="微软雅黑" panose="020B0503020204020204" pitchFamily="34" charset="-122"/>
            </a:endParaRPr>
          </a:p>
        </p:txBody>
      </p:sp>
      <p:sp>
        <p:nvSpPr>
          <p:cNvPr id="17" name="Text Box 8"/>
          <p:cNvSpPr txBox="1">
            <a:spLocks noChangeArrowheads="1"/>
          </p:cNvSpPr>
          <p:nvPr userDrawn="1"/>
        </p:nvSpPr>
        <p:spPr bwMode="auto">
          <a:xfrm>
            <a:off x="652729" y="3760562"/>
            <a:ext cx="87947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algn="ctr" fontAlgn="base">
              <a:lnSpc>
                <a:spcPct val="100000"/>
              </a:lnSpc>
              <a:spcBef>
                <a:spcPct val="0"/>
              </a:spcBef>
              <a:spcAft>
                <a:spcPct val="0"/>
              </a:spcAft>
              <a:buClrTx/>
              <a:buSzTx/>
              <a:buFontTx/>
              <a:buNone/>
            </a:pPr>
            <a:r>
              <a:rPr lang="en-US" altLang="zh-CN" sz="1600" dirty="0">
                <a:solidFill>
                  <a:srgbClr val="FFFFFF">
                    <a:lumMod val="50000"/>
                  </a:srgbClr>
                </a:solidFill>
                <a:latin typeface="微软雅黑" panose="020B0503020204020204" pitchFamily="34" charset="-122"/>
              </a:rPr>
              <a:t>3</a:t>
            </a:r>
            <a:endParaRPr lang="en-US" altLang="zh-CN" sz="1600" dirty="0">
              <a:solidFill>
                <a:srgbClr val="FFFFFF">
                  <a:lumMod val="50000"/>
                </a:srgbClr>
              </a:solidFill>
              <a:latin typeface="微软雅黑" panose="020B0503020204020204" pitchFamily="34" charset="-122"/>
            </a:endParaRPr>
          </a:p>
        </p:txBody>
      </p:sp>
      <p:sp>
        <p:nvSpPr>
          <p:cNvPr id="18" name="Freeform 9"/>
          <p:cNvSpPr/>
          <p:nvPr userDrawn="1"/>
        </p:nvSpPr>
        <p:spPr bwMode="auto">
          <a:xfrm>
            <a:off x="1644912" y="3553468"/>
            <a:ext cx="6897688" cy="658813"/>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rgbClr val="E7E6E6"/>
          </a:solidFill>
          <a:ln>
            <a:noFill/>
          </a:ln>
          <a:extLst>
            <a:ext uri="{91240B29-F687-4F45-9708-019B960494DF}">
              <a14:hiddenLine xmlns:a14="http://schemas.microsoft.com/office/drawing/2010/main" w="6350">
                <a:solidFill>
                  <a:srgbClr val="000000"/>
                </a:solidFill>
                <a:round/>
              </a14:hiddenLine>
            </a:ext>
          </a:extLst>
        </p:spPr>
        <p:txBody>
          <a:bodyPr lIns="91376" tIns="45688" rIns="91376" bIns="45688"/>
          <a:lstStyle/>
          <a:p>
            <a:pPr defTabSz="914400" fontAlgn="base">
              <a:spcBef>
                <a:spcPct val="0"/>
              </a:spcBef>
              <a:spcAft>
                <a:spcPct val="0"/>
              </a:spcAft>
              <a:defRPr/>
            </a:pPr>
            <a:endParaRPr lang="zh-CN" altLang="en-US" sz="1600" kern="0">
              <a:solidFill>
                <a:srgbClr val="000000"/>
              </a:solidFill>
              <a:latin typeface="微软雅黑" panose="020B0503020204020204" pitchFamily="34" charset="-122"/>
              <a:ea typeface="微软雅黑" panose="020B0503020204020204" pitchFamily="34" charset="-122"/>
            </a:endParaRPr>
          </a:p>
        </p:txBody>
      </p:sp>
      <p:sp>
        <p:nvSpPr>
          <p:cNvPr id="20" name="AutoShape 7"/>
          <p:cNvSpPr>
            <a:spLocks noChangeArrowheads="1"/>
          </p:cNvSpPr>
          <p:nvPr userDrawn="1"/>
        </p:nvSpPr>
        <p:spPr bwMode="auto">
          <a:xfrm>
            <a:off x="584725" y="4451651"/>
            <a:ext cx="1130300" cy="658813"/>
          </a:xfrm>
          <a:prstGeom prst="homePlate">
            <a:avLst>
              <a:gd name="adj" fmla="val 22447"/>
            </a:avLst>
          </a:prstGeom>
          <a:solidFill>
            <a:srgbClr val="E7E6E6"/>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algn="ctr" defTabSz="914400" eaLnBrk="1" fontAlgn="base" hangingPunct="1">
              <a:lnSpc>
                <a:spcPct val="100000"/>
              </a:lnSpc>
              <a:spcAft>
                <a:spcPct val="0"/>
              </a:spcAft>
              <a:buClr>
                <a:srgbClr val="CC0033"/>
              </a:buClr>
              <a:buSzTx/>
              <a:buFont typeface="Audi Type" pitchFamily="34" charset="0"/>
              <a:buNone/>
              <a:defRPr/>
            </a:pPr>
            <a:endParaRPr lang="zh-CN" altLang="en-US" sz="1600" kern="0">
              <a:solidFill>
                <a:srgbClr val="000000"/>
              </a:solidFill>
              <a:latin typeface="微软雅黑" panose="020B0503020204020204" pitchFamily="34" charset="-122"/>
            </a:endParaRPr>
          </a:p>
        </p:txBody>
      </p:sp>
      <p:sp>
        <p:nvSpPr>
          <p:cNvPr id="21" name="Text Box 8"/>
          <p:cNvSpPr txBox="1">
            <a:spLocks noChangeArrowheads="1"/>
          </p:cNvSpPr>
          <p:nvPr userDrawn="1"/>
        </p:nvSpPr>
        <p:spPr bwMode="auto">
          <a:xfrm>
            <a:off x="662516" y="4658744"/>
            <a:ext cx="87947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eaLnBrk="0" fontAlgn="ctr" hangingPunct="0">
              <a:lnSpc>
                <a:spcPct val="110000"/>
              </a:lnSpc>
              <a:spcBef>
                <a:spcPct val="30000"/>
              </a:spcBef>
              <a:buClr>
                <a:schemeClr val="accent2"/>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1pPr>
            <a:lvl2pPr marL="742950" indent="-285750" eaLnBrk="0" fontAlgn="ctr" hangingPunct="0">
              <a:lnSpc>
                <a:spcPct val="110000"/>
              </a:lnSpc>
              <a:spcBef>
                <a:spcPct val="30000"/>
              </a:spcBef>
              <a:buClr>
                <a:schemeClr val="hlink"/>
              </a:buClr>
              <a:buSzPct val="80000"/>
              <a:buFont typeface="Arial" panose="020B0604020202020204"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2pPr>
            <a:lvl3pPr marL="1143000" indent="-228600" eaLnBrk="0" hangingPunct="0">
              <a:lnSpc>
                <a:spcPct val="110000"/>
              </a:lnSpc>
              <a:spcBef>
                <a:spcPct val="30000"/>
              </a:spcBef>
              <a:buFont typeface="Audi Type" pitchFamily="34" charset="0"/>
              <a:buChar char="•"/>
              <a:defRPr sz="1600">
                <a:solidFill>
                  <a:schemeClr val="tx1"/>
                </a:solidFill>
                <a:latin typeface="Audi Type" pitchFamily="34" charset="0"/>
                <a:ea typeface="微软雅黑" panose="020B0503020204020204" pitchFamily="34" charset="-122"/>
                <a:cs typeface="Arial" panose="020B0604020202020204" pitchFamily="34" charset="0"/>
              </a:defRPr>
            </a:lvl3pPr>
            <a:lvl4pPr marL="16002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4pPr>
            <a:lvl5pPr marL="2057400" indent="-228600" eaLnBrk="0" hangingPunct="0">
              <a:spcBef>
                <a:spcPct val="20000"/>
              </a:spcBef>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5pPr>
            <a:lvl6pPr marL="25146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6pPr>
            <a:lvl7pPr marL="29718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7pPr>
            <a:lvl8pPr marL="34290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8pPr>
            <a:lvl9pPr marL="3886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ea typeface="微软雅黑" panose="020B0503020204020204" pitchFamily="34" charset="-122"/>
                <a:cs typeface="Arial" panose="020B0604020202020204" pitchFamily="34" charset="0"/>
              </a:defRPr>
            </a:lvl9pPr>
          </a:lstStyle>
          <a:p>
            <a:pPr algn="ctr" fontAlgn="base">
              <a:lnSpc>
                <a:spcPct val="100000"/>
              </a:lnSpc>
              <a:spcBef>
                <a:spcPct val="0"/>
              </a:spcBef>
              <a:spcAft>
                <a:spcPct val="0"/>
              </a:spcAft>
              <a:buClrTx/>
              <a:buSzTx/>
              <a:buFontTx/>
              <a:buNone/>
            </a:pPr>
            <a:r>
              <a:rPr lang="en-US" altLang="zh-CN" sz="1600" dirty="0">
                <a:solidFill>
                  <a:srgbClr val="FFFFFF">
                    <a:lumMod val="50000"/>
                  </a:srgbClr>
                </a:solidFill>
                <a:latin typeface="微软雅黑" panose="020B0503020204020204" pitchFamily="34" charset="-122"/>
              </a:rPr>
              <a:t>4</a:t>
            </a:r>
            <a:endParaRPr lang="en-US" altLang="zh-CN" sz="1600" dirty="0">
              <a:solidFill>
                <a:srgbClr val="FFFFFF">
                  <a:lumMod val="50000"/>
                </a:srgbClr>
              </a:solidFill>
              <a:latin typeface="微软雅黑" panose="020B0503020204020204" pitchFamily="34" charset="-122"/>
            </a:endParaRPr>
          </a:p>
        </p:txBody>
      </p:sp>
      <p:sp>
        <p:nvSpPr>
          <p:cNvPr id="22" name="Freeform 9"/>
          <p:cNvSpPr/>
          <p:nvPr userDrawn="1"/>
        </p:nvSpPr>
        <p:spPr bwMode="auto">
          <a:xfrm>
            <a:off x="1654699" y="4451651"/>
            <a:ext cx="6897688" cy="658813"/>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rgbClr val="E7E6E6"/>
          </a:solidFill>
          <a:ln>
            <a:noFill/>
          </a:ln>
          <a:extLst>
            <a:ext uri="{91240B29-F687-4F45-9708-019B960494DF}">
              <a14:hiddenLine xmlns:a14="http://schemas.microsoft.com/office/drawing/2010/main" w="6350">
                <a:solidFill>
                  <a:srgbClr val="000000"/>
                </a:solidFill>
                <a:round/>
              </a14:hiddenLine>
            </a:ext>
          </a:extLst>
        </p:spPr>
        <p:txBody>
          <a:bodyPr lIns="91376" tIns="45688" rIns="91376" bIns="45688"/>
          <a:lstStyle/>
          <a:p>
            <a:pPr defTabSz="914400" fontAlgn="base">
              <a:spcBef>
                <a:spcPct val="0"/>
              </a:spcBef>
              <a:spcAft>
                <a:spcPct val="0"/>
              </a:spcAft>
              <a:defRPr/>
            </a:pPr>
            <a:endParaRPr lang="zh-CN" altLang="en-US" sz="1600" kern="0">
              <a:solidFill>
                <a:srgbClr val="000000"/>
              </a:solidFill>
              <a:latin typeface="微软雅黑" panose="020B0503020204020204" pitchFamily="34" charset="-122"/>
              <a:ea typeface="微软雅黑" panose="020B0503020204020204" pitchFamily="34" charset="-122"/>
            </a:endParaRPr>
          </a:p>
        </p:txBody>
      </p:sp>
      <p:sp>
        <p:nvSpPr>
          <p:cNvPr id="26" name="Textplatzhalter 3"/>
          <p:cNvSpPr>
            <a:spLocks noGrp="1"/>
          </p:cNvSpPr>
          <p:nvPr>
            <p:ph type="body" sz="quarter" idx="17" hasCustomPrompt="1"/>
          </p:nvPr>
        </p:nvSpPr>
        <p:spPr bwMode="gray">
          <a:xfrm>
            <a:off x="1907209" y="2788929"/>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defRPr/>
            </a:pPr>
            <a:r>
              <a:rPr lang="zh-CN" altLang="en-US" noProof="0" dirty="0"/>
              <a:t>标题 </a:t>
            </a:r>
            <a:r>
              <a:rPr lang="en-US" altLang="zh-CN" noProof="0" dirty="0"/>
              <a:t>Title 2</a:t>
            </a:r>
            <a:r>
              <a:rPr lang="zh-CN" altLang="en-US" noProof="0" dirty="0"/>
              <a:t>，微软雅黑 </a:t>
            </a:r>
            <a:r>
              <a:rPr lang="en-US" altLang="zh-CN" noProof="0" dirty="0"/>
              <a:t>Audi Type</a:t>
            </a:r>
            <a:r>
              <a:rPr lang="zh-CN" altLang="en-US" noProof="0" dirty="0"/>
              <a:t>，</a:t>
            </a:r>
            <a:r>
              <a:rPr lang="en-US" altLang="zh-CN" noProof="0" dirty="0"/>
              <a:t>14</a:t>
            </a:r>
            <a:endParaRPr lang="zh-CN" altLang="en-US" dirty="0"/>
          </a:p>
        </p:txBody>
      </p:sp>
      <p:sp>
        <p:nvSpPr>
          <p:cNvPr id="27" name="Textplatzhalter 3"/>
          <p:cNvSpPr>
            <a:spLocks noGrp="1"/>
          </p:cNvSpPr>
          <p:nvPr>
            <p:ph type="body" sz="quarter" idx="18" hasCustomPrompt="1"/>
          </p:nvPr>
        </p:nvSpPr>
        <p:spPr bwMode="gray">
          <a:xfrm>
            <a:off x="1907209" y="3685029"/>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defRPr/>
            </a:pPr>
            <a:r>
              <a:rPr lang="zh-CN" altLang="en-US" noProof="0" dirty="0"/>
              <a:t>标题 </a:t>
            </a:r>
            <a:r>
              <a:rPr lang="en-US" altLang="zh-CN" noProof="0" dirty="0"/>
              <a:t>Title 3</a:t>
            </a:r>
            <a:r>
              <a:rPr lang="zh-CN" altLang="en-US" noProof="0" dirty="0"/>
              <a:t>，微软雅黑 </a:t>
            </a:r>
            <a:r>
              <a:rPr lang="en-US" altLang="zh-CN" noProof="0" dirty="0"/>
              <a:t>Audi Type</a:t>
            </a:r>
            <a:r>
              <a:rPr lang="zh-CN" altLang="en-US" noProof="0" dirty="0"/>
              <a:t>，</a:t>
            </a:r>
            <a:r>
              <a:rPr lang="en-US" altLang="zh-CN" noProof="0" dirty="0"/>
              <a:t>14</a:t>
            </a:r>
            <a:endParaRPr lang="zh-CN" altLang="en-US" dirty="0"/>
          </a:p>
        </p:txBody>
      </p:sp>
      <p:sp>
        <p:nvSpPr>
          <p:cNvPr id="28" name="Textplatzhalter 3"/>
          <p:cNvSpPr>
            <a:spLocks noGrp="1"/>
          </p:cNvSpPr>
          <p:nvPr>
            <p:ph type="body" sz="quarter" idx="19" hasCustomPrompt="1"/>
          </p:nvPr>
        </p:nvSpPr>
        <p:spPr bwMode="gray">
          <a:xfrm>
            <a:off x="1907209" y="4581128"/>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defRPr/>
            </a:pPr>
            <a:r>
              <a:rPr lang="zh-CN" altLang="en-US" noProof="0" dirty="0"/>
              <a:t>标题 </a:t>
            </a:r>
            <a:r>
              <a:rPr lang="en-US" altLang="zh-CN" noProof="0" dirty="0"/>
              <a:t>Title 4</a:t>
            </a:r>
            <a:r>
              <a:rPr lang="zh-CN" altLang="en-US" noProof="0" dirty="0"/>
              <a:t>，微软雅黑 </a:t>
            </a:r>
            <a:r>
              <a:rPr lang="en-US" altLang="zh-CN" noProof="0" dirty="0"/>
              <a:t>Audi Type</a:t>
            </a:r>
            <a:r>
              <a:rPr lang="zh-CN" altLang="en-US" noProof="0" dirty="0"/>
              <a:t>，</a:t>
            </a:r>
            <a:r>
              <a:rPr lang="en-US" altLang="zh-CN" noProof="0" dirty="0"/>
              <a:t>14</a:t>
            </a:r>
            <a:endParaRPr lang="zh-CN" altLang="en-US" dirty="0"/>
          </a:p>
        </p:txBody>
      </p:sp>
      <p:sp>
        <p:nvSpPr>
          <p:cNvPr id="29" name="Textplatzhalter 3"/>
          <p:cNvSpPr>
            <a:spLocks noGrp="1"/>
          </p:cNvSpPr>
          <p:nvPr>
            <p:ph type="body" sz="quarter" idx="20" hasCustomPrompt="1"/>
          </p:nvPr>
        </p:nvSpPr>
        <p:spPr bwMode="gray">
          <a:xfrm>
            <a:off x="1907209" y="1892829"/>
            <a:ext cx="6121177" cy="396000"/>
          </a:xfrm>
          <a:prstGeom prst="rect">
            <a:avLst/>
          </a:prstGeom>
          <a:noFill/>
        </p:spPr>
        <p:txBody>
          <a:bodyPr lIns="0" tIns="108000" bIns="108000" anchor="ctr">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defRPr sz="1865" b="0" baseline="0">
                <a:solidFill>
                  <a:schemeClr val="bg2"/>
                </a:solidFill>
                <a:latin typeface="Audi Type"/>
                <a:ea typeface="微软雅黑" panose="020B0503020204020204" pitchFamily="34" charset="-122"/>
              </a:defRPr>
            </a:lvl1p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defRPr/>
            </a:pPr>
            <a:r>
              <a:rPr lang="zh-CN" altLang="en-US" noProof="0" dirty="0"/>
              <a:t>标题 </a:t>
            </a:r>
            <a:r>
              <a:rPr lang="en-US" altLang="zh-CN" noProof="0" dirty="0"/>
              <a:t>Title 1</a:t>
            </a:r>
            <a:r>
              <a:rPr lang="zh-CN" altLang="en-US" noProof="0" dirty="0"/>
              <a:t>，微软雅黑 </a:t>
            </a:r>
            <a:r>
              <a:rPr lang="en-US" altLang="zh-CN" noProof="0" dirty="0"/>
              <a:t>Audi Type</a:t>
            </a:r>
            <a:r>
              <a:rPr lang="zh-CN" altLang="en-US" noProof="0" dirty="0"/>
              <a:t>，</a:t>
            </a:r>
            <a:r>
              <a:rPr lang="en-US" altLang="zh-CN" noProof="0" dirty="0"/>
              <a:t>14</a:t>
            </a:r>
            <a:endParaRPr lang="zh-CN" altLang="en-US" dirty="0"/>
          </a:p>
        </p:txBody>
      </p:sp>
      <p:sp>
        <p:nvSpPr>
          <p:cNvPr id="19" name="标题占位符 1"/>
          <p:cNvSpPr>
            <a:spLocks noGrp="1"/>
          </p:cNvSpPr>
          <p:nvPr>
            <p:ph type="title" hasCustomPrompt="1"/>
          </p:nvPr>
        </p:nvSpPr>
        <p:spPr>
          <a:xfrm>
            <a:off x="457200" y="274637"/>
            <a:ext cx="8229600" cy="1143000"/>
          </a:xfrm>
          <a:prstGeom prst="rect">
            <a:avLst/>
          </a:prstGeom>
        </p:spPr>
        <p:txBody>
          <a:bodyPr vert="horz" lIns="91440" tIns="45720" rIns="91440" bIns="45720" rtlCol="0" anchor="ctr">
            <a:normAutofit/>
          </a:bodyPr>
          <a:lstStyle>
            <a:lvl1pPr>
              <a:defRPr/>
            </a:lvl1pPr>
          </a:lstStyle>
          <a:p>
            <a:r>
              <a:rPr lang="zh-CN" altLang="en-US" dirty="0"/>
              <a:t>目录 </a:t>
            </a:r>
            <a:r>
              <a:rPr lang="en-US" altLang="zh-CN" dirty="0"/>
              <a:t>Content</a:t>
            </a:r>
            <a:endParaRPr lang="zh-CN" altLang="en-US"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文本2">
    <p:spTree>
      <p:nvGrpSpPr>
        <p:cNvPr id="1" name=""/>
        <p:cNvGrpSpPr/>
        <p:nvPr/>
      </p:nvGrpSpPr>
      <p:grpSpPr>
        <a:xfrm>
          <a:off x="0" y="0"/>
          <a:ext cx="0" cy="0"/>
          <a:chOff x="0" y="0"/>
          <a:chExt cx="0" cy="0"/>
        </a:xfrm>
      </p:grpSpPr>
      <p:sp>
        <p:nvSpPr>
          <p:cNvPr id="9" name="Textplatzhalter 3"/>
          <p:cNvSpPr>
            <a:spLocks noGrp="1"/>
          </p:cNvSpPr>
          <p:nvPr>
            <p:ph type="body" sz="quarter" idx="16" hasCustomPrompt="1"/>
          </p:nvPr>
        </p:nvSpPr>
        <p:spPr bwMode="gray">
          <a:xfrm>
            <a:off x="450967" y="1508360"/>
            <a:ext cx="3898776" cy="768512"/>
          </a:xfrm>
          <a:prstGeom prst="rect">
            <a:avLst/>
          </a:prstGeom>
          <a:noFill/>
        </p:spPr>
        <p:txBody>
          <a:bodyPr lIns="0" tIns="108000" bIns="10800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2400" b="0" baseline="0">
                <a:solidFill>
                  <a:schemeClr val="bg2"/>
                </a:solidFill>
                <a:latin typeface="Audi Type"/>
                <a:ea typeface="微软雅黑" panose="020B0503020204020204" pitchFamily="34" charset="-122"/>
              </a:defRPr>
            </a:lvl1pPr>
          </a:lstStyle>
          <a:p>
            <a:pPr lvl="0"/>
            <a:r>
              <a:rPr lang="zh-CN" altLang="en-US" noProof="0" dirty="0"/>
              <a:t>主文本 </a:t>
            </a:r>
            <a:r>
              <a:rPr lang="en-US" altLang="zh-CN" noProof="0" dirty="0"/>
              <a:t>Main Text</a:t>
            </a:r>
            <a:r>
              <a:rPr lang="zh-CN" altLang="en-US" noProof="0" dirty="0"/>
              <a:t>，</a:t>
            </a:r>
            <a:r>
              <a:rPr lang="zh-CN" altLang="en-US" dirty="0"/>
              <a:t>微软雅黑 </a:t>
            </a:r>
            <a:r>
              <a:rPr lang="en-US" altLang="zh-CN" dirty="0"/>
              <a:t>Audi Type</a:t>
            </a:r>
            <a:r>
              <a:rPr lang="en-US" altLang="zh-CN" noProof="0" dirty="0"/>
              <a:t>, 18</a:t>
            </a:r>
            <a:endParaRPr lang="en-GB" altLang="zh-CN" noProof="0" dirty="0"/>
          </a:p>
        </p:txBody>
      </p:sp>
      <p:cxnSp>
        <p:nvCxnSpPr>
          <p:cNvPr id="11" name="Gerade Verbindung 10"/>
          <p:cNvCxnSpPr/>
          <p:nvPr userDrawn="1"/>
        </p:nvCxnSpPr>
        <p:spPr bwMode="gray">
          <a:xfrm>
            <a:off x="4795193" y="2266535"/>
            <a:ext cx="3888432" cy="0"/>
          </a:xfrm>
          <a:prstGeom prst="line">
            <a:avLst/>
          </a:prstGeom>
          <a:noFill/>
          <a:ln w="28575" cap="flat" cmpd="sng" algn="ctr">
            <a:solidFill>
              <a:schemeClr val="bg2"/>
            </a:solidFill>
            <a:prstDash val="solid"/>
          </a:ln>
          <a:effectLst/>
        </p:spPr>
      </p:cxnSp>
      <p:sp>
        <p:nvSpPr>
          <p:cNvPr id="14" name="Textplatzhalter 3"/>
          <p:cNvSpPr>
            <a:spLocks noGrp="1"/>
          </p:cNvSpPr>
          <p:nvPr>
            <p:ph type="body" sz="quarter" idx="17" hasCustomPrompt="1"/>
          </p:nvPr>
        </p:nvSpPr>
        <p:spPr bwMode="gray">
          <a:xfrm>
            <a:off x="4768270" y="1508360"/>
            <a:ext cx="3915355" cy="768513"/>
          </a:xfrm>
          <a:prstGeom prst="rect">
            <a:avLst/>
          </a:prstGeom>
          <a:noFill/>
        </p:spPr>
        <p:txBody>
          <a:bodyPr lIns="0" tIns="108000" bIns="10800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2400" b="0" baseline="0">
                <a:solidFill>
                  <a:schemeClr val="bg2"/>
                </a:solidFill>
                <a:latin typeface="Audi Type"/>
                <a:ea typeface="微软雅黑" panose="020B0503020204020204" pitchFamily="34" charset="-122"/>
              </a:defRPr>
            </a:lvl1pPr>
          </a:lstStyle>
          <a:p>
            <a:pPr lvl="0"/>
            <a:r>
              <a:rPr lang="zh-CN" altLang="en-US" noProof="0" dirty="0"/>
              <a:t>主文本 </a:t>
            </a:r>
            <a:r>
              <a:rPr lang="en-US" altLang="zh-CN" noProof="0" dirty="0"/>
              <a:t>Main Text</a:t>
            </a:r>
            <a:r>
              <a:rPr lang="zh-CN" altLang="en-US" noProof="0" dirty="0"/>
              <a:t>，微软雅黑 </a:t>
            </a:r>
            <a:r>
              <a:rPr lang="en-US" altLang="zh-CN" dirty="0"/>
              <a:t>Audi Type</a:t>
            </a:r>
            <a:r>
              <a:rPr lang="en-US" altLang="zh-CN" noProof="0" dirty="0"/>
              <a:t>, 18</a:t>
            </a:r>
            <a:endParaRPr lang="en-GB" altLang="zh-CN" noProof="0" dirty="0"/>
          </a:p>
        </p:txBody>
      </p:sp>
      <p:cxnSp>
        <p:nvCxnSpPr>
          <p:cNvPr id="15" name="Gerade Verbindung 10"/>
          <p:cNvCxnSpPr/>
          <p:nvPr userDrawn="1"/>
        </p:nvCxnSpPr>
        <p:spPr bwMode="gray">
          <a:xfrm>
            <a:off x="477888" y="2276872"/>
            <a:ext cx="3888432" cy="0"/>
          </a:xfrm>
          <a:prstGeom prst="line">
            <a:avLst/>
          </a:prstGeom>
          <a:noFill/>
          <a:ln w="28575" cap="flat" cmpd="sng" algn="ctr">
            <a:solidFill>
              <a:schemeClr val="bg2"/>
            </a:solidFill>
            <a:prstDash val="solid"/>
          </a:ln>
          <a:effectLst/>
        </p:spPr>
      </p:cxnSp>
      <p:sp>
        <p:nvSpPr>
          <p:cNvPr id="12" name="Inhaltsplatzhalter 6"/>
          <p:cNvSpPr>
            <a:spLocks noGrp="1"/>
          </p:cNvSpPr>
          <p:nvPr>
            <p:ph sz="quarter" idx="18" hasCustomPrompt="1"/>
            <p:custDataLst>
              <p:tags r:id="rId2"/>
            </p:custDataLst>
          </p:nvPr>
        </p:nvSpPr>
        <p:spPr bwMode="gray">
          <a:xfrm>
            <a:off x="460375" y="2276872"/>
            <a:ext cx="3895601" cy="3888432"/>
          </a:xfrm>
          <a:prstGeom prst="rect">
            <a:avLst/>
          </a:prstGeom>
        </p:spPr>
        <p:txBody>
          <a:bodyPr/>
          <a:lstStyle>
            <a:lvl1pPr marL="285750" indent="-285750">
              <a:lnSpc>
                <a:spcPct val="150000"/>
              </a:lnSpc>
              <a:buClr>
                <a:schemeClr val="tx1"/>
              </a:buClr>
              <a:buFont typeface="Audi Type" pitchFamily="34" charset="0"/>
              <a:buChar char="•"/>
              <a:defRPr sz="2135" b="0" baseline="0">
                <a:solidFill>
                  <a:schemeClr val="bg2"/>
                </a:solidFill>
                <a:latin typeface="Audi Type"/>
                <a:ea typeface="微软雅黑" panose="020B0503020204020204" pitchFamily="34" charset="-122"/>
              </a:defRPr>
            </a:lvl1pPr>
            <a:lvl2pPr marL="539750" indent="-285750">
              <a:lnSpc>
                <a:spcPct val="150000"/>
              </a:lnSpc>
              <a:buClr>
                <a:schemeClr val="accent1"/>
              </a:buClr>
              <a:buFont typeface="Audi Type" pitchFamily="34" charset="0"/>
              <a:buChar char="•"/>
              <a:defRPr sz="1865" b="0" baseline="0">
                <a:solidFill>
                  <a:schemeClr val="bg2"/>
                </a:solidFill>
                <a:latin typeface="Audi Type"/>
                <a:ea typeface="微软雅黑" panose="020B0503020204020204" pitchFamily="34" charset="-122"/>
              </a:defRPr>
            </a:lvl2pPr>
            <a:lvl3pPr marL="1200150" indent="-285750">
              <a:buFont typeface="Arial" panose="020B0604020202020204" pitchFamily="34" charset="0"/>
              <a:buChar char="•"/>
              <a:defRPr b="0">
                <a:latin typeface="Audi Type"/>
                <a:ea typeface="华康黑体W5(P)" pitchFamily="34" charset="-122"/>
              </a:defRPr>
            </a:lvl3pPr>
          </a:lstStyle>
          <a:p>
            <a:pPr lvl="0"/>
            <a:r>
              <a:rPr lang="zh-CN" altLang="en-US" noProof="0" dirty="0"/>
              <a:t>一级文本 </a:t>
            </a:r>
            <a:r>
              <a:rPr lang="en-US" altLang="zh-CN" noProof="0" dirty="0"/>
              <a:t>level 1</a:t>
            </a:r>
            <a:r>
              <a:rPr lang="zh-CN" altLang="en-US" noProof="0" dirty="0"/>
              <a:t>，</a:t>
            </a:r>
            <a:r>
              <a:rPr lang="zh-CN" altLang="en-US" dirty="0"/>
              <a:t>微软雅黑 </a:t>
            </a:r>
            <a:r>
              <a:rPr lang="en-US" altLang="zh-CN" dirty="0"/>
              <a:t>Audi Type</a:t>
            </a:r>
            <a:r>
              <a:rPr lang="en-US" altLang="zh-CN" noProof="0" dirty="0"/>
              <a:t>, 16</a:t>
            </a:r>
            <a:endParaRPr lang="en-GB" noProof="0" dirty="0"/>
          </a:p>
          <a:p>
            <a:pPr lvl="1"/>
            <a:r>
              <a:rPr lang="zh-CN" altLang="en-US" noProof="0" dirty="0"/>
              <a:t>二级文本 </a:t>
            </a:r>
            <a:r>
              <a:rPr lang="en-US" altLang="zh-CN" noProof="0" dirty="0"/>
              <a:t>level 2</a:t>
            </a:r>
            <a:r>
              <a:rPr lang="zh-CN" altLang="en-US" noProof="0" dirty="0"/>
              <a:t>，</a:t>
            </a:r>
            <a:r>
              <a:rPr lang="zh-CN" altLang="en-US" dirty="0"/>
              <a:t>微软雅黑 </a:t>
            </a:r>
            <a:r>
              <a:rPr lang="en-US" altLang="zh-CN" dirty="0"/>
              <a:t>Audi Type,14</a:t>
            </a:r>
            <a:endParaRPr lang="en-US" altLang="zh-CN" noProof="0" dirty="0"/>
          </a:p>
        </p:txBody>
      </p:sp>
      <p:sp>
        <p:nvSpPr>
          <p:cNvPr id="16" name="Inhaltsplatzhalter 6"/>
          <p:cNvSpPr>
            <a:spLocks noGrp="1"/>
          </p:cNvSpPr>
          <p:nvPr>
            <p:ph sz="quarter" idx="19" hasCustomPrompt="1"/>
            <p:custDataLst>
              <p:tags r:id="rId3"/>
            </p:custDataLst>
          </p:nvPr>
        </p:nvSpPr>
        <p:spPr bwMode="gray">
          <a:xfrm>
            <a:off x="4780857" y="2276874"/>
            <a:ext cx="3895601" cy="3912433"/>
          </a:xfrm>
          <a:prstGeom prst="rect">
            <a:avLst/>
          </a:prstGeom>
        </p:spPr>
        <p:txBody>
          <a:bodyPr/>
          <a:lstStyle>
            <a:lvl1pPr marL="285750" indent="-285750">
              <a:lnSpc>
                <a:spcPct val="150000"/>
              </a:lnSpc>
              <a:buClr>
                <a:schemeClr val="tx1"/>
              </a:buClr>
              <a:buFont typeface="Audi Type" pitchFamily="34" charset="0"/>
              <a:buChar char="•"/>
              <a:defRPr sz="2135" b="0" baseline="0">
                <a:solidFill>
                  <a:schemeClr val="bg2"/>
                </a:solidFill>
                <a:latin typeface="Audi Type"/>
                <a:ea typeface="微软雅黑" panose="020B0503020204020204" pitchFamily="34" charset="-122"/>
              </a:defRPr>
            </a:lvl1pPr>
            <a:lvl2pPr marL="539750" indent="-285750">
              <a:lnSpc>
                <a:spcPct val="150000"/>
              </a:lnSpc>
              <a:buClr>
                <a:schemeClr val="accent1"/>
              </a:buClr>
              <a:buFont typeface="Audi Type" pitchFamily="34" charset="0"/>
              <a:buChar char="•"/>
              <a:defRPr sz="1865" b="0" baseline="0">
                <a:solidFill>
                  <a:schemeClr val="bg2"/>
                </a:solidFill>
                <a:latin typeface="Audi Type"/>
                <a:ea typeface="微软雅黑" panose="020B0503020204020204" pitchFamily="34" charset="-122"/>
              </a:defRPr>
            </a:lvl2pPr>
            <a:lvl3pPr marL="1200150" indent="-285750">
              <a:buFont typeface="Arial" panose="020B0604020202020204" pitchFamily="34" charset="0"/>
              <a:buChar char="•"/>
              <a:defRPr b="0">
                <a:latin typeface="Audi Type"/>
                <a:ea typeface="华康黑体W5(P)" pitchFamily="34" charset="-122"/>
              </a:defRPr>
            </a:lvl3pPr>
          </a:lstStyle>
          <a:p>
            <a:pPr lvl="0"/>
            <a:r>
              <a:rPr lang="zh-CN" altLang="en-US" noProof="0" dirty="0"/>
              <a:t>一级文本 </a:t>
            </a:r>
            <a:r>
              <a:rPr lang="en-US" altLang="zh-CN" noProof="0" dirty="0"/>
              <a:t>level 1</a:t>
            </a:r>
            <a:r>
              <a:rPr lang="zh-CN" altLang="en-US" noProof="0" dirty="0"/>
              <a:t>，</a:t>
            </a:r>
            <a:r>
              <a:rPr lang="zh-CN" altLang="en-US" dirty="0"/>
              <a:t>微软雅黑 </a:t>
            </a:r>
            <a:r>
              <a:rPr lang="en-US" altLang="zh-CN" dirty="0"/>
              <a:t>Audi Type</a:t>
            </a:r>
            <a:r>
              <a:rPr lang="en-US" altLang="zh-CN" noProof="0" dirty="0"/>
              <a:t>, 16</a:t>
            </a:r>
            <a:endParaRPr lang="en-GB" noProof="0" dirty="0"/>
          </a:p>
          <a:p>
            <a:pPr lvl="1"/>
            <a:r>
              <a:rPr lang="zh-CN" altLang="en-US" noProof="0" dirty="0"/>
              <a:t>二级文本 </a:t>
            </a:r>
            <a:r>
              <a:rPr lang="en-US" altLang="zh-CN" noProof="0" dirty="0"/>
              <a:t>level 2</a:t>
            </a:r>
            <a:r>
              <a:rPr lang="zh-CN" altLang="en-US" noProof="0" dirty="0"/>
              <a:t>，</a:t>
            </a:r>
            <a:r>
              <a:rPr lang="zh-CN" altLang="en-US" dirty="0"/>
              <a:t>微软雅黑 </a:t>
            </a:r>
            <a:r>
              <a:rPr lang="en-US" altLang="zh-CN" dirty="0"/>
              <a:t>Audi Type,14</a:t>
            </a:r>
            <a:endParaRPr lang="en-US" altLang="zh-CN" noProof="0" dirty="0"/>
          </a:p>
        </p:txBody>
      </p:sp>
      <p:sp>
        <p:nvSpPr>
          <p:cNvPr id="13" name="标题占位符 1"/>
          <p:cNvSpPr>
            <a:spLocks noGrp="1"/>
          </p:cNvSpPr>
          <p:nvPr>
            <p:ph type="title" hasCustomPrompt="1"/>
          </p:nvPr>
        </p:nvSpPr>
        <p:spPr>
          <a:xfrm>
            <a:off x="457200" y="274637"/>
            <a:ext cx="8229600" cy="1143000"/>
          </a:xfrm>
          <a:prstGeom prst="rect">
            <a:avLst/>
          </a:prstGeom>
        </p:spPr>
        <p:txBody>
          <a:bodyPr vert="horz" lIns="91440" tIns="45720" rIns="91440" bIns="45720" rtlCol="0" anchor="ctr">
            <a:normAutofit/>
          </a:bodyPr>
          <a:lstStyle/>
          <a:p>
            <a:r>
              <a:rPr lang="zh-CN" altLang="en-US" dirty="0"/>
              <a:t>页面标题 </a:t>
            </a:r>
            <a:r>
              <a:rPr lang="en-US" altLang="zh-CN" dirty="0"/>
              <a:t>Page Title</a:t>
            </a:r>
            <a:r>
              <a:rPr lang="zh-CN" altLang="en-US" dirty="0"/>
              <a:t>，微软雅黑 </a:t>
            </a:r>
            <a:r>
              <a:rPr lang="en-US" altLang="zh-CN" dirty="0"/>
              <a:t>Audi Type Extended</a:t>
            </a:r>
            <a:r>
              <a:rPr lang="zh-CN" altLang="en-US" dirty="0"/>
              <a:t>，</a:t>
            </a:r>
            <a:r>
              <a:rPr lang="en-US" altLang="zh-CN" dirty="0"/>
              <a:t>18</a:t>
            </a:r>
            <a:endParaRPr lang="zh-CN" altLang="en-US"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过渡页1">
    <p:spTree>
      <p:nvGrpSpPr>
        <p:cNvPr id="1" name=""/>
        <p:cNvGrpSpPr/>
        <p:nvPr/>
      </p:nvGrpSpPr>
      <p:grpSpPr>
        <a:xfrm>
          <a:off x="0" y="0"/>
          <a:ext cx="0" cy="0"/>
          <a:chOff x="0" y="0"/>
          <a:chExt cx="0" cy="0"/>
        </a:xfrm>
      </p:grpSpPr>
      <p:graphicFrame>
        <p:nvGraphicFramePr>
          <p:cNvPr id="7" name="对象 6" hidden="1"/>
          <p:cNvGraphicFramePr/>
          <p:nvPr userDrawn="1">
            <p:custDataLst>
              <p:tags r:id="rId2"/>
            </p:custDataLst>
          </p:nvPr>
        </p:nvGraphicFramePr>
        <p:xfrm>
          <a:off x="1" y="3"/>
          <a:ext cx="158751" cy="158751"/>
        </p:xfrm>
        <a:graphic>
          <a:graphicData uri="http://schemas.openxmlformats.org/presentationml/2006/ole">
            <mc:AlternateContent xmlns:mc="http://schemas.openxmlformats.org/markup-compatibility/2006">
              <mc:Choice xmlns:v="urn:schemas-microsoft-com:vml" Requires="v">
                <p:oleObj spid="_x0000_s8357" name="think-cell Slide" r:id="rId3" imgW="12700" imgH="12700" progId="TCLayout.ActiveDocument.1">
                  <p:embed/>
                </p:oleObj>
              </mc:Choice>
              <mc:Fallback>
                <p:oleObj name="think-cell Slide" r:id="rId3" imgW="12700" imgH="12700" progId="TCLayout.ActiveDocument.1">
                  <p:embed/>
                  <p:pic>
                    <p:nvPicPr>
                      <p:cNvPr id="0" name="图片 8344"/>
                      <p:cNvPicPr/>
                      <p:nvPr/>
                    </p:nvPicPr>
                    <p:blipFill>
                      <a:blip r:embed="rId4"/>
                      <a:stretch>
                        <a:fillRect/>
                      </a:stretch>
                    </p:blipFill>
                    <p:spPr>
                      <a:xfrm>
                        <a:off x="1" y="3"/>
                        <a:ext cx="158751" cy="158751"/>
                      </a:xfrm>
                      <a:prstGeom prst="rect">
                        <a:avLst/>
                      </a:prstGeom>
                    </p:spPr>
                  </p:pic>
                </p:oleObj>
              </mc:Fallback>
            </mc:AlternateContent>
          </a:graphicData>
        </a:graphic>
      </p:graphicFrame>
      <p:sp>
        <p:nvSpPr>
          <p:cNvPr id="6" name="Rechteck 5"/>
          <p:cNvSpPr/>
          <p:nvPr userDrawn="1">
            <p:custDataLst>
              <p:tags r:id="rId5"/>
            </p:custDataLst>
          </p:nvPr>
        </p:nvSpPr>
        <p:spPr bwMode="gray">
          <a:xfrm>
            <a:off x="0" y="0"/>
            <a:ext cx="9144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dirty="0">
              <a:solidFill>
                <a:srgbClr val="CC0033"/>
              </a:solidFill>
            </a:endParaRPr>
          </a:p>
        </p:txBody>
      </p:sp>
      <p:sp>
        <p:nvSpPr>
          <p:cNvPr id="2" name="标题 1"/>
          <p:cNvSpPr>
            <a:spLocks noGrp="1"/>
          </p:cNvSpPr>
          <p:nvPr>
            <p:ph type="title" hasCustomPrompt="1"/>
            <p:custDataLst>
              <p:tags r:id="rId6"/>
            </p:custDataLst>
          </p:nvPr>
        </p:nvSpPr>
        <p:spPr>
          <a:xfrm>
            <a:off x="457200" y="2564904"/>
            <a:ext cx="8229600" cy="1368152"/>
          </a:xfrm>
          <a:solidFill>
            <a:schemeClr val="tx1"/>
          </a:solidFill>
        </p:spPr>
        <p:txBody>
          <a:bodyPr>
            <a:normAutofit/>
          </a:bodyPr>
          <a:lstStyle>
            <a:lvl1pPr>
              <a:lnSpc>
                <a:spcPct val="100000"/>
              </a:lnSpc>
              <a:defRPr sz="2665" baseline="0">
                <a:solidFill>
                  <a:schemeClr val="bg1"/>
                </a:solidFill>
                <a:latin typeface="Audi Type Extended"/>
                <a:ea typeface="微软雅黑" panose="020B0503020204020204" pitchFamily="34" charset="-122"/>
              </a:defRPr>
            </a:lvl1pPr>
          </a:lstStyle>
          <a:p>
            <a:r>
              <a:rPr lang="zh-CN" altLang="en-US" dirty="0"/>
              <a:t>过渡页主文本 </a:t>
            </a:r>
            <a:r>
              <a:rPr lang="en-US" altLang="zh-CN" dirty="0"/>
              <a:t>Transition</a:t>
            </a:r>
            <a:r>
              <a:rPr lang="zh-CN" altLang="en-US" dirty="0"/>
              <a:t>，微软雅黑 </a:t>
            </a:r>
            <a:r>
              <a:rPr lang="en-US" altLang="zh-CN" dirty="0"/>
              <a:t>Audi Type Extended, 20</a:t>
            </a:r>
            <a:endParaRPr lang="zh-CN" altLang="en-US" dirty="0"/>
          </a:p>
        </p:txBody>
      </p:sp>
      <p:sp>
        <p:nvSpPr>
          <p:cNvPr id="9" name="TextBox 15"/>
          <p:cNvSpPr txBox="1"/>
          <p:nvPr userDrawn="1">
            <p:custDataLst>
              <p:tags r:id="rId7"/>
            </p:custDataLst>
          </p:nvPr>
        </p:nvSpPr>
        <p:spPr>
          <a:xfrm>
            <a:off x="7164288" y="1124747"/>
            <a:ext cx="1656184" cy="276999"/>
          </a:xfrm>
          <a:prstGeom prst="rect">
            <a:avLst/>
          </a:prstGeom>
          <a:noFill/>
        </p:spPr>
        <p:txBody>
          <a:bodyPr wrap="square" rtlCol="0">
            <a:spAutoFit/>
          </a:bodyPr>
          <a:lstStyle/>
          <a:p>
            <a:pPr algn="ctr"/>
            <a:r>
              <a:rPr lang="en-US" altLang="zh-CN" sz="1200" dirty="0">
                <a:solidFill>
                  <a:prstClr val="white"/>
                </a:solidFill>
                <a:latin typeface="Audi Type" pitchFamily="34" charset="0"/>
                <a:ea typeface="微软雅黑" panose="020B0503020204020204" pitchFamily="34" charset="-122"/>
              </a:rPr>
              <a:t>Transition Page</a:t>
            </a:r>
            <a:endParaRPr lang="en-US" altLang="zh-CN" sz="1200" dirty="0">
              <a:solidFill>
                <a:prstClr val="white"/>
              </a:solidFill>
              <a:latin typeface="Audi Type" pitchFamily="34" charset="0"/>
              <a:ea typeface="微软雅黑" panose="020B0503020204020204" pitchFamily="34" charset="-122"/>
            </a:endParaRPr>
          </a:p>
        </p:txBody>
      </p:sp>
      <p:sp>
        <p:nvSpPr>
          <p:cNvPr id="10" name="文本框 8"/>
          <p:cNvSpPr txBox="1"/>
          <p:nvPr userDrawn="1">
            <p:custDataLst>
              <p:tags r:id="rId8"/>
            </p:custDataLst>
          </p:nvPr>
        </p:nvSpPr>
        <p:spPr>
          <a:xfrm>
            <a:off x="7236302" y="756773"/>
            <a:ext cx="1512167" cy="369332"/>
          </a:xfrm>
          <a:prstGeom prst="rect">
            <a:avLst/>
          </a:prstGeom>
          <a:noFill/>
        </p:spPr>
        <p:txBody>
          <a:bodyPr wrap="square" rtlCol="0">
            <a:spAutoFit/>
          </a:bodyPr>
          <a:lstStyle/>
          <a:p>
            <a:pPr algn="ctr"/>
            <a:r>
              <a:rPr lang="zh-CN" altLang="en-US" sz="1800" b="1" dirty="0">
                <a:solidFill>
                  <a:prstClr val="white"/>
                </a:solidFill>
                <a:latin typeface="Audi Type" pitchFamily="34" charset="0"/>
                <a:ea typeface="微软雅黑" panose="020B0503020204020204" pitchFamily="34" charset="-122"/>
              </a:rPr>
              <a:t>过渡页</a:t>
            </a:r>
            <a:endParaRPr lang="zh-CN" altLang="en-US" sz="1800" b="1" dirty="0">
              <a:solidFill>
                <a:prstClr val="white"/>
              </a:solidFill>
              <a:latin typeface="Audi Type" pitchFamily="34" charset="0"/>
              <a:ea typeface="微软雅黑" panose="020B0503020204020204" pitchFamily="34" charset="-122"/>
            </a:endParaRPr>
          </a:p>
        </p:txBody>
      </p:sp>
      <p:cxnSp>
        <p:nvCxnSpPr>
          <p:cNvPr id="11" name="直接连接符 10"/>
          <p:cNvCxnSpPr/>
          <p:nvPr userDrawn="1">
            <p:custDataLst>
              <p:tags r:id="rId9"/>
            </p:custDataLst>
          </p:nvPr>
        </p:nvCxnSpPr>
        <p:spPr>
          <a:xfrm>
            <a:off x="467544" y="4077072"/>
            <a:ext cx="8208912" cy="0"/>
          </a:xfrm>
          <a:prstGeom prst="line">
            <a:avLst/>
          </a:prstGeom>
          <a:noFill/>
          <a:ln w="57150" cap="flat" cmpd="sng" algn="ctr">
            <a:solidFill>
              <a:schemeClr val="tx1"/>
            </a:solidFill>
            <a:prstDash val="solid"/>
            <a:tailEnd type="triangle"/>
          </a:ln>
          <a:effectLst/>
        </p:spPr>
      </p:cxn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过渡页2">
    <p:spTree>
      <p:nvGrpSpPr>
        <p:cNvPr id="1" name=""/>
        <p:cNvGrpSpPr/>
        <p:nvPr/>
      </p:nvGrpSpPr>
      <p:grpSpPr>
        <a:xfrm>
          <a:off x="0" y="0"/>
          <a:ext cx="0" cy="0"/>
          <a:chOff x="0" y="0"/>
          <a:chExt cx="0" cy="0"/>
        </a:xfrm>
      </p:grpSpPr>
      <p:grpSp>
        <p:nvGrpSpPr>
          <p:cNvPr id="3" name="组合 2"/>
          <p:cNvGrpSpPr/>
          <p:nvPr userDrawn="1"/>
        </p:nvGrpSpPr>
        <p:grpSpPr>
          <a:xfrm>
            <a:off x="-36511" y="2154671"/>
            <a:ext cx="9180512" cy="2427512"/>
            <a:chOff x="154978" y="162560"/>
            <a:chExt cx="3951720" cy="783685"/>
          </a:xfrm>
        </p:grpSpPr>
        <p:sp>
          <p:nvSpPr>
            <p:cNvPr id="4" name="等腰三角形 3"/>
            <p:cNvSpPr/>
            <p:nvPr/>
          </p:nvSpPr>
          <p:spPr>
            <a:xfrm>
              <a:off x="1341001" y="162560"/>
              <a:ext cx="437939"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800">
                <a:solidFill>
                  <a:srgbClr val="CC0033"/>
                </a:solidFill>
              </a:endParaRPr>
            </a:p>
          </p:txBody>
        </p:sp>
        <p:sp>
          <p:nvSpPr>
            <p:cNvPr id="5" name="等腰三角形 4"/>
            <p:cNvSpPr/>
            <p:nvPr/>
          </p:nvSpPr>
          <p:spPr>
            <a:xfrm flipV="1">
              <a:off x="154978" y="589390"/>
              <a:ext cx="454602"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800">
                <a:solidFill>
                  <a:srgbClr val="CC0033"/>
                </a:solidFill>
              </a:endParaRPr>
            </a:p>
          </p:txBody>
        </p:sp>
        <p:sp>
          <p:nvSpPr>
            <p:cNvPr id="6" name="矩形 5"/>
            <p:cNvSpPr/>
            <p:nvPr/>
          </p:nvSpPr>
          <p:spPr>
            <a:xfrm>
              <a:off x="154979" y="261768"/>
              <a:ext cx="3951719" cy="61198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800">
                <a:solidFill>
                  <a:srgbClr val="CC0033"/>
                </a:solidFill>
              </a:endParaRPr>
            </a:p>
          </p:txBody>
        </p:sp>
        <p:sp>
          <p:nvSpPr>
            <p:cNvPr id="7" name="平行四边形 6"/>
            <p:cNvSpPr/>
            <p:nvPr/>
          </p:nvSpPr>
          <p:spPr>
            <a:xfrm>
              <a:off x="377900" y="167240"/>
              <a:ext cx="1183147" cy="779005"/>
            </a:xfrm>
            <a:prstGeom prst="parallelogram">
              <a:avLst>
                <a:gd name="adj" fmla="val 4820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800">
                <a:solidFill>
                  <a:srgbClr val="CC0033"/>
                </a:solidFill>
              </a:endParaRPr>
            </a:p>
          </p:txBody>
        </p:sp>
      </p:grpSp>
      <p:sp>
        <p:nvSpPr>
          <p:cNvPr id="12" name="文本占位符 11"/>
          <p:cNvSpPr>
            <a:spLocks noGrp="1"/>
          </p:cNvSpPr>
          <p:nvPr>
            <p:ph type="body" sz="quarter" idx="10" hasCustomPrompt="1"/>
          </p:nvPr>
        </p:nvSpPr>
        <p:spPr>
          <a:xfrm>
            <a:off x="3095626" y="2461973"/>
            <a:ext cx="6048375" cy="1910145"/>
          </a:xfrm>
          <a:prstGeom prst="rect">
            <a:avLst/>
          </a:prstGeom>
        </p:spPr>
        <p:txBody>
          <a:bodyPr anchor="ctr"/>
          <a:lstStyle>
            <a:lvl1pPr>
              <a:lnSpc>
                <a:spcPct val="100000"/>
              </a:lnSpc>
              <a:defRPr sz="2665" b="1" baseline="0">
                <a:solidFill>
                  <a:schemeClr val="bg1"/>
                </a:solidFill>
                <a:latin typeface="Audi Type Extended" pitchFamily="34" charset="0"/>
                <a:ea typeface="微软雅黑" panose="020B0503020204020204" pitchFamily="34" charset="-122"/>
              </a:defRPr>
            </a:lvl1pPr>
          </a:lstStyle>
          <a:p>
            <a:pPr lvl="0"/>
            <a:r>
              <a:rPr lang="zh-CN" altLang="en-US" dirty="0"/>
              <a:t>过渡页主文本 </a:t>
            </a:r>
            <a:r>
              <a:rPr lang="en-US" altLang="zh-CN" dirty="0"/>
              <a:t>Transition</a:t>
            </a:r>
            <a:r>
              <a:rPr lang="zh-CN" altLang="en-US" dirty="0"/>
              <a:t>，微软雅黑 </a:t>
            </a:r>
            <a:r>
              <a:rPr lang="en-US" altLang="zh-CN" dirty="0"/>
              <a:t>Audi Type Extended, 20</a:t>
            </a:r>
            <a:endParaRPr lang="zh-CN" altLang="en-US" dirty="0"/>
          </a:p>
        </p:txBody>
      </p:sp>
      <p:sp>
        <p:nvSpPr>
          <p:cNvPr id="14" name="文本占位符 13"/>
          <p:cNvSpPr>
            <a:spLocks noGrp="1"/>
          </p:cNvSpPr>
          <p:nvPr>
            <p:ph type="body" sz="quarter" idx="11" hasCustomPrompt="1"/>
          </p:nvPr>
        </p:nvSpPr>
        <p:spPr>
          <a:xfrm>
            <a:off x="1499659" y="1796819"/>
            <a:ext cx="864096" cy="807547"/>
          </a:xfrm>
          <a:prstGeom prst="rect">
            <a:avLst/>
          </a:prstGeom>
        </p:spPr>
        <p:txBody>
          <a:bodyPr/>
          <a:lstStyle>
            <a:lvl1pPr algn="ctr">
              <a:defRPr sz="11500">
                <a:solidFill>
                  <a:schemeClr val="bg1"/>
                </a:solidFill>
                <a:latin typeface="Audi Type Extended" pitchFamily="34" charset="0"/>
              </a:defRPr>
            </a:lvl1pPr>
          </a:lstStyle>
          <a:p>
            <a:pPr lvl="0"/>
            <a:r>
              <a:rPr lang="en-US" altLang="zh-CN" dirty="0"/>
              <a:t>1</a:t>
            </a:r>
            <a:endParaRPr lang="zh-CN" altLang="en-US"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结束页1">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2880" y="3054085"/>
            <a:ext cx="8229600" cy="1143000"/>
          </a:xfrm>
        </p:spPr>
        <p:txBody>
          <a:bodyPr>
            <a:normAutofit/>
          </a:bodyPr>
          <a:lstStyle>
            <a:lvl1pPr>
              <a:lnSpc>
                <a:spcPct val="100000"/>
              </a:lnSpc>
              <a:defRPr sz="2665" b="1" baseline="0">
                <a:solidFill>
                  <a:schemeClr val="bg2"/>
                </a:solidFill>
                <a:latin typeface="Audi Type Extended"/>
                <a:ea typeface="微软雅黑" panose="020B0503020204020204" pitchFamily="34" charset="-122"/>
              </a:defRPr>
            </a:lvl1pPr>
          </a:lstStyle>
          <a:p>
            <a:r>
              <a:rPr lang="zh-CN" altLang="en-US" dirty="0"/>
              <a:t>结束语 </a:t>
            </a:r>
            <a:r>
              <a:rPr lang="en-US" altLang="zh-CN" dirty="0"/>
              <a:t>Ending</a:t>
            </a:r>
            <a:r>
              <a:rPr lang="zh-CN" altLang="en-US" dirty="0"/>
              <a:t>，</a:t>
            </a:r>
            <a:br>
              <a:rPr lang="en-US" altLang="zh-CN" dirty="0"/>
            </a:br>
            <a:r>
              <a:rPr lang="zh-CN" altLang="en-US" dirty="0"/>
              <a:t>微软雅黑 </a:t>
            </a:r>
            <a:r>
              <a:rPr lang="en-US" altLang="zh-CN" dirty="0"/>
              <a:t>Audi Type Extended, 20</a:t>
            </a:r>
            <a:endParaRPr lang="zh-CN" altLang="en-US" dirty="0"/>
          </a:p>
        </p:txBody>
      </p:sp>
      <p:sp>
        <p:nvSpPr>
          <p:cNvPr id="6" name="矩形 5"/>
          <p:cNvSpPr/>
          <p:nvPr userDrawn="1"/>
        </p:nvSpPr>
        <p:spPr>
          <a:xfrm>
            <a:off x="72008" y="5949280"/>
            <a:ext cx="2411760" cy="7920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CC0033"/>
              </a:solidFill>
            </a:endParaRPr>
          </a:p>
        </p:txBody>
      </p:sp>
      <p:sp>
        <p:nvSpPr>
          <p:cNvPr id="7" name="矩形 6"/>
          <p:cNvSpPr/>
          <p:nvPr userDrawn="1"/>
        </p:nvSpPr>
        <p:spPr>
          <a:xfrm>
            <a:off x="6012160" y="5949280"/>
            <a:ext cx="2880320" cy="7920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CC0033"/>
              </a:solidFill>
            </a:endParaRPr>
          </a:p>
        </p:txBody>
      </p:sp>
      <p:pic>
        <p:nvPicPr>
          <p:cNvPr id="8" name="Bild 13"/>
          <p:cNvPicPr>
            <a:picLocks noChangeAspect="1"/>
          </p:cNvPicPr>
          <p:nvPr userDrawn="1"/>
        </p:nvPicPr>
        <p:blipFill>
          <a:blip r:embed="rId2" cstate="email"/>
          <a:srcRect/>
          <a:stretch>
            <a:fillRect/>
          </a:stretch>
        </p:blipFill>
        <p:spPr bwMode="gray">
          <a:xfrm>
            <a:off x="662881" y="1900437"/>
            <a:ext cx="2749551"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4" name="内容占位符 3"/>
          <p:cNvSpPr>
            <a:spLocks noGrp="1"/>
          </p:cNvSpPr>
          <p:nvPr>
            <p:ph sz="quarter" idx="10" hasCustomPrompt="1"/>
          </p:nvPr>
        </p:nvSpPr>
        <p:spPr>
          <a:xfrm>
            <a:off x="395288" y="1340768"/>
            <a:ext cx="8280400" cy="4967957"/>
          </a:xfrm>
        </p:spPr>
        <p:txBody>
          <a:bodyPr/>
          <a:lstStyle>
            <a:lvl1pPr>
              <a:defRPr sz="1600">
                <a:latin typeface="微软雅黑" panose="020B0503020204020204" pitchFamily="34" charset="-122"/>
                <a:ea typeface="微软雅黑" panose="020B0503020204020204" pitchFamily="34" charset="-122"/>
              </a:defRPr>
            </a:lvl1pPr>
            <a:lvl2pPr>
              <a:defRPr sz="1400">
                <a:latin typeface="微软雅黑" panose="020B0503020204020204" pitchFamily="34" charset="-122"/>
                <a:ea typeface="微软雅黑" panose="020B0503020204020204" pitchFamily="34" charset="-122"/>
              </a:defRPr>
            </a:lvl2pPr>
            <a:lvl3pPr>
              <a:defRPr sz="1400">
                <a:latin typeface="微软雅黑" panose="020B0503020204020204" pitchFamily="34" charset="-122"/>
                <a:ea typeface="微软雅黑" panose="020B0503020204020204" pitchFamily="34" charset="-122"/>
              </a:defRPr>
            </a:lvl3pPr>
            <a:lvl4pPr>
              <a:defRPr sz="1200">
                <a:latin typeface="微软雅黑" panose="020B0503020204020204" pitchFamily="34" charset="-122"/>
                <a:ea typeface="微软雅黑" panose="020B0503020204020204" pitchFamily="34" charset="-122"/>
              </a:defRPr>
            </a:lvl4pPr>
            <a:lvl5pPr>
              <a:defRPr sz="1200">
                <a:latin typeface="微软雅黑" panose="020B0503020204020204" pitchFamily="34" charset="-122"/>
                <a:ea typeface="微软雅黑" panose="020B0503020204020204" pitchFamily="34"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3" name="标题 2"/>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1" Type="http://schemas.openxmlformats.org/officeDocument/2006/relationships/theme" Target="../theme/theme2.xml"/><Relationship Id="rId20" Type="http://schemas.openxmlformats.org/officeDocument/2006/relationships/image" Target="../media/image8.png"/><Relationship Id="rId2" Type="http://schemas.openxmlformats.org/officeDocument/2006/relationships/slideLayout" Target="../slideLayouts/slideLayout4.xml"/><Relationship Id="rId19" Type="http://schemas.openxmlformats.org/officeDocument/2006/relationships/image" Target="../media/image7.png"/><Relationship Id="rId18" Type="http://schemas.openxmlformats.org/officeDocument/2006/relationships/image" Target="../media/image6.png"/><Relationship Id="rId17" Type="http://schemas.openxmlformats.org/officeDocument/2006/relationships/image" Target="../media/image5.jpeg"/><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slideLayout" Target="../slideLayouts/slideLayout26.xml"/><Relationship Id="rId7" Type="http://schemas.openxmlformats.org/officeDocument/2006/relationships/slideLayout" Target="../slideLayouts/slideLayout25.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3" Type="http://schemas.openxmlformats.org/officeDocument/2006/relationships/slideLayout" Target="../slideLayouts/slideLayout21.xml"/><Relationship Id="rId2" Type="http://schemas.openxmlformats.org/officeDocument/2006/relationships/slideLayout" Target="../slideLayouts/slideLayout20.xml"/><Relationship Id="rId12" Type="http://schemas.openxmlformats.org/officeDocument/2006/relationships/theme" Target="../theme/theme3.xml"/><Relationship Id="rId11" Type="http://schemas.openxmlformats.org/officeDocument/2006/relationships/image" Target="../media/image15.png"/><Relationship Id="rId10" Type="http://schemas.openxmlformats.org/officeDocument/2006/relationships/image" Target="../media/image14.jpeg"/><Relationship Id="rId1" Type="http://schemas.openxmlformats.org/officeDocument/2006/relationships/slideLayout" Target="../slideLayouts/slideLayout19.xml"/></Relationships>
</file>

<file path=ppt/slideMasters/_rels/slideMaster4.xml.rels><?xml version="1.0" encoding="UTF-8" standalone="yes"?>
<Relationships xmlns="http://schemas.openxmlformats.org/package/2006/relationships"><Relationship Id="rId9" Type="http://schemas.openxmlformats.org/officeDocument/2006/relationships/image" Target="../media/image17.jpeg"/><Relationship Id="rId8" Type="http://schemas.openxmlformats.org/officeDocument/2006/relationships/slideLayout" Target="../slideLayouts/slideLayout35.xml"/><Relationship Id="rId7" Type="http://schemas.openxmlformats.org/officeDocument/2006/relationships/slideLayout" Target="../slideLayouts/slideLayout34.xml"/><Relationship Id="rId6" Type="http://schemas.openxmlformats.org/officeDocument/2006/relationships/slideLayout" Target="../slideLayouts/slideLayout33.xml"/><Relationship Id="rId5" Type="http://schemas.openxmlformats.org/officeDocument/2006/relationships/slideLayout" Target="../slideLayouts/slideLayout32.xml"/><Relationship Id="rId4" Type="http://schemas.openxmlformats.org/officeDocument/2006/relationships/slideLayout" Target="../slideLayouts/slideLayout31.xml"/><Relationship Id="rId3" Type="http://schemas.openxmlformats.org/officeDocument/2006/relationships/slideLayout" Target="../slideLayouts/slideLayout30.xml"/><Relationship Id="rId2" Type="http://schemas.openxmlformats.org/officeDocument/2006/relationships/slideLayout" Target="../slideLayouts/slideLayout29.xml"/><Relationship Id="rId11" Type="http://schemas.openxmlformats.org/officeDocument/2006/relationships/theme" Target="../theme/theme4.xml"/><Relationship Id="rId10" Type="http://schemas.openxmlformats.org/officeDocument/2006/relationships/image" Target="../media/image18.png"/><Relationship Id="rId1" Type="http://schemas.openxmlformats.org/officeDocument/2006/relationships/slideLayout" Target="../slideLayouts/slideLayout28.xml"/></Relationships>
</file>

<file path=ppt/slideMasters/_rels/slideMaster5.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jpeg"/><Relationship Id="rId7" Type="http://schemas.openxmlformats.org/officeDocument/2006/relationships/slideLayout" Target="../slideLayouts/slideLayout42.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 Id="rId3" Type="http://schemas.openxmlformats.org/officeDocument/2006/relationships/slideLayout" Target="../slideLayouts/slideLayout38.xml"/><Relationship Id="rId2" Type="http://schemas.openxmlformats.org/officeDocument/2006/relationships/slideLayout" Target="../slideLayouts/slideLayout37.xml"/><Relationship Id="rId10" Type="http://schemas.openxmlformats.org/officeDocument/2006/relationships/theme" Target="../theme/theme5.xml"/><Relationship Id="rId1" Type="http://schemas.openxmlformats.org/officeDocument/2006/relationships/slideLayout" Target="../slideLayouts/slideLayout36.xml"/></Relationships>
</file>

<file path=ppt/slideMasters/_rels/slideMaster6.xml.rels><?xml version="1.0" encoding="UTF-8" standalone="yes"?>
<Relationships xmlns="http://schemas.openxmlformats.org/package/2006/relationships"><Relationship Id="rId9" Type="http://schemas.openxmlformats.org/officeDocument/2006/relationships/theme" Target="../theme/theme6.xml"/><Relationship Id="rId8" Type="http://schemas.openxmlformats.org/officeDocument/2006/relationships/image" Target="../media/image20.png"/><Relationship Id="rId7" Type="http://schemas.openxmlformats.org/officeDocument/2006/relationships/slideLayout" Target="../slideLayouts/slideLayout49.xml"/><Relationship Id="rId6" Type="http://schemas.openxmlformats.org/officeDocument/2006/relationships/slideLayout" Target="../slideLayouts/slideLayout48.xml"/><Relationship Id="rId5" Type="http://schemas.openxmlformats.org/officeDocument/2006/relationships/slideLayout" Target="../slideLayouts/slideLayout47.xml"/><Relationship Id="rId4" Type="http://schemas.openxmlformats.org/officeDocument/2006/relationships/slideLayout" Target="../slideLayouts/slideLayout46.xml"/><Relationship Id="rId3" Type="http://schemas.openxmlformats.org/officeDocument/2006/relationships/slideLayout" Target="../slideLayouts/slideLayout45.xml"/><Relationship Id="rId2" Type="http://schemas.openxmlformats.org/officeDocument/2006/relationships/slideLayout" Target="../slideLayouts/slideLayout44.xml"/><Relationship Id="rId1" Type="http://schemas.openxmlformats.org/officeDocument/2006/relationships/slideLayout" Target="../slideLayouts/slideLayout43.xml"/></Relationships>
</file>

<file path=ppt/slideMasters/_rels/slideMaster7.xml.rels><?xml version="1.0" encoding="UTF-8" standalone="yes"?>
<Relationships xmlns="http://schemas.openxmlformats.org/package/2006/relationships"><Relationship Id="rId9" Type="http://schemas.microsoft.com/office/2007/relationships/hdphoto" Target="../media/image23.wdp"/><Relationship Id="rId8" Type="http://schemas.openxmlformats.org/officeDocument/2006/relationships/image" Target="../media/image22.png"/><Relationship Id="rId7" Type="http://schemas.openxmlformats.org/officeDocument/2006/relationships/slideLayout" Target="../slideLayouts/slideLayout56.xml"/><Relationship Id="rId6" Type="http://schemas.openxmlformats.org/officeDocument/2006/relationships/slideLayout" Target="../slideLayouts/slideLayout55.xml"/><Relationship Id="rId5" Type="http://schemas.openxmlformats.org/officeDocument/2006/relationships/slideLayout" Target="../slideLayouts/slideLayout54.xml"/><Relationship Id="rId4" Type="http://schemas.openxmlformats.org/officeDocument/2006/relationships/slideLayout" Target="../slideLayouts/slideLayout53.xml"/><Relationship Id="rId3" Type="http://schemas.openxmlformats.org/officeDocument/2006/relationships/slideLayout" Target="../slideLayouts/slideLayout52.xml"/><Relationship Id="rId2" Type="http://schemas.openxmlformats.org/officeDocument/2006/relationships/slideLayout" Target="../slideLayouts/slideLayout51.xml"/><Relationship Id="rId11" Type="http://schemas.openxmlformats.org/officeDocument/2006/relationships/theme" Target="../theme/theme7.xml"/><Relationship Id="rId10" Type="http://schemas.openxmlformats.org/officeDocument/2006/relationships/image" Target="../media/image24.png"/><Relationship Id="rId1" Type="http://schemas.openxmlformats.org/officeDocument/2006/relationships/slideLayout" Target="../slideLayouts/slideLayout50.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65.xml"/><Relationship Id="rId8" Type="http://schemas.openxmlformats.org/officeDocument/2006/relationships/slideLayout" Target="../slideLayouts/slideLayout64.xml"/><Relationship Id="rId7" Type="http://schemas.openxmlformats.org/officeDocument/2006/relationships/slideLayout" Target="../slideLayouts/slideLayout63.xml"/><Relationship Id="rId6" Type="http://schemas.openxmlformats.org/officeDocument/2006/relationships/slideLayout" Target="../slideLayouts/slideLayout62.xml"/><Relationship Id="rId5" Type="http://schemas.openxmlformats.org/officeDocument/2006/relationships/slideLayout" Target="../slideLayouts/slideLayout61.xml"/><Relationship Id="rId4" Type="http://schemas.openxmlformats.org/officeDocument/2006/relationships/slideLayout" Target="../slideLayouts/slideLayout60.xml"/><Relationship Id="rId3" Type="http://schemas.openxmlformats.org/officeDocument/2006/relationships/slideLayout" Target="../slideLayouts/slideLayout59.xml"/><Relationship Id="rId2" Type="http://schemas.openxmlformats.org/officeDocument/2006/relationships/slideLayout" Target="../slideLayouts/slideLayout58.xml"/><Relationship Id="rId13" Type="http://schemas.openxmlformats.org/officeDocument/2006/relationships/theme" Target="../theme/theme8.xml"/><Relationship Id="rId12" Type="http://schemas.openxmlformats.org/officeDocument/2006/relationships/image" Target="../media/image18.png"/><Relationship Id="rId11" Type="http://schemas.microsoft.com/office/2007/relationships/hdphoto" Target="../media/image26.wdp"/><Relationship Id="rId10" Type="http://schemas.openxmlformats.org/officeDocument/2006/relationships/image" Target="../media/image25.jpeg"/><Relationship Id="rId1"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descr="4：3"/>
          <p:cNvPicPr>
            <a:picLocks noChangeAspect="1"/>
          </p:cNvPicPr>
          <p:nvPr/>
        </p:nvPicPr>
        <p:blipFill>
          <a:blip r:embed="rId3" cstate="email"/>
          <a:stretch>
            <a:fillRect/>
          </a:stretch>
        </p:blipFill>
        <p:spPr>
          <a:xfrm>
            <a:off x="0" y="0"/>
            <a:ext cx="9144000" cy="6858000"/>
          </a:xfrm>
          <a:prstGeom prst="rect">
            <a:avLst/>
          </a:prstGeom>
          <a:noFill/>
          <a:ln w="9525">
            <a:noFill/>
          </a:ln>
        </p:spPr>
      </p:pic>
      <p:sp>
        <p:nvSpPr>
          <p:cNvPr id="1027" name="Rectangle 2"/>
          <p:cNvSpPr>
            <a:spLocks noGrp="1"/>
          </p:cNvSpPr>
          <p:nvPr>
            <p:ph type="title"/>
          </p:nvPr>
        </p:nvSpPr>
        <p:spPr>
          <a:xfrm>
            <a:off x="0" y="0"/>
            <a:ext cx="9144000" cy="1079500"/>
          </a:xfrm>
          <a:prstGeom prst="rect">
            <a:avLst/>
          </a:prstGeom>
          <a:noFill/>
          <a:ln w="9525">
            <a:noFill/>
          </a:ln>
        </p:spPr>
        <p:txBody>
          <a:bodyPr lIns="359974" tIns="442768" rIns="359974" bIns="0"/>
          <a:lstStyle/>
          <a:p>
            <a:pPr lvl="0"/>
            <a:r>
              <a:rPr lang="de-DE" altLang="zh-CN" dirty="0"/>
              <a:t>Mastertitelformat bearbeiten</a:t>
            </a:r>
            <a:endParaRPr lang="de-DE" altLang="zh-CN" dirty="0"/>
          </a:p>
        </p:txBody>
      </p:sp>
      <p:sp>
        <p:nvSpPr>
          <p:cNvPr id="1028" name="Rectangle 3"/>
          <p:cNvSpPr>
            <a:spLocks noGrp="1"/>
          </p:cNvSpPr>
          <p:nvPr>
            <p:ph type="body" idx="1"/>
          </p:nvPr>
        </p:nvSpPr>
        <p:spPr>
          <a:xfrm>
            <a:off x="358775" y="1341438"/>
            <a:ext cx="8426450" cy="4895850"/>
          </a:xfrm>
          <a:prstGeom prst="rect">
            <a:avLst/>
          </a:prstGeom>
          <a:noFill/>
          <a:ln w="9525">
            <a:noFill/>
          </a:ln>
        </p:spPr>
        <p:txBody>
          <a:bodyPr lIns="0" tIns="0" rIns="0" bIns="0"/>
          <a:lstStyle/>
          <a:p>
            <a:pPr lvl="0"/>
            <a:r>
              <a:rPr lang="de-DE" altLang="zh-CN" dirty="0"/>
              <a:t>Mastertextformat bearbeiten</a:t>
            </a:r>
            <a:endParaRPr lang="de-DE" altLang="zh-CN" dirty="0"/>
          </a:p>
          <a:p>
            <a:pPr lvl="1"/>
            <a:r>
              <a:rPr lang="de-DE" altLang="zh-CN" dirty="0"/>
              <a:t>Zweite Ebene</a:t>
            </a:r>
            <a:endParaRPr lang="de-DE" altLang="zh-CN" dirty="0"/>
          </a:p>
          <a:p>
            <a:pPr lvl="2"/>
            <a:r>
              <a:rPr lang="de-DE" altLang="zh-CN" dirty="0"/>
              <a:t>Dritte Ebene</a:t>
            </a:r>
            <a:endParaRPr lang="de-DE" altLang="zh-CN" dirty="0"/>
          </a:p>
        </p:txBody>
      </p:sp>
      <p:pic>
        <p:nvPicPr>
          <p:cNvPr id="1029" name="Picture 5" descr="FAW_solo"/>
          <p:cNvPicPr>
            <a:picLocks noChangeAspect="1"/>
          </p:cNvPicPr>
          <p:nvPr/>
        </p:nvPicPr>
        <p:blipFill>
          <a:blip r:embed="rId4" cstate="email"/>
          <a:stretch>
            <a:fillRect/>
          </a:stretch>
        </p:blipFill>
        <p:spPr>
          <a:xfrm>
            <a:off x="20638" y="6440488"/>
            <a:ext cx="1371600" cy="263525"/>
          </a:xfrm>
          <a:prstGeom prst="rect">
            <a:avLst/>
          </a:prstGeom>
          <a:noFill/>
          <a:ln w="9525">
            <a:noFill/>
          </a:ln>
        </p:spPr>
      </p:pic>
      <p:pic>
        <p:nvPicPr>
          <p:cNvPr id="1030" name="Picture 6" descr="Aud_4C_PNG_24_2"/>
          <p:cNvPicPr>
            <a:picLocks noChangeAspect="1"/>
          </p:cNvPicPr>
          <p:nvPr/>
        </p:nvPicPr>
        <p:blipFill>
          <a:blip r:embed="rId5" cstate="email"/>
          <a:stretch>
            <a:fillRect/>
          </a:stretch>
        </p:blipFill>
        <p:spPr>
          <a:xfrm>
            <a:off x="6484938" y="6353175"/>
            <a:ext cx="2371725" cy="388938"/>
          </a:xfrm>
          <a:prstGeom prst="rect">
            <a:avLst/>
          </a:prstGeom>
          <a:noFill/>
          <a:ln w="9525">
            <a:noFill/>
          </a:ln>
        </p:spPr>
      </p:pic>
      <p:sp>
        <p:nvSpPr>
          <p:cNvPr id="1031" name="Rectangle 7"/>
          <p:cNvSpPr>
            <a:spLocks noChangeArrowheads="1"/>
          </p:cNvSpPr>
          <p:nvPr/>
        </p:nvSpPr>
        <p:spPr bwMode="auto">
          <a:xfrm>
            <a:off x="1295400" y="6218238"/>
            <a:ext cx="703263" cy="577850"/>
          </a:xfrm>
          <a:prstGeom prst="rect">
            <a:avLst/>
          </a:prstGeom>
          <a:noFill/>
          <a:ln>
            <a:noFill/>
          </a:ln>
        </p:spPr>
        <p:txBody>
          <a:bodyPr lIns="359974" tIns="215984" rIns="0" bIns="143988" anchor="b"/>
          <a:lstStyle>
            <a:lvl1pPr>
              <a:defRPr sz="1200">
                <a:solidFill>
                  <a:schemeClr val="tx1"/>
                </a:solidFill>
                <a:latin typeface="Arial" panose="020B0604020202020204" pitchFamily="34" charset="0"/>
                <a:ea typeface="宋体" panose="02010600030101010101" pitchFamily="2" charset="-122"/>
              </a:defRPr>
            </a:lvl1pPr>
            <a:lvl2pPr marL="742950" indent="-285750">
              <a:defRPr sz="1200">
                <a:solidFill>
                  <a:schemeClr val="tx1"/>
                </a:solidFill>
                <a:latin typeface="Arial" panose="020B0604020202020204" pitchFamily="34" charset="0"/>
                <a:ea typeface="宋体" panose="02010600030101010101" pitchFamily="2" charset="-122"/>
              </a:defRPr>
            </a:lvl2pPr>
            <a:lvl3pPr marL="1143000" indent="-228600">
              <a:defRPr sz="1200">
                <a:solidFill>
                  <a:schemeClr val="tx1"/>
                </a:solidFill>
                <a:latin typeface="Arial" panose="020B0604020202020204" pitchFamily="34" charset="0"/>
                <a:ea typeface="宋体" panose="02010600030101010101" pitchFamily="2" charset="-122"/>
              </a:defRPr>
            </a:lvl3pPr>
            <a:lvl4pPr marL="1600200" indent="-228600">
              <a:defRPr sz="1200">
                <a:solidFill>
                  <a:schemeClr val="tx1"/>
                </a:solidFill>
                <a:latin typeface="Arial" panose="020B0604020202020204" pitchFamily="34" charset="0"/>
                <a:ea typeface="宋体" panose="02010600030101010101" pitchFamily="2" charset="-122"/>
              </a:defRPr>
            </a:lvl4pPr>
            <a:lvl5pPr marL="2057400" indent="-22860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fld id="{64BD834A-0224-46EF-BC78-4C94D846BC35}" type="slidenum">
              <a:rPr kumimoji="0" lang="zh-CN" altLang="de-DE" sz="7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fld>
            <a:endParaRPr kumimoji="0" lang="de-DE" altLang="zh-CN" sz="7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2" name="Rectangle 8"/>
          <p:cNvSpPr>
            <a:spLocks noChangeArrowheads="1"/>
          </p:cNvSpPr>
          <p:nvPr/>
        </p:nvSpPr>
        <p:spPr bwMode="auto">
          <a:xfrm>
            <a:off x="1854200" y="6218238"/>
            <a:ext cx="4103688" cy="577850"/>
          </a:xfrm>
          <a:prstGeom prst="rect">
            <a:avLst/>
          </a:prstGeom>
          <a:noFill/>
          <a:ln>
            <a:noFill/>
          </a:ln>
        </p:spPr>
        <p:txBody>
          <a:bodyPr lIns="0" tIns="215984" rIns="359974" bIns="143988" anchor="b"/>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de-DE" altLang="zh-CN" sz="7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rPr>
              <a:t>Audi Sales</a:t>
            </a:r>
            <a:endParaRPr kumimoji="0" lang="de-DE" altLang="zh-CN" sz="7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p:fade/>
  </p:transition>
  <p:timing>
    <p:tnLst>
      <p:par>
        <p:cTn id="1" dur="indefinite" restart="never" nodeType="tmRoot"/>
      </p:par>
    </p:tnLst>
  </p:timing>
  <p:hf sldNum="0" hdr="0" ftr="0" dt="0"/>
  <p:txStyles>
    <p:titleStyle>
      <a:lvl1pPr algn="l" rtl="0" eaLnBrk="0" fontAlgn="base" hangingPunct="0">
        <a:spcBef>
          <a:spcPct val="0"/>
        </a:spcBef>
        <a:spcAft>
          <a:spcPct val="0"/>
        </a:spcAft>
        <a:defRPr sz="2000" b="1">
          <a:solidFill>
            <a:schemeClr val="tx2"/>
          </a:solidFill>
          <a:latin typeface="+mj-lt"/>
          <a:ea typeface="Arial" panose="020B0604020202020204" pitchFamily="34" charset="0"/>
          <a:cs typeface="+mj-cs"/>
        </a:defRPr>
      </a:lvl1pPr>
      <a:lvl2pPr algn="l" rtl="0" eaLnBrk="0" fontAlgn="base" hangingPunct="0">
        <a:spcBef>
          <a:spcPct val="0"/>
        </a:spcBef>
        <a:spcAft>
          <a:spcPct val="0"/>
        </a:spcAft>
        <a:defRPr sz="2000" b="1">
          <a:solidFill>
            <a:schemeClr val="tx2"/>
          </a:solidFill>
          <a:latin typeface="Arial" panose="020B0604020202020204" pitchFamily="34" charset="0"/>
          <a:cs typeface="Arial" panose="020B0604020202020204" pitchFamily="34" charset="0"/>
        </a:defRPr>
      </a:lvl2pPr>
      <a:lvl3pPr algn="l" rtl="0" eaLnBrk="0" fontAlgn="base" hangingPunct="0">
        <a:spcBef>
          <a:spcPct val="0"/>
        </a:spcBef>
        <a:spcAft>
          <a:spcPct val="0"/>
        </a:spcAft>
        <a:defRPr sz="2000" b="1">
          <a:solidFill>
            <a:schemeClr val="tx2"/>
          </a:solidFill>
          <a:latin typeface="Arial" panose="020B0604020202020204" pitchFamily="34" charset="0"/>
          <a:cs typeface="Arial" panose="020B0604020202020204" pitchFamily="34" charset="0"/>
        </a:defRPr>
      </a:lvl3pPr>
      <a:lvl4pPr algn="l" rtl="0" eaLnBrk="0" fontAlgn="base" hangingPunct="0">
        <a:spcBef>
          <a:spcPct val="0"/>
        </a:spcBef>
        <a:spcAft>
          <a:spcPct val="0"/>
        </a:spcAft>
        <a:defRPr sz="2000" b="1">
          <a:solidFill>
            <a:schemeClr val="tx2"/>
          </a:solidFill>
          <a:latin typeface="Arial" panose="020B0604020202020204" pitchFamily="34" charset="0"/>
          <a:cs typeface="Arial" panose="020B0604020202020204" pitchFamily="34" charset="0"/>
        </a:defRPr>
      </a:lvl4pPr>
      <a:lvl5pPr algn="l" rtl="0" eaLnBrk="0" fontAlgn="base" hangingPunct="0">
        <a:spcBef>
          <a:spcPct val="0"/>
        </a:spcBef>
        <a:spcAft>
          <a:spcPct val="0"/>
        </a:spcAft>
        <a:defRPr sz="2000" b="1">
          <a:solidFill>
            <a:schemeClr val="tx2"/>
          </a:solidFill>
          <a:latin typeface="Arial" panose="020B0604020202020204" pitchFamily="34" charset="0"/>
          <a:cs typeface="Arial" panose="020B0604020202020204" pitchFamily="34" charset="0"/>
        </a:defRPr>
      </a:lvl5pPr>
      <a:lvl6pPr marL="457200" algn="l" rtl="0" eaLnBrk="0" fontAlgn="base" hangingPunct="0">
        <a:spcBef>
          <a:spcPct val="0"/>
        </a:spcBef>
        <a:spcAft>
          <a:spcPct val="0"/>
        </a:spcAft>
        <a:defRPr sz="2000" b="1">
          <a:solidFill>
            <a:schemeClr val="tx2"/>
          </a:solidFill>
          <a:latin typeface="Arial" panose="020B0604020202020204" pitchFamily="34" charset="0"/>
          <a:cs typeface="Arial" panose="020B0604020202020204" pitchFamily="34" charset="0"/>
        </a:defRPr>
      </a:lvl6pPr>
      <a:lvl7pPr marL="914400" algn="l" rtl="0" eaLnBrk="0" fontAlgn="base" hangingPunct="0">
        <a:spcBef>
          <a:spcPct val="0"/>
        </a:spcBef>
        <a:spcAft>
          <a:spcPct val="0"/>
        </a:spcAft>
        <a:defRPr sz="2000" b="1">
          <a:solidFill>
            <a:schemeClr val="tx2"/>
          </a:solidFill>
          <a:latin typeface="Arial" panose="020B0604020202020204" pitchFamily="34" charset="0"/>
          <a:cs typeface="Arial" panose="020B0604020202020204" pitchFamily="34" charset="0"/>
        </a:defRPr>
      </a:lvl7pPr>
      <a:lvl8pPr marL="1371600" algn="l" rtl="0" eaLnBrk="0" fontAlgn="base" hangingPunct="0">
        <a:spcBef>
          <a:spcPct val="0"/>
        </a:spcBef>
        <a:spcAft>
          <a:spcPct val="0"/>
        </a:spcAft>
        <a:defRPr sz="2000" b="1">
          <a:solidFill>
            <a:schemeClr val="tx2"/>
          </a:solidFill>
          <a:latin typeface="Arial" panose="020B0604020202020204" pitchFamily="34" charset="0"/>
          <a:cs typeface="Arial" panose="020B0604020202020204" pitchFamily="34" charset="0"/>
        </a:defRPr>
      </a:lvl8pPr>
      <a:lvl9pPr marL="1828800" algn="l" rtl="0" eaLnBrk="0" fontAlgn="base" hangingPunct="0">
        <a:spcBef>
          <a:spcPct val="0"/>
        </a:spcBef>
        <a:spcAft>
          <a:spcPct val="0"/>
        </a:spcAft>
        <a:defRPr sz="2000" b="1">
          <a:solidFill>
            <a:schemeClr val="tx2"/>
          </a:solidFill>
          <a:latin typeface="Arial" panose="020B0604020202020204" pitchFamily="34" charset="0"/>
          <a:cs typeface="Arial" panose="020B0604020202020204" pitchFamily="34" charset="0"/>
        </a:defRPr>
      </a:lvl9pPr>
    </p:titleStyle>
    <p:bodyStyle>
      <a:lvl1pPr marL="265430" indent="-265430" algn="l" rtl="0" eaLnBrk="0" fontAlgn="ctr" hangingPunct="0">
        <a:lnSpc>
          <a:spcPct val="110000"/>
        </a:lnSpc>
        <a:spcBef>
          <a:spcPct val="30000"/>
        </a:spcBef>
        <a:spcAft>
          <a:spcPct val="0"/>
        </a:spcAft>
        <a:buClr>
          <a:schemeClr val="accent2"/>
        </a:buClr>
        <a:buSzPct val="80000"/>
        <a:buFont typeface="Arial" panose="020B0604020202020204" pitchFamily="34" charset="0"/>
        <a:buChar char="►"/>
        <a:defRPr sz="1600">
          <a:solidFill>
            <a:schemeClr val="tx1"/>
          </a:solidFill>
          <a:latin typeface="+mn-lt"/>
          <a:ea typeface="Arial" panose="020B0604020202020204" pitchFamily="34" charset="0"/>
          <a:cs typeface="+mn-cs"/>
        </a:defRPr>
      </a:lvl1pPr>
      <a:lvl2pPr marL="530225" indent="-254000" algn="l" rtl="0" eaLnBrk="0" fontAlgn="ctr" hangingPunct="0">
        <a:lnSpc>
          <a:spcPct val="110000"/>
        </a:lnSpc>
        <a:spcBef>
          <a:spcPct val="30000"/>
        </a:spcBef>
        <a:spcAft>
          <a:spcPct val="0"/>
        </a:spcAft>
        <a:buClr>
          <a:schemeClr val="hlink"/>
        </a:buClr>
        <a:buSzPct val="80000"/>
        <a:buFont typeface="Arial" panose="020B0604020202020204" pitchFamily="34" charset="0"/>
        <a:buChar char="►"/>
        <a:defRPr sz="1600">
          <a:solidFill>
            <a:schemeClr val="tx1"/>
          </a:solidFill>
          <a:latin typeface="+mn-lt"/>
          <a:cs typeface="+mn-cs"/>
        </a:defRPr>
      </a:lvl2pPr>
      <a:lvl3pPr marL="709930" indent="12700" algn="l" rtl="0" eaLnBrk="0" fontAlgn="base" hangingPunct="0">
        <a:lnSpc>
          <a:spcPct val="110000"/>
        </a:lnSpc>
        <a:spcBef>
          <a:spcPct val="30000"/>
        </a:spcBef>
        <a:spcAft>
          <a:spcPct val="0"/>
        </a:spcAft>
        <a:buFont typeface="Audi Type" pitchFamily="34" charset="0"/>
        <a:buChar char="•"/>
        <a:defRPr sz="1600">
          <a:solidFill>
            <a:schemeClr val="tx1"/>
          </a:solidFill>
          <a:latin typeface="+mn-lt"/>
          <a:cs typeface="+mn-cs"/>
        </a:defRPr>
      </a:lvl3pPr>
      <a:lvl4pPr marL="1598930" indent="-227330" algn="l" rtl="0" eaLnBrk="0" fontAlgn="base" hangingPunct="0">
        <a:spcBef>
          <a:spcPct val="20000"/>
        </a:spcBef>
        <a:spcAft>
          <a:spcPct val="0"/>
        </a:spcAft>
        <a:buFont typeface="Audi Type" pitchFamily="34" charset="0"/>
        <a:buChar char="►"/>
        <a:defRPr sz="1600">
          <a:solidFill>
            <a:schemeClr val="hlink"/>
          </a:solidFill>
          <a:latin typeface="+mn-lt"/>
          <a:cs typeface="+mn-cs"/>
        </a:defRPr>
      </a:lvl4pPr>
      <a:lvl5pPr marL="2056130" indent="-227330" algn="l" rtl="0" eaLnBrk="0" fontAlgn="base" hangingPunct="0">
        <a:spcBef>
          <a:spcPct val="20000"/>
        </a:spcBef>
        <a:spcAft>
          <a:spcPct val="0"/>
        </a:spcAft>
        <a:buFont typeface="Audi Type" pitchFamily="34" charset="0"/>
        <a:buChar char="►"/>
        <a:defRPr sz="1600">
          <a:solidFill>
            <a:schemeClr val="hlink"/>
          </a:solidFill>
          <a:latin typeface="+mn-lt"/>
          <a:cs typeface="+mn-cs"/>
        </a:defRPr>
      </a:lvl5pPr>
      <a:lvl6pPr marL="2514600" indent="-228600" algn="l" rtl="0" eaLnBrk="0" fontAlgn="base" hangingPunct="0">
        <a:spcBef>
          <a:spcPct val="20000"/>
        </a:spcBef>
        <a:spcAft>
          <a:spcPct val="0"/>
        </a:spcAft>
        <a:buFont typeface="Audi Type" pitchFamily="34" charset="0"/>
        <a:buChar char="►"/>
        <a:defRPr sz="1600">
          <a:solidFill>
            <a:schemeClr val="hlink"/>
          </a:solidFill>
          <a:latin typeface="+mn-lt"/>
          <a:cs typeface="+mn-cs"/>
        </a:defRPr>
      </a:lvl6pPr>
      <a:lvl7pPr marL="2971800" indent="-228600" algn="l" rtl="0" eaLnBrk="0" fontAlgn="base" hangingPunct="0">
        <a:spcBef>
          <a:spcPct val="20000"/>
        </a:spcBef>
        <a:spcAft>
          <a:spcPct val="0"/>
        </a:spcAft>
        <a:buFont typeface="Audi Type" pitchFamily="34" charset="0"/>
        <a:buChar char="►"/>
        <a:defRPr sz="1600">
          <a:solidFill>
            <a:schemeClr val="hlink"/>
          </a:solidFill>
          <a:latin typeface="+mn-lt"/>
          <a:cs typeface="+mn-cs"/>
        </a:defRPr>
      </a:lvl7pPr>
      <a:lvl8pPr marL="3429000" indent="-228600" algn="l" rtl="0" eaLnBrk="0" fontAlgn="base" hangingPunct="0">
        <a:spcBef>
          <a:spcPct val="20000"/>
        </a:spcBef>
        <a:spcAft>
          <a:spcPct val="0"/>
        </a:spcAft>
        <a:buFont typeface="Audi Type" pitchFamily="34" charset="0"/>
        <a:buChar char="►"/>
        <a:defRPr sz="1600">
          <a:solidFill>
            <a:schemeClr val="hlink"/>
          </a:solidFill>
          <a:latin typeface="+mn-lt"/>
          <a:cs typeface="+mn-cs"/>
        </a:defRPr>
      </a:lvl8pPr>
      <a:lvl9pPr marL="3886200" indent="-228600" algn="l" rtl="0" eaLnBrk="0" fontAlgn="base" hangingPunct="0">
        <a:spcBef>
          <a:spcPct val="20000"/>
        </a:spcBef>
        <a:spcAft>
          <a:spcPct val="0"/>
        </a:spcAft>
        <a:buFont typeface="Audi Type" pitchFamily="34" charset="0"/>
        <a:buChar char="►"/>
        <a:defRPr sz="1600">
          <a:solidFill>
            <a:schemeClr val="hlink"/>
          </a:solidFill>
          <a:latin typeface="+mn-lt"/>
          <a:cs typeface="+mn-cs"/>
        </a:defRPr>
      </a:lvl9pPr>
    </p:bodyStyle>
    <p:otherStyle>
      <a:defPPr>
        <a:defRPr lang="zh-CN"/>
      </a:defPPr>
      <a:lvl1pPr marL="0" algn="l" defTabSz="914400" rtl="0" eaLnBrk="1" latinLnBrk="0" hangingPunct="1">
        <a:defRPr sz="1900" kern="1200">
          <a:solidFill>
            <a:schemeClr val="tx1"/>
          </a:solidFill>
          <a:latin typeface="+mn-lt"/>
          <a:ea typeface="Arial" panose="020B0604020202020204" pitchFamily="34" charset="0"/>
          <a:cs typeface="+mn-cs"/>
        </a:defRPr>
      </a:lvl1pPr>
      <a:lvl2pPr marL="457200" algn="l" defTabSz="914400" rtl="0" eaLnBrk="1" latinLnBrk="0" hangingPunct="1">
        <a:defRPr sz="1900" kern="1200">
          <a:solidFill>
            <a:schemeClr val="tx1"/>
          </a:solidFill>
          <a:latin typeface="+mn-lt"/>
          <a:ea typeface="Arial" panose="020B0604020202020204" pitchFamily="34" charset="0"/>
          <a:cs typeface="+mn-cs"/>
        </a:defRPr>
      </a:lvl2pPr>
      <a:lvl3pPr marL="914400" algn="l" defTabSz="914400" rtl="0" eaLnBrk="1" latinLnBrk="0" hangingPunct="1">
        <a:defRPr sz="1900" kern="1200">
          <a:solidFill>
            <a:schemeClr val="tx1"/>
          </a:solidFill>
          <a:latin typeface="+mn-lt"/>
          <a:ea typeface="Arial" panose="020B0604020202020204" pitchFamily="34" charset="0"/>
          <a:cs typeface="+mn-cs"/>
        </a:defRPr>
      </a:lvl3pPr>
      <a:lvl4pPr marL="1371600" algn="l" defTabSz="914400" rtl="0" eaLnBrk="1" latinLnBrk="0" hangingPunct="1">
        <a:defRPr sz="1900" kern="1200">
          <a:solidFill>
            <a:schemeClr val="tx1"/>
          </a:solidFill>
          <a:latin typeface="+mn-lt"/>
          <a:ea typeface="Arial" panose="020B0604020202020204" pitchFamily="34" charset="0"/>
          <a:cs typeface="+mn-cs"/>
        </a:defRPr>
      </a:lvl4pPr>
      <a:lvl5pPr marL="1828800" algn="l" defTabSz="914400" rtl="0" eaLnBrk="1" latinLnBrk="0" hangingPunct="1">
        <a:defRPr sz="1900" kern="1200">
          <a:solidFill>
            <a:schemeClr val="tx1"/>
          </a:solidFill>
          <a:latin typeface="+mn-lt"/>
          <a:ea typeface="Arial" panose="020B0604020202020204" pitchFamily="34" charset="0"/>
          <a:cs typeface="+mn-cs"/>
        </a:defRPr>
      </a:lvl5pPr>
      <a:lvl6pPr marL="2286000" algn="l" defTabSz="914400" rtl="0" eaLnBrk="1" latinLnBrk="0" hangingPunct="1">
        <a:defRPr sz="1900" kern="1200">
          <a:solidFill>
            <a:schemeClr val="tx1"/>
          </a:solidFill>
          <a:latin typeface="+mn-lt"/>
          <a:ea typeface="Arial" panose="020B0604020202020204" pitchFamily="34" charset="0"/>
          <a:cs typeface="+mn-cs"/>
        </a:defRPr>
      </a:lvl6pPr>
      <a:lvl7pPr marL="2743200" algn="l" defTabSz="914400" rtl="0" eaLnBrk="1" latinLnBrk="0" hangingPunct="1">
        <a:defRPr sz="1900" kern="1200">
          <a:solidFill>
            <a:schemeClr val="tx1"/>
          </a:solidFill>
          <a:latin typeface="+mn-lt"/>
          <a:ea typeface="Arial" panose="020B0604020202020204" pitchFamily="34" charset="0"/>
          <a:cs typeface="+mn-cs"/>
        </a:defRPr>
      </a:lvl7pPr>
      <a:lvl8pPr marL="3200400" algn="l" defTabSz="914400" rtl="0" eaLnBrk="1" latinLnBrk="0" hangingPunct="1">
        <a:defRPr sz="1900" kern="1200">
          <a:solidFill>
            <a:schemeClr val="tx1"/>
          </a:solidFill>
          <a:latin typeface="+mn-lt"/>
          <a:ea typeface="Arial" panose="020B0604020202020204" pitchFamily="34" charset="0"/>
          <a:cs typeface="+mn-cs"/>
        </a:defRPr>
      </a:lvl8pPr>
      <a:lvl9pPr marL="3657600" algn="l" defTabSz="914400" rtl="0" eaLnBrk="1" latinLnBrk="0" hangingPunct="1">
        <a:defRPr sz="1900" kern="1200">
          <a:solidFill>
            <a:schemeClr val="tx1"/>
          </a:solidFill>
          <a:latin typeface="+mn-lt"/>
          <a:ea typeface="Arial" panose="020B0604020202020204" pitchFamily="34" charset="0"/>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a:xfrm>
            <a:off x="0" y="0"/>
            <a:ext cx="9144000" cy="1079500"/>
          </a:xfrm>
          <a:prstGeom prst="rect">
            <a:avLst/>
          </a:prstGeom>
          <a:noFill/>
          <a:ln w="9525">
            <a:noFill/>
          </a:ln>
        </p:spPr>
        <p:txBody>
          <a:bodyPr lIns="359974" tIns="442768" rIns="359974" bIns="0"/>
          <a:lstStyle/>
          <a:p>
            <a:pPr lvl="0"/>
            <a:r>
              <a:rPr lang="de-DE" altLang="zh-CN" dirty="0"/>
              <a:t>Mastertitelformat bearbeiten</a:t>
            </a:r>
            <a:endParaRPr lang="de-DE" altLang="zh-CN" dirty="0"/>
          </a:p>
        </p:txBody>
      </p:sp>
      <p:sp>
        <p:nvSpPr>
          <p:cNvPr id="2051" name="Rectangle 3"/>
          <p:cNvSpPr>
            <a:spLocks noGrp="1"/>
          </p:cNvSpPr>
          <p:nvPr>
            <p:ph type="body" idx="1"/>
          </p:nvPr>
        </p:nvSpPr>
        <p:spPr>
          <a:xfrm>
            <a:off x="358775" y="1341438"/>
            <a:ext cx="8426450" cy="4895850"/>
          </a:xfrm>
          <a:prstGeom prst="rect">
            <a:avLst/>
          </a:prstGeom>
          <a:noFill/>
          <a:ln w="9525">
            <a:noFill/>
          </a:ln>
        </p:spPr>
        <p:txBody>
          <a:bodyPr lIns="0" tIns="0" rIns="0" bIns="0"/>
          <a:lstStyle/>
          <a:p>
            <a:pPr lvl="0"/>
            <a:r>
              <a:rPr lang="de-DE" altLang="zh-CN" dirty="0"/>
              <a:t>Mastertextformat bearbeiten</a:t>
            </a:r>
            <a:endParaRPr lang="de-DE" altLang="zh-CN" dirty="0"/>
          </a:p>
          <a:p>
            <a:pPr lvl="1"/>
            <a:r>
              <a:rPr lang="de-DE" altLang="zh-CN" dirty="0"/>
              <a:t>Zweite Ebene</a:t>
            </a:r>
            <a:endParaRPr lang="de-DE" altLang="zh-CN" dirty="0"/>
          </a:p>
          <a:p>
            <a:pPr lvl="2"/>
            <a:r>
              <a:rPr lang="de-DE" altLang="zh-CN" dirty="0"/>
              <a:t>Dritte Ebene</a:t>
            </a:r>
            <a:endParaRPr lang="de-DE" altLang="zh-CN" dirty="0"/>
          </a:p>
        </p:txBody>
      </p:sp>
      <p:pic>
        <p:nvPicPr>
          <p:cNvPr id="2052" name="Picture 4" descr="new Audi logo"/>
          <p:cNvPicPr>
            <a:picLocks noChangeAspect="1"/>
          </p:cNvPicPr>
          <p:nvPr/>
        </p:nvPicPr>
        <p:blipFill>
          <a:blip r:embed="rId17" cstate="email"/>
          <a:stretch>
            <a:fillRect/>
          </a:stretch>
        </p:blipFill>
        <p:spPr>
          <a:xfrm>
            <a:off x="7127875" y="6345238"/>
            <a:ext cx="1660525" cy="328612"/>
          </a:xfrm>
          <a:prstGeom prst="rect">
            <a:avLst/>
          </a:prstGeom>
          <a:noFill/>
          <a:ln w="9525">
            <a:noFill/>
          </a:ln>
        </p:spPr>
      </p:pic>
      <p:pic>
        <p:nvPicPr>
          <p:cNvPr id="2053" name="Picture 5" descr="FAW_solo"/>
          <p:cNvPicPr>
            <a:picLocks noChangeAspect="1"/>
          </p:cNvPicPr>
          <p:nvPr/>
        </p:nvPicPr>
        <p:blipFill>
          <a:blip r:embed="rId18" cstate="email"/>
          <a:stretch>
            <a:fillRect/>
          </a:stretch>
        </p:blipFill>
        <p:spPr>
          <a:xfrm>
            <a:off x="0" y="6381750"/>
            <a:ext cx="1371600" cy="263525"/>
          </a:xfrm>
          <a:prstGeom prst="rect">
            <a:avLst/>
          </a:prstGeom>
          <a:noFill/>
          <a:ln w="9525">
            <a:noFill/>
          </a:ln>
        </p:spPr>
      </p:pic>
      <p:sp>
        <p:nvSpPr>
          <p:cNvPr id="2054" name="Rectangle 6"/>
          <p:cNvSpPr>
            <a:spLocks noChangeArrowheads="1"/>
          </p:cNvSpPr>
          <p:nvPr/>
        </p:nvSpPr>
        <p:spPr bwMode="auto">
          <a:xfrm>
            <a:off x="1295400" y="6164263"/>
            <a:ext cx="703263" cy="577850"/>
          </a:xfrm>
          <a:prstGeom prst="rect">
            <a:avLst/>
          </a:prstGeom>
          <a:noFill/>
          <a:ln>
            <a:noFill/>
          </a:ln>
        </p:spPr>
        <p:txBody>
          <a:bodyPr lIns="359974" tIns="215984" rIns="0" bIns="143988" anchor="b"/>
          <a:lstStyle>
            <a:lvl1pPr>
              <a:defRPr sz="1200">
                <a:solidFill>
                  <a:schemeClr val="tx1"/>
                </a:solidFill>
                <a:latin typeface="Arial" panose="020B0604020202020204" pitchFamily="34" charset="0"/>
                <a:ea typeface="宋体" panose="02010600030101010101" pitchFamily="2" charset="-122"/>
              </a:defRPr>
            </a:lvl1pPr>
            <a:lvl2pPr marL="742950" indent="-285750">
              <a:defRPr sz="1200">
                <a:solidFill>
                  <a:schemeClr val="tx1"/>
                </a:solidFill>
                <a:latin typeface="Arial" panose="020B0604020202020204" pitchFamily="34" charset="0"/>
                <a:ea typeface="宋体" panose="02010600030101010101" pitchFamily="2" charset="-122"/>
              </a:defRPr>
            </a:lvl2pPr>
            <a:lvl3pPr marL="1143000" indent="-228600">
              <a:defRPr sz="1200">
                <a:solidFill>
                  <a:schemeClr val="tx1"/>
                </a:solidFill>
                <a:latin typeface="Arial" panose="020B0604020202020204" pitchFamily="34" charset="0"/>
                <a:ea typeface="宋体" panose="02010600030101010101" pitchFamily="2" charset="-122"/>
              </a:defRPr>
            </a:lvl3pPr>
            <a:lvl4pPr marL="1600200" indent="-228600">
              <a:defRPr sz="1200">
                <a:solidFill>
                  <a:schemeClr val="tx1"/>
                </a:solidFill>
                <a:latin typeface="Arial" panose="020B0604020202020204" pitchFamily="34" charset="0"/>
                <a:ea typeface="宋体" panose="02010600030101010101" pitchFamily="2" charset="-122"/>
              </a:defRPr>
            </a:lvl4pPr>
            <a:lvl5pPr marL="2057400" indent="-22860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fld id="{5506D387-7856-4713-ADB7-9879FDB54562}" type="slidenum">
              <a:rPr kumimoji="0" lang="zh-CN" altLang="de-DE" sz="7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fld>
            <a:endParaRPr kumimoji="0" lang="de-DE" altLang="zh-CN" sz="7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055" name="Rectangle 7"/>
          <p:cNvSpPr>
            <a:spLocks noChangeArrowheads="1"/>
          </p:cNvSpPr>
          <p:nvPr/>
        </p:nvSpPr>
        <p:spPr bwMode="auto">
          <a:xfrm>
            <a:off x="1854200" y="6164263"/>
            <a:ext cx="4103688" cy="577850"/>
          </a:xfrm>
          <a:prstGeom prst="rect">
            <a:avLst/>
          </a:prstGeom>
          <a:noFill/>
          <a:ln>
            <a:noFill/>
          </a:ln>
        </p:spPr>
        <p:txBody>
          <a:bodyPr lIns="0" tIns="215984" rIns="359974" bIns="143988" anchor="b"/>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de-DE" altLang="zh-CN" sz="7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056" name="矩形 1"/>
          <p:cNvSpPr>
            <a:spLocks noChangeArrowheads="1"/>
          </p:cNvSpPr>
          <p:nvPr/>
        </p:nvSpPr>
        <p:spPr bwMode="auto">
          <a:xfrm>
            <a:off x="136525" y="6237288"/>
            <a:ext cx="914400" cy="914400"/>
          </a:xfrm>
          <a:prstGeom prst="rect">
            <a:avLst/>
          </a:prstGeom>
          <a:noFill/>
          <a:ln>
            <a:noFill/>
          </a:ln>
        </p:spPr>
        <p:txBody>
          <a:bodyPr wrap="none" lIns="36000" tIns="36000" rIns="36000" bIns="36000">
            <a:spAutoFit/>
          </a:bodyP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30000"/>
              </a:spcBef>
              <a:spcAft>
                <a:spcPct val="0"/>
              </a:spcAft>
              <a:buClr>
                <a:schemeClr val="accent2"/>
              </a:buClr>
              <a:buSzTx/>
              <a:buFont typeface="Audi Type" pitchFamily="34" charset="0"/>
              <a:buNone/>
              <a:defRPr/>
            </a:pPr>
            <a:endParaRPr kumimoji="0" lang="zh-CN" altLang="en-US" sz="16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7" name="矩形 2"/>
          <p:cNvSpPr>
            <a:spLocks noChangeArrowheads="1"/>
          </p:cNvSpPr>
          <p:nvPr/>
        </p:nvSpPr>
        <p:spPr bwMode="auto">
          <a:xfrm>
            <a:off x="136525" y="6354763"/>
            <a:ext cx="8924925" cy="385763"/>
          </a:xfrm>
          <a:prstGeom prst="rect">
            <a:avLst/>
          </a:prstGeom>
          <a:solidFill>
            <a:schemeClr val="bg1"/>
          </a:solidFill>
          <a:ln>
            <a:noFill/>
          </a:ln>
        </p:spPr>
        <p:txBody>
          <a:bodyPr wrap="none" lIns="36000" tIns="36000" rIns="36000" bIns="36000">
            <a:spAutoFit/>
          </a:bodyP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30000"/>
              </a:spcBef>
              <a:spcAft>
                <a:spcPct val="0"/>
              </a:spcAft>
              <a:buClr>
                <a:schemeClr val="accent2"/>
              </a:buClr>
              <a:buSzTx/>
              <a:buFont typeface="Audi Type" pitchFamily="34" charset="0"/>
              <a:buNone/>
              <a:defRPr/>
            </a:pPr>
            <a:endParaRPr kumimoji="0" lang="zh-CN" altLang="en-US" sz="16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2058" name="Picture 8"/>
          <p:cNvPicPr>
            <a:picLocks noChangeAspect="1"/>
          </p:cNvPicPr>
          <p:nvPr userDrawn="1"/>
        </p:nvPicPr>
        <p:blipFill>
          <a:blip r:embed="rId19" cstate="email"/>
          <a:stretch>
            <a:fillRect/>
          </a:stretch>
        </p:blipFill>
        <p:spPr>
          <a:xfrm>
            <a:off x="322263" y="6481763"/>
            <a:ext cx="793750" cy="246062"/>
          </a:xfrm>
          <a:prstGeom prst="rect">
            <a:avLst/>
          </a:prstGeom>
          <a:noFill/>
          <a:ln w="9525">
            <a:noFill/>
          </a:ln>
        </p:spPr>
      </p:pic>
      <p:pic>
        <p:nvPicPr>
          <p:cNvPr id="2059" name="Picture 9"/>
          <p:cNvPicPr>
            <a:picLocks noChangeAspect="1"/>
          </p:cNvPicPr>
          <p:nvPr userDrawn="1"/>
        </p:nvPicPr>
        <p:blipFill>
          <a:blip r:embed="rId20"/>
          <a:stretch>
            <a:fillRect/>
          </a:stretch>
        </p:blipFill>
        <p:spPr>
          <a:xfrm>
            <a:off x="7289800" y="6438900"/>
            <a:ext cx="1617663" cy="298450"/>
          </a:xfrm>
          <a:prstGeom prst="rect">
            <a:avLst/>
          </a:prstGeom>
          <a:noFill/>
          <a:ln w="9525">
            <a:noFill/>
          </a:ln>
        </p:spPr>
      </p:pic>
      <p:sp>
        <p:nvSpPr>
          <p:cNvPr id="13" name="Fußzeilenplatzhalter 3"/>
          <p:cNvSpPr txBox="1"/>
          <p:nvPr/>
        </p:nvSpPr>
        <p:spPr>
          <a:xfrm>
            <a:off x="0" y="88900"/>
            <a:ext cx="1828800" cy="80963"/>
          </a:xfrm>
          <a:prstGeom prst="rect">
            <a:avLst/>
          </a:prstGeom>
        </p:spPr>
        <p:txBody>
          <a:bodyPr lIns="0" tIns="0" rIns="0" bIns="0" anchor="ctr">
            <a:spAutoFit/>
          </a:bodyPr>
          <a:lstStyle>
            <a:lvl1pPr>
              <a:defRPr sz="1200">
                <a:solidFill>
                  <a:schemeClr val="tx1"/>
                </a:solidFill>
                <a:latin typeface="Arial" panose="020B0604020202020204" pitchFamily="34" charset="0"/>
                <a:ea typeface="宋体" panose="02010600030101010101" pitchFamily="2" charset="-122"/>
              </a:defRPr>
            </a:lvl1pPr>
            <a:lvl2pPr marL="457200">
              <a:defRPr sz="1200">
                <a:solidFill>
                  <a:schemeClr val="tx1"/>
                </a:solidFill>
                <a:latin typeface="Arial" panose="020B0604020202020204" pitchFamily="34" charset="0"/>
                <a:ea typeface="宋体" panose="02010600030101010101" pitchFamily="2" charset="-122"/>
              </a:defRPr>
            </a:lvl2pPr>
            <a:lvl3pPr marL="914400">
              <a:defRPr sz="1200">
                <a:solidFill>
                  <a:schemeClr val="tx1"/>
                </a:solidFill>
                <a:latin typeface="Arial" panose="020B0604020202020204" pitchFamily="34" charset="0"/>
                <a:ea typeface="宋体" panose="02010600030101010101" pitchFamily="2" charset="-122"/>
              </a:defRPr>
            </a:lvl3pPr>
            <a:lvl4pPr marL="1371600">
              <a:defRPr sz="1200">
                <a:solidFill>
                  <a:schemeClr val="tx1"/>
                </a:solidFill>
                <a:latin typeface="Arial" panose="020B0604020202020204" pitchFamily="34" charset="0"/>
                <a:ea typeface="宋体" panose="02010600030101010101" pitchFamily="2" charset="-122"/>
              </a:defRPr>
            </a:lvl4pPr>
            <a:lvl5pPr marL="1828800">
              <a:defRPr sz="1200">
                <a:solidFill>
                  <a:schemeClr val="tx1"/>
                </a:solidFill>
                <a:latin typeface="Arial" panose="020B0604020202020204" pitchFamily="34" charset="0"/>
                <a:ea typeface="宋体" panose="02010600030101010101" pitchFamily="2" charset="-122"/>
              </a:defRPr>
            </a:lvl5pPr>
            <a:lvl6pPr indent="1905"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indent="1905"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indent="1905"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indent="1905"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500" b="0" i="0" u="none" strike="noStrike" kern="1200" cap="none" spc="0" normalizeH="0" baseline="0" noProof="0" smtClean="0">
                <a:ln>
                  <a:noFill/>
                </a:ln>
                <a:solidFill>
                  <a:schemeClr val="tx1"/>
                </a:solidFill>
                <a:effectLst/>
                <a:uLnTx/>
                <a:uFillTx/>
                <a:latin typeface="Audi Type Extended" pitchFamily="34" charset="0"/>
                <a:ea typeface="华康黑体W5(P)" pitchFamily="34" charset="-122"/>
                <a:cs typeface="+mn-cs"/>
              </a:rPr>
              <a:t>奥迪销售事业部 </a:t>
            </a:r>
            <a:r>
              <a:rPr kumimoji="0" lang="en-US" altLang="zh-CN" sz="500" b="0" i="0" u="none" strike="noStrike" kern="1200" cap="none" spc="0" normalizeH="0" baseline="0" noProof="0" smtClean="0">
                <a:ln>
                  <a:noFill/>
                </a:ln>
                <a:solidFill>
                  <a:schemeClr val="tx1"/>
                </a:solidFill>
                <a:effectLst/>
                <a:uLnTx/>
                <a:uFillTx/>
                <a:latin typeface="Audi Type Extended" pitchFamily="34" charset="0"/>
                <a:ea typeface="华康黑体W5(P)" pitchFamily="34" charset="-122"/>
                <a:cs typeface="+mn-cs"/>
              </a:rPr>
              <a:t>Audi Sales Division</a:t>
            </a:r>
            <a:endParaRPr kumimoji="0" lang="en-GB" altLang="zh-CN" sz="500" b="0" i="0" u="none" strike="noStrike" kern="1200" cap="none" spc="0" normalizeH="0" baseline="0" noProof="0" smtClean="0">
              <a:ln>
                <a:noFill/>
              </a:ln>
              <a:solidFill>
                <a:schemeClr val="tx1"/>
              </a:solidFill>
              <a:effectLst/>
              <a:uLnTx/>
              <a:uFillTx/>
              <a:latin typeface="Audi Type Extended" pitchFamily="34" charset="0"/>
              <a:ea typeface="华康黑体W5(P)" pitchFamily="34" charset="-122"/>
              <a:cs typeface="+mn-cs"/>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Lst>
  <p:transition>
    <p:fade/>
  </p:transition>
  <p:timing>
    <p:tnLst>
      <p:par>
        <p:cTn id="1" dur="indefinite" restart="never" nodeType="tmRoot"/>
      </p:par>
    </p:tnLst>
  </p:timing>
  <p:hf sldNum="0" hdr="0" ftr="0" dt="0"/>
  <p:txStyles>
    <p:titleStyle>
      <a:lvl1pPr algn="l" rtl="0" eaLnBrk="0" fontAlgn="base" hangingPunct="0">
        <a:spcBef>
          <a:spcPct val="0"/>
        </a:spcBef>
        <a:spcAft>
          <a:spcPct val="0"/>
        </a:spcAft>
        <a:defRPr sz="2000" b="1">
          <a:solidFill>
            <a:schemeClr val="tx2"/>
          </a:solidFill>
          <a:latin typeface="+mj-lt"/>
          <a:ea typeface="Arial" panose="020B0604020202020204" pitchFamily="34" charset="0"/>
          <a:cs typeface="+mj-cs"/>
        </a:defRPr>
      </a:lvl1pPr>
      <a:lvl2pPr algn="l" rtl="0" eaLnBrk="0" fontAlgn="base" hangingPunct="0">
        <a:spcBef>
          <a:spcPct val="0"/>
        </a:spcBef>
        <a:spcAft>
          <a:spcPct val="0"/>
        </a:spcAft>
        <a:defRPr sz="2000" b="1">
          <a:solidFill>
            <a:schemeClr val="tx2"/>
          </a:solidFill>
          <a:latin typeface="Arial" panose="020B0604020202020204" pitchFamily="34" charset="0"/>
          <a:cs typeface="Arial" panose="020B0604020202020204" pitchFamily="34" charset="0"/>
        </a:defRPr>
      </a:lvl2pPr>
      <a:lvl3pPr algn="l" rtl="0" eaLnBrk="0" fontAlgn="base" hangingPunct="0">
        <a:spcBef>
          <a:spcPct val="0"/>
        </a:spcBef>
        <a:spcAft>
          <a:spcPct val="0"/>
        </a:spcAft>
        <a:defRPr sz="2000" b="1">
          <a:solidFill>
            <a:schemeClr val="tx2"/>
          </a:solidFill>
          <a:latin typeface="Arial" panose="020B0604020202020204" pitchFamily="34" charset="0"/>
          <a:cs typeface="Arial" panose="020B0604020202020204" pitchFamily="34" charset="0"/>
        </a:defRPr>
      </a:lvl3pPr>
      <a:lvl4pPr algn="l" rtl="0" eaLnBrk="0" fontAlgn="base" hangingPunct="0">
        <a:spcBef>
          <a:spcPct val="0"/>
        </a:spcBef>
        <a:spcAft>
          <a:spcPct val="0"/>
        </a:spcAft>
        <a:defRPr sz="2000" b="1">
          <a:solidFill>
            <a:schemeClr val="tx2"/>
          </a:solidFill>
          <a:latin typeface="Arial" panose="020B0604020202020204" pitchFamily="34" charset="0"/>
          <a:cs typeface="Arial" panose="020B0604020202020204" pitchFamily="34" charset="0"/>
        </a:defRPr>
      </a:lvl4pPr>
      <a:lvl5pPr algn="l" rtl="0" eaLnBrk="0" fontAlgn="base" hangingPunct="0">
        <a:spcBef>
          <a:spcPct val="0"/>
        </a:spcBef>
        <a:spcAft>
          <a:spcPct val="0"/>
        </a:spcAft>
        <a:defRPr sz="2000" b="1">
          <a:solidFill>
            <a:schemeClr val="tx2"/>
          </a:solidFill>
          <a:latin typeface="Arial" panose="020B0604020202020204" pitchFamily="34" charset="0"/>
          <a:cs typeface="Arial" panose="020B0604020202020204" pitchFamily="34" charset="0"/>
        </a:defRPr>
      </a:lvl5pPr>
      <a:lvl6pPr marL="457200" algn="l" rtl="0" eaLnBrk="0" fontAlgn="base" hangingPunct="0">
        <a:spcBef>
          <a:spcPct val="0"/>
        </a:spcBef>
        <a:spcAft>
          <a:spcPct val="0"/>
        </a:spcAft>
        <a:defRPr sz="2000" b="1">
          <a:solidFill>
            <a:schemeClr val="tx2"/>
          </a:solidFill>
          <a:latin typeface="Arial" panose="020B0604020202020204" pitchFamily="34" charset="0"/>
          <a:cs typeface="Arial" panose="020B0604020202020204" pitchFamily="34" charset="0"/>
        </a:defRPr>
      </a:lvl6pPr>
      <a:lvl7pPr marL="914400" algn="l" rtl="0" eaLnBrk="0" fontAlgn="base" hangingPunct="0">
        <a:spcBef>
          <a:spcPct val="0"/>
        </a:spcBef>
        <a:spcAft>
          <a:spcPct val="0"/>
        </a:spcAft>
        <a:defRPr sz="2000" b="1">
          <a:solidFill>
            <a:schemeClr val="tx2"/>
          </a:solidFill>
          <a:latin typeface="Arial" panose="020B0604020202020204" pitchFamily="34" charset="0"/>
          <a:cs typeface="Arial" panose="020B0604020202020204" pitchFamily="34" charset="0"/>
        </a:defRPr>
      </a:lvl7pPr>
      <a:lvl8pPr marL="1371600" algn="l" rtl="0" eaLnBrk="0" fontAlgn="base" hangingPunct="0">
        <a:spcBef>
          <a:spcPct val="0"/>
        </a:spcBef>
        <a:spcAft>
          <a:spcPct val="0"/>
        </a:spcAft>
        <a:defRPr sz="2000" b="1">
          <a:solidFill>
            <a:schemeClr val="tx2"/>
          </a:solidFill>
          <a:latin typeface="Arial" panose="020B0604020202020204" pitchFamily="34" charset="0"/>
          <a:cs typeface="Arial" panose="020B0604020202020204" pitchFamily="34" charset="0"/>
        </a:defRPr>
      </a:lvl8pPr>
      <a:lvl9pPr marL="1828800" algn="l" rtl="0" eaLnBrk="0" fontAlgn="base" hangingPunct="0">
        <a:spcBef>
          <a:spcPct val="0"/>
        </a:spcBef>
        <a:spcAft>
          <a:spcPct val="0"/>
        </a:spcAft>
        <a:defRPr sz="2000" b="1">
          <a:solidFill>
            <a:schemeClr val="tx2"/>
          </a:solidFill>
          <a:latin typeface="Arial" panose="020B0604020202020204" pitchFamily="34" charset="0"/>
          <a:cs typeface="Arial" panose="020B0604020202020204" pitchFamily="34" charset="0"/>
        </a:defRPr>
      </a:lvl9pPr>
    </p:titleStyle>
    <p:bodyStyle>
      <a:lvl1pPr marL="265430" indent="-265430" algn="l" rtl="0" eaLnBrk="0" fontAlgn="ctr" hangingPunct="0">
        <a:lnSpc>
          <a:spcPct val="110000"/>
        </a:lnSpc>
        <a:spcBef>
          <a:spcPct val="30000"/>
        </a:spcBef>
        <a:spcAft>
          <a:spcPct val="0"/>
        </a:spcAft>
        <a:buClr>
          <a:schemeClr val="accent2"/>
        </a:buClr>
        <a:buSzPct val="80000"/>
        <a:buFont typeface="Arial" panose="020B0604020202020204" pitchFamily="34" charset="0"/>
        <a:buChar char="►"/>
        <a:defRPr sz="1600">
          <a:solidFill>
            <a:schemeClr val="tx1"/>
          </a:solidFill>
          <a:latin typeface="+mn-lt"/>
          <a:ea typeface="Arial" panose="020B0604020202020204" pitchFamily="34" charset="0"/>
          <a:cs typeface="+mn-cs"/>
        </a:defRPr>
      </a:lvl1pPr>
      <a:lvl2pPr marL="530225" indent="-254000" algn="l" rtl="0" eaLnBrk="0" fontAlgn="ctr" hangingPunct="0">
        <a:lnSpc>
          <a:spcPct val="110000"/>
        </a:lnSpc>
        <a:spcBef>
          <a:spcPct val="30000"/>
        </a:spcBef>
        <a:spcAft>
          <a:spcPct val="0"/>
        </a:spcAft>
        <a:buClr>
          <a:schemeClr val="hlink"/>
        </a:buClr>
        <a:buSzPct val="80000"/>
        <a:buFont typeface="Arial" panose="020B0604020202020204" pitchFamily="34" charset="0"/>
        <a:buChar char="►"/>
        <a:defRPr sz="1600">
          <a:solidFill>
            <a:schemeClr val="tx1"/>
          </a:solidFill>
          <a:latin typeface="+mn-lt"/>
          <a:cs typeface="+mn-cs"/>
        </a:defRPr>
      </a:lvl2pPr>
      <a:lvl3pPr marL="709930" indent="12700" algn="l" rtl="0" eaLnBrk="0" fontAlgn="base" hangingPunct="0">
        <a:lnSpc>
          <a:spcPct val="110000"/>
        </a:lnSpc>
        <a:spcBef>
          <a:spcPct val="30000"/>
        </a:spcBef>
        <a:spcAft>
          <a:spcPct val="0"/>
        </a:spcAft>
        <a:buFont typeface="Audi Type" pitchFamily="34" charset="0"/>
        <a:buChar char="•"/>
        <a:defRPr sz="1600">
          <a:solidFill>
            <a:schemeClr val="tx1"/>
          </a:solidFill>
          <a:latin typeface="+mn-lt"/>
          <a:cs typeface="+mn-cs"/>
        </a:defRPr>
      </a:lvl3pPr>
      <a:lvl4pPr marL="1598930" indent="-227330" algn="l" rtl="0" eaLnBrk="0" fontAlgn="base" hangingPunct="0">
        <a:spcBef>
          <a:spcPct val="20000"/>
        </a:spcBef>
        <a:spcAft>
          <a:spcPct val="0"/>
        </a:spcAft>
        <a:buFont typeface="Audi Type" pitchFamily="34" charset="0"/>
        <a:buChar char="►"/>
        <a:defRPr sz="1600">
          <a:solidFill>
            <a:schemeClr val="hlink"/>
          </a:solidFill>
          <a:latin typeface="+mn-lt"/>
          <a:cs typeface="+mn-cs"/>
        </a:defRPr>
      </a:lvl4pPr>
      <a:lvl5pPr marL="2056130" indent="-227330" algn="l" rtl="0" eaLnBrk="0" fontAlgn="base" hangingPunct="0">
        <a:spcBef>
          <a:spcPct val="20000"/>
        </a:spcBef>
        <a:spcAft>
          <a:spcPct val="0"/>
        </a:spcAft>
        <a:buFont typeface="Audi Type" pitchFamily="34" charset="0"/>
        <a:buChar char="►"/>
        <a:defRPr sz="1600">
          <a:solidFill>
            <a:schemeClr val="hlink"/>
          </a:solidFill>
          <a:latin typeface="+mn-lt"/>
          <a:cs typeface="+mn-cs"/>
        </a:defRPr>
      </a:lvl5pPr>
      <a:lvl6pPr marL="2514600" indent="-228600" algn="l" rtl="0" eaLnBrk="0" fontAlgn="base" hangingPunct="0">
        <a:spcBef>
          <a:spcPct val="20000"/>
        </a:spcBef>
        <a:spcAft>
          <a:spcPct val="0"/>
        </a:spcAft>
        <a:buFont typeface="Audi Type" pitchFamily="34" charset="0"/>
        <a:buChar char="►"/>
        <a:defRPr sz="1600">
          <a:solidFill>
            <a:schemeClr val="hlink"/>
          </a:solidFill>
          <a:latin typeface="+mn-lt"/>
          <a:cs typeface="+mn-cs"/>
        </a:defRPr>
      </a:lvl6pPr>
      <a:lvl7pPr marL="2971800" indent="-228600" algn="l" rtl="0" eaLnBrk="0" fontAlgn="base" hangingPunct="0">
        <a:spcBef>
          <a:spcPct val="20000"/>
        </a:spcBef>
        <a:spcAft>
          <a:spcPct val="0"/>
        </a:spcAft>
        <a:buFont typeface="Audi Type" pitchFamily="34" charset="0"/>
        <a:buChar char="►"/>
        <a:defRPr sz="1600">
          <a:solidFill>
            <a:schemeClr val="hlink"/>
          </a:solidFill>
          <a:latin typeface="+mn-lt"/>
          <a:cs typeface="+mn-cs"/>
        </a:defRPr>
      </a:lvl7pPr>
      <a:lvl8pPr marL="3429000" indent="-228600" algn="l" rtl="0" eaLnBrk="0" fontAlgn="base" hangingPunct="0">
        <a:spcBef>
          <a:spcPct val="20000"/>
        </a:spcBef>
        <a:spcAft>
          <a:spcPct val="0"/>
        </a:spcAft>
        <a:buFont typeface="Audi Type" pitchFamily="34" charset="0"/>
        <a:buChar char="►"/>
        <a:defRPr sz="1600">
          <a:solidFill>
            <a:schemeClr val="hlink"/>
          </a:solidFill>
          <a:latin typeface="+mn-lt"/>
          <a:cs typeface="+mn-cs"/>
        </a:defRPr>
      </a:lvl8pPr>
      <a:lvl9pPr marL="3886200" indent="-228600" algn="l" rtl="0" eaLnBrk="0" fontAlgn="base" hangingPunct="0">
        <a:spcBef>
          <a:spcPct val="20000"/>
        </a:spcBef>
        <a:spcAft>
          <a:spcPct val="0"/>
        </a:spcAft>
        <a:buFont typeface="Audi Type" pitchFamily="34" charset="0"/>
        <a:buChar char="►"/>
        <a:defRPr sz="1600">
          <a:solidFill>
            <a:schemeClr val="hlink"/>
          </a:solidFill>
          <a:latin typeface="+mn-lt"/>
          <a:cs typeface="+mn-cs"/>
        </a:defRPr>
      </a:lvl9pPr>
    </p:bodyStyle>
    <p:otherStyle>
      <a:defPPr>
        <a:defRPr lang="zh-CN"/>
      </a:defPPr>
      <a:lvl1pPr marL="0" algn="l" defTabSz="914400" rtl="0" eaLnBrk="1" latinLnBrk="0" hangingPunct="1">
        <a:defRPr sz="1900" kern="1200">
          <a:solidFill>
            <a:schemeClr val="tx1"/>
          </a:solidFill>
          <a:latin typeface="+mn-lt"/>
          <a:ea typeface="Arial" panose="020B0604020202020204" pitchFamily="34" charset="0"/>
          <a:cs typeface="+mn-cs"/>
        </a:defRPr>
      </a:lvl1pPr>
      <a:lvl2pPr marL="457200" algn="l" defTabSz="914400" rtl="0" eaLnBrk="1" latinLnBrk="0" hangingPunct="1">
        <a:defRPr sz="1900" kern="1200">
          <a:solidFill>
            <a:schemeClr val="tx1"/>
          </a:solidFill>
          <a:latin typeface="+mn-lt"/>
          <a:ea typeface="Arial" panose="020B0604020202020204" pitchFamily="34" charset="0"/>
          <a:cs typeface="+mn-cs"/>
        </a:defRPr>
      </a:lvl2pPr>
      <a:lvl3pPr marL="914400" algn="l" defTabSz="914400" rtl="0" eaLnBrk="1" latinLnBrk="0" hangingPunct="1">
        <a:defRPr sz="1900" kern="1200">
          <a:solidFill>
            <a:schemeClr val="tx1"/>
          </a:solidFill>
          <a:latin typeface="+mn-lt"/>
          <a:ea typeface="Arial" panose="020B0604020202020204" pitchFamily="34" charset="0"/>
          <a:cs typeface="+mn-cs"/>
        </a:defRPr>
      </a:lvl3pPr>
      <a:lvl4pPr marL="1371600" algn="l" defTabSz="914400" rtl="0" eaLnBrk="1" latinLnBrk="0" hangingPunct="1">
        <a:defRPr sz="1900" kern="1200">
          <a:solidFill>
            <a:schemeClr val="tx1"/>
          </a:solidFill>
          <a:latin typeface="+mn-lt"/>
          <a:ea typeface="Arial" panose="020B0604020202020204" pitchFamily="34" charset="0"/>
          <a:cs typeface="+mn-cs"/>
        </a:defRPr>
      </a:lvl4pPr>
      <a:lvl5pPr marL="1828800" algn="l" defTabSz="914400" rtl="0" eaLnBrk="1" latinLnBrk="0" hangingPunct="1">
        <a:defRPr sz="1900" kern="1200">
          <a:solidFill>
            <a:schemeClr val="tx1"/>
          </a:solidFill>
          <a:latin typeface="+mn-lt"/>
          <a:ea typeface="Arial" panose="020B0604020202020204" pitchFamily="34" charset="0"/>
          <a:cs typeface="+mn-cs"/>
        </a:defRPr>
      </a:lvl5pPr>
      <a:lvl6pPr marL="2286000" algn="l" defTabSz="914400" rtl="0" eaLnBrk="1" latinLnBrk="0" hangingPunct="1">
        <a:defRPr sz="1900" kern="1200">
          <a:solidFill>
            <a:schemeClr val="tx1"/>
          </a:solidFill>
          <a:latin typeface="+mn-lt"/>
          <a:ea typeface="Arial" panose="020B0604020202020204" pitchFamily="34" charset="0"/>
          <a:cs typeface="+mn-cs"/>
        </a:defRPr>
      </a:lvl6pPr>
      <a:lvl7pPr marL="2743200" algn="l" defTabSz="914400" rtl="0" eaLnBrk="1" latinLnBrk="0" hangingPunct="1">
        <a:defRPr sz="1900" kern="1200">
          <a:solidFill>
            <a:schemeClr val="tx1"/>
          </a:solidFill>
          <a:latin typeface="+mn-lt"/>
          <a:ea typeface="Arial" panose="020B0604020202020204" pitchFamily="34" charset="0"/>
          <a:cs typeface="+mn-cs"/>
        </a:defRPr>
      </a:lvl7pPr>
      <a:lvl8pPr marL="3200400" algn="l" defTabSz="914400" rtl="0" eaLnBrk="1" latinLnBrk="0" hangingPunct="1">
        <a:defRPr sz="1900" kern="1200">
          <a:solidFill>
            <a:schemeClr val="tx1"/>
          </a:solidFill>
          <a:latin typeface="+mn-lt"/>
          <a:ea typeface="Arial" panose="020B0604020202020204" pitchFamily="34" charset="0"/>
          <a:cs typeface="+mn-cs"/>
        </a:defRPr>
      </a:lvl8pPr>
      <a:lvl9pPr marL="3657600" algn="l" defTabSz="914400" rtl="0" eaLnBrk="1" latinLnBrk="0" hangingPunct="1">
        <a:defRPr sz="1900" kern="1200">
          <a:solidFill>
            <a:schemeClr val="tx1"/>
          </a:solidFill>
          <a:latin typeface="+mn-lt"/>
          <a:ea typeface="Arial" panose="020B0604020202020204" pitchFamily="34" charset="0"/>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标题占位符 1"/>
          <p:cNvSpPr>
            <a:spLocks noGrp="1"/>
          </p:cNvSpPr>
          <p:nvPr>
            <p:ph type="title"/>
          </p:nvPr>
        </p:nvSpPr>
        <p:spPr>
          <a:xfrm>
            <a:off x="457200" y="274638"/>
            <a:ext cx="8229600" cy="1143000"/>
          </a:xfrm>
          <a:prstGeom prst="rect">
            <a:avLst/>
          </a:prstGeom>
          <a:noFill/>
          <a:ln w="9525">
            <a:noFill/>
          </a:ln>
        </p:spPr>
        <p:txBody>
          <a:bodyPr lIns="121917" tIns="60958" rIns="121917" bIns="60958" anchor="ctr"/>
          <a:lstStyle/>
          <a:p>
            <a:pPr lvl="0"/>
            <a:r>
              <a:rPr lang="zh-CN" altLang="en-US" dirty="0"/>
              <a:t>页面标题 </a:t>
            </a:r>
            <a:r>
              <a:rPr lang="en-US" altLang="zh-CN" dirty="0"/>
              <a:t>Page Title</a:t>
            </a:r>
            <a:r>
              <a:rPr lang="zh-CN" altLang="en-US" dirty="0"/>
              <a:t>，华康黑体</a:t>
            </a:r>
            <a:r>
              <a:rPr lang="en-US" altLang="zh-CN" dirty="0"/>
              <a:t>W9(P)</a:t>
            </a:r>
            <a:r>
              <a:rPr lang="zh-CN" altLang="en-US" dirty="0"/>
              <a:t> </a:t>
            </a:r>
            <a:r>
              <a:rPr lang="en-US" altLang="zh-CN" dirty="0"/>
              <a:t>Audi Type Extended</a:t>
            </a:r>
            <a:r>
              <a:rPr lang="zh-CN" altLang="en-US" dirty="0"/>
              <a:t>，</a:t>
            </a:r>
            <a:r>
              <a:rPr lang="en-US" altLang="zh-CN" dirty="0"/>
              <a:t>18</a:t>
            </a:r>
            <a:endParaRPr lang="zh-CN" altLang="en-US" dirty="0"/>
          </a:p>
        </p:txBody>
      </p:sp>
      <p:sp>
        <p:nvSpPr>
          <p:cNvPr id="7" name="Fußzeilenplatzhalter 3"/>
          <p:cNvSpPr txBox="1"/>
          <p:nvPr/>
        </p:nvSpPr>
        <p:spPr>
          <a:xfrm>
            <a:off x="-26987" y="87313"/>
            <a:ext cx="2438400" cy="106363"/>
          </a:xfrm>
          <a:prstGeom prst="rect">
            <a:avLst/>
          </a:prstGeom>
        </p:spPr>
        <p:txBody>
          <a:bodyPr lIns="0" tIns="0" rIns="0" bIns="0" anchor="ctr">
            <a:spAutoFit/>
          </a:bodyPr>
          <a:lstStyle>
            <a:lvl1pPr>
              <a:defRPr sz="1200">
                <a:solidFill>
                  <a:schemeClr val="tx1"/>
                </a:solidFill>
                <a:latin typeface="Arial" panose="020B0604020202020204" pitchFamily="34" charset="0"/>
                <a:ea typeface="宋体" panose="02010600030101010101" pitchFamily="2" charset="-122"/>
              </a:defRPr>
            </a:lvl1pPr>
            <a:lvl2pPr marL="457200">
              <a:defRPr sz="1200">
                <a:solidFill>
                  <a:schemeClr val="tx1"/>
                </a:solidFill>
                <a:latin typeface="Arial" panose="020B0604020202020204" pitchFamily="34" charset="0"/>
                <a:ea typeface="宋体" panose="02010600030101010101" pitchFamily="2" charset="-122"/>
              </a:defRPr>
            </a:lvl2pPr>
            <a:lvl3pPr marL="914400">
              <a:defRPr sz="1200">
                <a:solidFill>
                  <a:schemeClr val="tx1"/>
                </a:solidFill>
                <a:latin typeface="Arial" panose="020B0604020202020204" pitchFamily="34" charset="0"/>
                <a:ea typeface="宋体" panose="02010600030101010101" pitchFamily="2" charset="-122"/>
              </a:defRPr>
            </a:lvl3pPr>
            <a:lvl4pPr marL="1371600">
              <a:defRPr sz="1200">
                <a:solidFill>
                  <a:schemeClr val="tx1"/>
                </a:solidFill>
                <a:latin typeface="Arial" panose="020B0604020202020204" pitchFamily="34" charset="0"/>
                <a:ea typeface="宋体" panose="02010600030101010101" pitchFamily="2" charset="-122"/>
              </a:defRPr>
            </a:lvl4pPr>
            <a:lvl5pPr marL="1828800">
              <a:defRPr sz="1200">
                <a:solidFill>
                  <a:schemeClr val="tx1"/>
                </a:solidFill>
                <a:latin typeface="Arial" panose="020B0604020202020204" pitchFamily="34" charset="0"/>
                <a:ea typeface="宋体" panose="02010600030101010101" pitchFamily="2" charset="-122"/>
              </a:defRPr>
            </a:lvl5pPr>
            <a:lvl6pPr indent="1905"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indent="1905"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indent="1905"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indent="1905"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700" b="0" i="0" u="none" strike="noStrike" kern="1200" cap="none" spc="0" normalizeH="0" baseline="0" noProof="0" smtClean="0">
                <a:ln>
                  <a:noFill/>
                </a:ln>
                <a:solidFill>
                  <a:srgbClr val="000000"/>
                </a:solidFill>
                <a:effectLst/>
                <a:uLnTx/>
                <a:uFillTx/>
                <a:latin typeface="Audi Type Extended" pitchFamily="34" charset="0"/>
                <a:ea typeface="华康黑体W5(P)" pitchFamily="34" charset="-122"/>
                <a:cs typeface="+mn-cs"/>
              </a:rPr>
              <a:t>奥迪销售事业部 </a:t>
            </a:r>
            <a:r>
              <a:rPr kumimoji="0" lang="en-US" altLang="zh-CN" sz="700" b="0" i="0" u="none" strike="noStrike" kern="1200" cap="none" spc="0" normalizeH="0" baseline="0" noProof="0" smtClean="0">
                <a:ln>
                  <a:noFill/>
                </a:ln>
                <a:solidFill>
                  <a:srgbClr val="000000"/>
                </a:solidFill>
                <a:effectLst/>
                <a:uLnTx/>
                <a:uFillTx/>
                <a:latin typeface="Audi Type Extended" pitchFamily="34" charset="0"/>
                <a:ea typeface="华康黑体W5(P)" pitchFamily="34" charset="-122"/>
                <a:cs typeface="+mn-cs"/>
              </a:rPr>
              <a:t>Audi Sales Division</a:t>
            </a:r>
            <a:endParaRPr kumimoji="0" lang="en-GB" altLang="zh-CN" sz="700" b="0" i="0" u="none" strike="noStrike" kern="1200" cap="none" spc="0" normalizeH="0" baseline="0" noProof="0" smtClean="0">
              <a:ln>
                <a:noFill/>
              </a:ln>
              <a:solidFill>
                <a:srgbClr val="000000"/>
              </a:solidFill>
              <a:effectLst/>
              <a:uLnTx/>
              <a:uFillTx/>
              <a:latin typeface="Audi Type Extended" pitchFamily="34" charset="0"/>
              <a:ea typeface="华康黑体W5(P)" pitchFamily="34" charset="-122"/>
              <a:cs typeface="+mn-cs"/>
            </a:endParaRPr>
          </a:p>
        </p:txBody>
      </p:sp>
      <p:sp>
        <p:nvSpPr>
          <p:cNvPr id="3076" name="TextBox 15"/>
          <p:cNvSpPr txBox="1">
            <a:spLocks noChangeArrowheads="1"/>
          </p:cNvSpPr>
          <p:nvPr/>
        </p:nvSpPr>
        <p:spPr bwMode="auto">
          <a:xfrm>
            <a:off x="8615363" y="4763"/>
            <a:ext cx="565150" cy="400050"/>
          </a:xfrm>
          <a:prstGeom prst="rect">
            <a:avLst/>
          </a:prstGeom>
          <a:noFill/>
          <a:ln>
            <a:noFill/>
          </a:ln>
        </p:spPr>
        <p:txBody>
          <a:bodyPr lIns="121917" tIns="60958" rIns="121917" bIns="60958">
            <a:spAutoFit/>
          </a:bodyPr>
          <a:lstStyle>
            <a:lvl1pPr defTabSz="1217930">
              <a:defRPr sz="1200">
                <a:solidFill>
                  <a:schemeClr val="tx1"/>
                </a:solidFill>
                <a:latin typeface="Arial" panose="020B0604020202020204" pitchFamily="34" charset="0"/>
                <a:ea typeface="宋体" panose="02010600030101010101" pitchFamily="2" charset="-122"/>
              </a:defRPr>
            </a:lvl1pPr>
            <a:lvl2pPr marL="742950" indent="-285750" defTabSz="1217930">
              <a:defRPr sz="1200">
                <a:solidFill>
                  <a:schemeClr val="tx1"/>
                </a:solidFill>
                <a:latin typeface="Arial" panose="020B0604020202020204" pitchFamily="34" charset="0"/>
                <a:ea typeface="宋体" panose="02010600030101010101" pitchFamily="2" charset="-122"/>
              </a:defRPr>
            </a:lvl2pPr>
            <a:lvl3pPr marL="1143000" indent="-228600" defTabSz="1217930">
              <a:defRPr sz="1200">
                <a:solidFill>
                  <a:schemeClr val="tx1"/>
                </a:solidFill>
                <a:latin typeface="Arial" panose="020B0604020202020204" pitchFamily="34" charset="0"/>
                <a:ea typeface="宋体" panose="02010600030101010101" pitchFamily="2" charset="-122"/>
              </a:defRPr>
            </a:lvl3pPr>
            <a:lvl4pPr marL="1600200" indent="-228600" defTabSz="1217930">
              <a:defRPr sz="1200">
                <a:solidFill>
                  <a:schemeClr val="tx1"/>
                </a:solidFill>
                <a:latin typeface="Arial" panose="020B0604020202020204" pitchFamily="34" charset="0"/>
                <a:ea typeface="宋体" panose="02010600030101010101" pitchFamily="2" charset="-122"/>
              </a:defRPr>
            </a:lvl4pPr>
            <a:lvl5pPr marL="2057400" indent="-228600" defTabSz="1217930">
              <a:defRPr sz="1200">
                <a:solidFill>
                  <a:schemeClr val="tx1"/>
                </a:solidFill>
                <a:latin typeface="Arial" panose="020B0604020202020204" pitchFamily="34" charset="0"/>
                <a:ea typeface="宋体" panose="02010600030101010101" pitchFamily="2" charset="-122"/>
              </a:defRPr>
            </a:lvl5pPr>
            <a:lvl6pPr marL="2514600" indent="-228600"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121793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ctr" defTabSz="1217930" rtl="0" eaLnBrk="1" fontAlgn="base" latinLnBrk="0" hangingPunct="1">
              <a:lnSpc>
                <a:spcPct val="100000"/>
              </a:lnSpc>
              <a:spcBef>
                <a:spcPct val="0"/>
              </a:spcBef>
              <a:spcAft>
                <a:spcPct val="0"/>
              </a:spcAft>
              <a:buClrTx/>
              <a:buSzTx/>
              <a:buFontTx/>
              <a:buNone/>
              <a:defRPr/>
            </a:pPr>
            <a:fld id="{10B7B181-5031-4B53-83CB-0C4C122D3002}" type="slidenum">
              <a:rPr kumimoji="0" lang="zh-CN" altLang="en-US" sz="1200" b="0" i="0" u="none" strike="noStrike" kern="1200" cap="none" spc="0" normalizeH="0" baseline="0" noProof="0" smtClean="0">
                <a:ln>
                  <a:noFill/>
                </a:ln>
                <a:solidFill>
                  <a:srgbClr val="C6C6C6"/>
                </a:solidFill>
                <a:effectLst/>
                <a:uLnTx/>
                <a:uFillTx/>
                <a:latin typeface="Audi Type" pitchFamily="34" charset="0"/>
                <a:ea typeface="微软雅黑" panose="020B0503020204020204" pitchFamily="34" charset="-122"/>
                <a:cs typeface="+mn-cs"/>
              </a:rPr>
            </a:fld>
            <a:r>
              <a:rPr kumimoji="0" lang="zh-CN" altLang="en-US" sz="1800" b="0" i="0" u="none" strike="noStrike" kern="1200" cap="none" spc="0" normalizeH="0" baseline="0" noProof="0" smtClean="0">
                <a:ln>
                  <a:noFill/>
                </a:ln>
                <a:solidFill>
                  <a:srgbClr val="C6C6C6"/>
                </a:solidFill>
                <a:effectLst/>
                <a:uLnTx/>
                <a:uFillTx/>
                <a:latin typeface="微软雅黑 Light" panose="020B0502040204020203" pitchFamily="34" charset="-122"/>
                <a:ea typeface="微软雅黑 Light" panose="020B0502040204020203" pitchFamily="34" charset="-122"/>
                <a:cs typeface="+mn-cs"/>
              </a:rPr>
              <a:t> </a:t>
            </a:r>
            <a:endParaRPr kumimoji="0" lang="zh-CN" altLang="en-US" sz="1800" b="0" i="0" u="none" strike="noStrike" kern="1200" cap="none" spc="0" normalizeH="0" baseline="0" noProof="0" smtClean="0">
              <a:ln>
                <a:noFill/>
              </a:ln>
              <a:solidFill>
                <a:srgbClr val="C6C6C6"/>
              </a:solidFill>
              <a:effectLst/>
              <a:uLnTx/>
              <a:uFillTx/>
              <a:latin typeface="微软雅黑 Light" panose="020B0502040204020203" pitchFamily="34" charset="-122"/>
              <a:ea typeface="微软雅黑 Light" panose="020B0502040204020203" pitchFamily="34" charset="-122"/>
              <a:cs typeface="+mn-cs"/>
            </a:endParaRPr>
          </a:p>
        </p:txBody>
      </p:sp>
      <p:pic>
        <p:nvPicPr>
          <p:cNvPr id="3077" name="图片 7" descr="一汽-大众 logo"/>
          <p:cNvPicPr>
            <a:picLocks noChangeAspect="1"/>
          </p:cNvPicPr>
          <p:nvPr userDrawn="1"/>
        </p:nvPicPr>
        <p:blipFill>
          <a:blip r:embed="rId10"/>
          <a:stretch>
            <a:fillRect/>
          </a:stretch>
        </p:blipFill>
        <p:spPr>
          <a:xfrm>
            <a:off x="457200" y="6361113"/>
            <a:ext cx="1609725" cy="331787"/>
          </a:xfrm>
          <a:prstGeom prst="rect">
            <a:avLst/>
          </a:prstGeom>
          <a:noFill/>
          <a:ln w="9525">
            <a:noFill/>
          </a:ln>
        </p:spPr>
      </p:pic>
      <p:pic>
        <p:nvPicPr>
          <p:cNvPr id="3078" name="图片 8"/>
          <p:cNvPicPr>
            <a:picLocks noChangeAspect="1"/>
          </p:cNvPicPr>
          <p:nvPr userDrawn="1"/>
        </p:nvPicPr>
        <p:blipFill>
          <a:blip r:embed="rId11"/>
          <a:stretch>
            <a:fillRect/>
          </a:stretch>
        </p:blipFill>
        <p:spPr>
          <a:xfrm>
            <a:off x="6092825" y="6251575"/>
            <a:ext cx="2582863" cy="441325"/>
          </a:xfrm>
          <a:prstGeom prst="rect">
            <a:avLst/>
          </a:prstGeom>
          <a:noFill/>
          <a:ln w="9525">
            <a:noFill/>
          </a:ln>
        </p:spPr>
      </p:pic>
    </p:spTree>
  </p:cSld>
  <p:clrMap bg1="dk1" tx1="lt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Lst>
  <p:timing>
    <p:tnLst>
      <p:par>
        <p:cTn id="1" dur="indefinite" restart="never" nodeType="tmRoot"/>
      </p:par>
    </p:tnLst>
  </p:timing>
  <p:hf sldNum="0" hdr="0" ftr="0" dt="0"/>
  <p:txStyles>
    <p:titleStyle>
      <a:lvl1pPr algn="l" defTabSz="913130" rtl="0" eaLnBrk="0" fontAlgn="base" hangingPunct="0">
        <a:spcBef>
          <a:spcPct val="0"/>
        </a:spcBef>
        <a:spcAft>
          <a:spcPct val="0"/>
        </a:spcAft>
        <a:defRPr sz="2400" b="1" kern="1200">
          <a:solidFill>
            <a:schemeClr val="bg2"/>
          </a:solidFill>
          <a:latin typeface="Audi Type Extended"/>
          <a:ea typeface="华康黑体W9(P)" pitchFamily="34" charset="-122"/>
          <a:cs typeface="华康黑体W9(P)" panose="020B0900000000000000"/>
        </a:defRPr>
      </a:lvl1pPr>
      <a:lvl2pPr algn="l" defTabSz="913130" rtl="0" eaLnBrk="0" fontAlgn="base" hangingPunct="0">
        <a:spcBef>
          <a:spcPct val="0"/>
        </a:spcBef>
        <a:spcAft>
          <a:spcPct val="0"/>
        </a:spcAft>
        <a:defRPr sz="2400" b="1">
          <a:solidFill>
            <a:schemeClr val="bg2"/>
          </a:solidFill>
          <a:latin typeface="Audi Type Extended"/>
          <a:ea typeface="华康黑体W9(P)" panose="020B0900000000000000"/>
          <a:cs typeface="华康黑体W9(P)" panose="020B0900000000000000"/>
        </a:defRPr>
      </a:lvl2pPr>
      <a:lvl3pPr algn="l" defTabSz="913130" rtl="0" eaLnBrk="0" fontAlgn="base" hangingPunct="0">
        <a:spcBef>
          <a:spcPct val="0"/>
        </a:spcBef>
        <a:spcAft>
          <a:spcPct val="0"/>
        </a:spcAft>
        <a:defRPr sz="2400" b="1">
          <a:solidFill>
            <a:schemeClr val="bg2"/>
          </a:solidFill>
          <a:latin typeface="Audi Type Extended"/>
          <a:ea typeface="华康黑体W9(P)" panose="020B0900000000000000"/>
          <a:cs typeface="华康黑体W9(P)" panose="020B0900000000000000"/>
        </a:defRPr>
      </a:lvl3pPr>
      <a:lvl4pPr algn="l" defTabSz="913130" rtl="0" eaLnBrk="0" fontAlgn="base" hangingPunct="0">
        <a:spcBef>
          <a:spcPct val="0"/>
        </a:spcBef>
        <a:spcAft>
          <a:spcPct val="0"/>
        </a:spcAft>
        <a:defRPr sz="2400" b="1">
          <a:solidFill>
            <a:schemeClr val="bg2"/>
          </a:solidFill>
          <a:latin typeface="Audi Type Extended"/>
          <a:ea typeface="华康黑体W9(P)" panose="020B0900000000000000"/>
          <a:cs typeface="华康黑体W9(P)" panose="020B0900000000000000"/>
        </a:defRPr>
      </a:lvl4pPr>
      <a:lvl5pPr algn="l" defTabSz="913130" rtl="0" eaLnBrk="0" fontAlgn="base" hangingPunct="0">
        <a:spcBef>
          <a:spcPct val="0"/>
        </a:spcBef>
        <a:spcAft>
          <a:spcPct val="0"/>
        </a:spcAft>
        <a:defRPr sz="2400" b="1">
          <a:solidFill>
            <a:schemeClr val="bg2"/>
          </a:solidFill>
          <a:latin typeface="Audi Type Extended"/>
          <a:ea typeface="华康黑体W9(P)" panose="020B0900000000000000"/>
          <a:cs typeface="华康黑体W9(P)" panose="020B0900000000000000"/>
        </a:defRPr>
      </a:lvl5pPr>
      <a:lvl6pPr marL="457200" algn="l" defTabSz="913130" rtl="0" fontAlgn="base">
        <a:spcBef>
          <a:spcPct val="0"/>
        </a:spcBef>
        <a:spcAft>
          <a:spcPct val="0"/>
        </a:spcAft>
        <a:defRPr sz="2400" b="1">
          <a:solidFill>
            <a:schemeClr val="bg2"/>
          </a:solidFill>
          <a:latin typeface="Audi Type Extended"/>
          <a:ea typeface="华康黑体W9(P)" panose="020B0900000000000000"/>
          <a:cs typeface="华康黑体W9(P)" panose="020B0900000000000000"/>
        </a:defRPr>
      </a:lvl6pPr>
      <a:lvl7pPr marL="914400" algn="l" defTabSz="913130" rtl="0" fontAlgn="base">
        <a:spcBef>
          <a:spcPct val="0"/>
        </a:spcBef>
        <a:spcAft>
          <a:spcPct val="0"/>
        </a:spcAft>
        <a:defRPr sz="2400" b="1">
          <a:solidFill>
            <a:schemeClr val="bg2"/>
          </a:solidFill>
          <a:latin typeface="Audi Type Extended"/>
          <a:ea typeface="华康黑体W9(P)" panose="020B0900000000000000"/>
          <a:cs typeface="华康黑体W9(P)" panose="020B0900000000000000"/>
        </a:defRPr>
      </a:lvl7pPr>
      <a:lvl8pPr marL="1371600" algn="l" defTabSz="913130" rtl="0" fontAlgn="base">
        <a:spcBef>
          <a:spcPct val="0"/>
        </a:spcBef>
        <a:spcAft>
          <a:spcPct val="0"/>
        </a:spcAft>
        <a:defRPr sz="2400" b="1">
          <a:solidFill>
            <a:schemeClr val="bg2"/>
          </a:solidFill>
          <a:latin typeface="Audi Type Extended"/>
          <a:ea typeface="华康黑体W9(P)" panose="020B0900000000000000"/>
          <a:cs typeface="华康黑体W9(P)" panose="020B0900000000000000"/>
        </a:defRPr>
      </a:lvl8pPr>
      <a:lvl9pPr marL="1828800" algn="l" defTabSz="913130" rtl="0" fontAlgn="base">
        <a:spcBef>
          <a:spcPct val="0"/>
        </a:spcBef>
        <a:spcAft>
          <a:spcPct val="0"/>
        </a:spcAft>
        <a:defRPr sz="2400" b="1">
          <a:solidFill>
            <a:schemeClr val="bg2"/>
          </a:solidFill>
          <a:latin typeface="Audi Type Extended"/>
          <a:ea typeface="华康黑体W9(P)" panose="020B0900000000000000"/>
          <a:cs typeface="华康黑体W9(P)" panose="020B0900000000000000"/>
        </a:defRPr>
      </a:lvl9pPr>
    </p:titleStyle>
    <p:bodyStyle>
      <a:lvl1pPr algn="l" defTabSz="913130" rtl="0" eaLnBrk="0" fontAlgn="base" hangingPunct="0">
        <a:lnSpc>
          <a:spcPct val="150000"/>
        </a:lnSpc>
        <a:spcBef>
          <a:spcPct val="0"/>
        </a:spcBef>
        <a:spcAft>
          <a:spcPct val="0"/>
        </a:spcAft>
        <a:buFont typeface="Arial" panose="020B0604020202020204" pitchFamily="34" charset="0"/>
        <a:defRPr kern="1200">
          <a:solidFill>
            <a:schemeClr val="tx1"/>
          </a:solidFill>
          <a:latin typeface="Audi Type"/>
          <a:ea typeface="微软雅黑" panose="020B0503020204020204" pitchFamily="34" charset="-122"/>
          <a:cs typeface="+mn-cs"/>
        </a:defRPr>
      </a:lvl1pPr>
      <a:lvl2pPr marL="455930" algn="l" defTabSz="913130" rtl="0" eaLnBrk="0" fontAlgn="base" hangingPunct="0">
        <a:lnSpc>
          <a:spcPct val="150000"/>
        </a:lnSpc>
        <a:spcBef>
          <a:spcPct val="0"/>
        </a:spcBef>
        <a:spcAft>
          <a:spcPct val="0"/>
        </a:spcAft>
        <a:buFont typeface="Wingdings" panose="05000000000000000000" pitchFamily="2" charset="2"/>
        <a:buChar char="Ø"/>
        <a:defRPr sz="1600" kern="1200">
          <a:solidFill>
            <a:schemeClr val="tx1"/>
          </a:solidFill>
          <a:latin typeface="Audi Type"/>
          <a:ea typeface="微软雅黑" panose="020B0503020204020204" pitchFamily="34" charset="-122"/>
          <a:cs typeface="+mn-cs"/>
        </a:defRPr>
      </a:lvl2pPr>
      <a:lvl3pPr marL="1198880" indent="-284480" algn="l" defTabSz="913130" rtl="0" eaLnBrk="0" fontAlgn="base" hangingPunct="0">
        <a:lnSpc>
          <a:spcPct val="150000"/>
        </a:lnSpc>
        <a:spcBef>
          <a:spcPct val="0"/>
        </a:spcBef>
        <a:spcAft>
          <a:spcPct val="0"/>
        </a:spcAft>
        <a:buFont typeface="Wingdings" panose="05000000000000000000" pitchFamily="2" charset="2"/>
        <a:buChar char="Ø"/>
        <a:defRPr sz="1400" kern="1200">
          <a:solidFill>
            <a:schemeClr val="tx1"/>
          </a:solidFill>
          <a:latin typeface="Audi Type"/>
          <a:ea typeface="微软雅黑" panose="020B0503020204020204" pitchFamily="34" charset="-122"/>
          <a:cs typeface="+mn-cs"/>
        </a:defRPr>
      </a:lvl3pPr>
      <a:lvl4pPr marL="1598930" indent="-227330" algn="l" defTabSz="91313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微软雅黑" panose="020B0503020204020204" pitchFamily="34" charset="-122"/>
          <a:cs typeface="+mn-cs"/>
        </a:defRPr>
      </a:lvl4pPr>
      <a:lvl5pPr marL="2056130" indent="-227330" algn="l" defTabSz="91313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页面标题 </a:t>
            </a:r>
            <a:r>
              <a:rPr lang="en-US" altLang="zh-CN" dirty="0"/>
              <a:t>Page Title</a:t>
            </a:r>
            <a:r>
              <a:rPr lang="zh-CN" altLang="en-US" dirty="0"/>
              <a:t>，微软雅黑 </a:t>
            </a:r>
            <a:r>
              <a:rPr lang="en-US" altLang="zh-CN" dirty="0"/>
              <a:t>Audi Type Extended</a:t>
            </a:r>
            <a:r>
              <a:rPr lang="zh-CN" altLang="en-US" dirty="0"/>
              <a:t>，</a:t>
            </a:r>
            <a:r>
              <a:rPr lang="en-US" altLang="zh-CN" dirty="0"/>
              <a:t>18</a:t>
            </a:r>
            <a:endParaRPr lang="zh-CN" altLang="en-US" dirty="0"/>
          </a:p>
        </p:txBody>
      </p:sp>
      <p:sp>
        <p:nvSpPr>
          <p:cNvPr id="7" name="Fußzeilenplatzhalter 3"/>
          <p:cNvSpPr txBox="1"/>
          <p:nvPr/>
        </p:nvSpPr>
        <p:spPr>
          <a:xfrm>
            <a:off x="-26987" y="87313"/>
            <a:ext cx="2438400" cy="106363"/>
          </a:xfrm>
          <a:prstGeom prst="rect">
            <a:avLst/>
          </a:prstGeom>
        </p:spPr>
        <p:txBody>
          <a:bodyPr lIns="0" tIns="0" rIns="0" bIns="0" anchor="ctr">
            <a:spAutoFit/>
          </a:bodyPr>
          <a:lstStyle>
            <a:lvl1pPr>
              <a:defRPr sz="1200">
                <a:solidFill>
                  <a:schemeClr val="tx1"/>
                </a:solidFill>
                <a:latin typeface="Arial" panose="020B0604020202020204" pitchFamily="34" charset="0"/>
                <a:ea typeface="宋体" panose="02010600030101010101" pitchFamily="2" charset="-122"/>
              </a:defRPr>
            </a:lvl1pPr>
            <a:lvl2pPr marL="457200">
              <a:defRPr sz="1200">
                <a:solidFill>
                  <a:schemeClr val="tx1"/>
                </a:solidFill>
                <a:latin typeface="Arial" panose="020B0604020202020204" pitchFamily="34" charset="0"/>
                <a:ea typeface="宋体" panose="02010600030101010101" pitchFamily="2" charset="-122"/>
              </a:defRPr>
            </a:lvl2pPr>
            <a:lvl3pPr marL="914400">
              <a:defRPr sz="1200">
                <a:solidFill>
                  <a:schemeClr val="tx1"/>
                </a:solidFill>
                <a:latin typeface="Arial" panose="020B0604020202020204" pitchFamily="34" charset="0"/>
                <a:ea typeface="宋体" panose="02010600030101010101" pitchFamily="2" charset="-122"/>
              </a:defRPr>
            </a:lvl3pPr>
            <a:lvl4pPr marL="1371600">
              <a:defRPr sz="1200">
                <a:solidFill>
                  <a:schemeClr val="tx1"/>
                </a:solidFill>
                <a:latin typeface="Arial" panose="020B0604020202020204" pitchFamily="34" charset="0"/>
                <a:ea typeface="宋体" panose="02010600030101010101" pitchFamily="2" charset="-122"/>
              </a:defRPr>
            </a:lvl4pPr>
            <a:lvl5pPr marL="1828800">
              <a:defRPr sz="1200">
                <a:solidFill>
                  <a:schemeClr val="tx1"/>
                </a:solidFill>
                <a:latin typeface="Arial" panose="020B0604020202020204" pitchFamily="34" charset="0"/>
                <a:ea typeface="宋体" panose="02010600030101010101" pitchFamily="2" charset="-122"/>
              </a:defRPr>
            </a:lvl5pPr>
            <a:lvl6pPr indent="1905"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indent="1905"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indent="1905"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indent="1905"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700" b="0" i="0" u="none" strike="noStrike" kern="1200" cap="none" spc="0" normalizeH="0" baseline="0" noProof="0" smtClean="0">
                <a:ln>
                  <a:noFill/>
                </a:ln>
                <a:solidFill>
                  <a:schemeClr val="bg2"/>
                </a:solidFill>
                <a:effectLst/>
                <a:uLnTx/>
                <a:uFillTx/>
                <a:latin typeface="Audi Type Extended" pitchFamily="34" charset="0"/>
                <a:ea typeface="微软雅黑" panose="020B0503020204020204" pitchFamily="34" charset="-122"/>
                <a:cs typeface="+mn-cs"/>
              </a:rPr>
              <a:t>奥迪销售事业部 </a:t>
            </a:r>
            <a:r>
              <a:rPr kumimoji="0" lang="en-US" altLang="zh-CN" sz="700" b="0" i="0" u="none" strike="noStrike" kern="1200" cap="none" spc="0" normalizeH="0" baseline="0" noProof="0" smtClean="0">
                <a:ln>
                  <a:noFill/>
                </a:ln>
                <a:solidFill>
                  <a:schemeClr val="bg2"/>
                </a:solidFill>
                <a:effectLst/>
                <a:uLnTx/>
                <a:uFillTx/>
                <a:latin typeface="Audi Type Extended" pitchFamily="34" charset="0"/>
                <a:ea typeface="微软雅黑" panose="020B0503020204020204" pitchFamily="34" charset="-122"/>
                <a:cs typeface="+mn-cs"/>
              </a:rPr>
              <a:t>Audi Sales Division</a:t>
            </a:r>
            <a:endParaRPr kumimoji="0" lang="en-GB" altLang="zh-CN" sz="700" b="0" i="0" u="none" strike="noStrike" kern="1200" cap="none" spc="0" normalizeH="0" baseline="0" noProof="0" smtClean="0">
              <a:ln>
                <a:noFill/>
              </a:ln>
              <a:solidFill>
                <a:schemeClr val="bg2"/>
              </a:solidFill>
              <a:effectLst/>
              <a:uLnTx/>
              <a:uFillTx/>
              <a:latin typeface="Audi Type Extended" pitchFamily="34" charset="0"/>
              <a:ea typeface="微软雅黑" panose="020B0503020204020204" pitchFamily="34" charset="-122"/>
              <a:cs typeface="+mn-cs"/>
            </a:endParaRPr>
          </a:p>
        </p:txBody>
      </p:sp>
      <p:sp>
        <p:nvSpPr>
          <p:cNvPr id="4100" name="TextBox 15"/>
          <p:cNvSpPr txBox="1"/>
          <p:nvPr userDrawn="1"/>
        </p:nvSpPr>
        <p:spPr>
          <a:xfrm>
            <a:off x="8615363" y="4763"/>
            <a:ext cx="565150" cy="368300"/>
          </a:xfrm>
          <a:prstGeom prst="rect">
            <a:avLst/>
          </a:prstGeom>
          <a:noFill/>
          <a:ln w="9525">
            <a:noFill/>
          </a:ln>
        </p:spPr>
        <p:txBody>
          <a:bodyPr>
            <a:spAutoFit/>
          </a:bodyPr>
          <a:lstStyle/>
          <a:p>
            <a:pPr lvl="0" algn="ctr"/>
            <a:fld id="{9A0DB2DC-4C9A-4742-B13C-FB6460FD3503}" type="slidenum">
              <a:rPr lang="zh-CN" altLang="en-US" dirty="0">
                <a:solidFill>
                  <a:schemeClr val="accent1"/>
                </a:solidFill>
                <a:latin typeface="Audi Type" pitchFamily="34" charset="0"/>
                <a:ea typeface="微软雅黑" panose="020B0503020204020204" pitchFamily="34" charset="-122"/>
              </a:rPr>
            </a:fld>
            <a:r>
              <a:rPr lang="zh-CN" altLang="en-US" sz="1800" dirty="0">
                <a:solidFill>
                  <a:schemeClr val="accent1"/>
                </a:solidFill>
                <a:latin typeface="微软雅黑 Light" panose="020B0502040204020203" pitchFamily="34" charset="-122"/>
                <a:ea typeface="微软雅黑 Light" panose="020B0502040204020203" pitchFamily="34" charset="-122"/>
              </a:rPr>
              <a:t> </a:t>
            </a:r>
            <a:endParaRPr lang="zh-CN" altLang="en-US" sz="1800" dirty="0">
              <a:solidFill>
                <a:schemeClr val="accent1"/>
              </a:solidFill>
              <a:latin typeface="微软雅黑 Light" panose="020B0502040204020203" pitchFamily="34" charset="-122"/>
              <a:ea typeface="微软雅黑 Light" panose="020B0502040204020203" pitchFamily="34" charset="-122"/>
            </a:endParaRPr>
          </a:p>
        </p:txBody>
      </p:sp>
      <p:pic>
        <p:nvPicPr>
          <p:cNvPr id="4101" name="图片 7" descr="一汽-大众 logo"/>
          <p:cNvPicPr>
            <a:picLocks noChangeAspect="1"/>
          </p:cNvPicPr>
          <p:nvPr userDrawn="1"/>
        </p:nvPicPr>
        <p:blipFill>
          <a:blip r:embed="rId9" cstate="email"/>
          <a:stretch>
            <a:fillRect/>
          </a:stretch>
        </p:blipFill>
        <p:spPr>
          <a:xfrm>
            <a:off x="457200" y="6265863"/>
            <a:ext cx="1609725" cy="331787"/>
          </a:xfrm>
          <a:prstGeom prst="rect">
            <a:avLst/>
          </a:prstGeom>
          <a:noFill/>
          <a:ln w="9525">
            <a:noFill/>
          </a:ln>
        </p:spPr>
      </p:pic>
      <p:pic>
        <p:nvPicPr>
          <p:cNvPr id="4102" name="图片 8"/>
          <p:cNvPicPr>
            <a:picLocks noChangeAspect="1"/>
          </p:cNvPicPr>
          <p:nvPr userDrawn="1"/>
        </p:nvPicPr>
        <p:blipFill>
          <a:blip r:embed="rId10" cstate="email"/>
          <a:stretch>
            <a:fillRect/>
          </a:stretch>
        </p:blipFill>
        <p:spPr>
          <a:xfrm>
            <a:off x="6092825" y="6251575"/>
            <a:ext cx="2582863" cy="441325"/>
          </a:xfrm>
          <a:prstGeom prst="rect">
            <a:avLst/>
          </a:prstGeom>
          <a:noFill/>
          <a:ln w="9525">
            <a:noFill/>
          </a:ln>
        </p:spPr>
      </p:pic>
    </p:spTree>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Lst>
  <p:hf sldNum="0" hdr="0" ftr="0" dt="0"/>
  <p:txStyles>
    <p:titleStyle>
      <a:lvl1pPr algn="l" defTabSz="913130" rtl="0" eaLnBrk="0" fontAlgn="base" hangingPunct="0">
        <a:spcBef>
          <a:spcPct val="0"/>
        </a:spcBef>
        <a:spcAft>
          <a:spcPct val="0"/>
        </a:spcAft>
        <a:defRPr sz="2400" b="1" kern="1200">
          <a:solidFill>
            <a:schemeClr val="bg2"/>
          </a:solidFill>
          <a:latin typeface="Audi Type Extended"/>
          <a:ea typeface="微软雅黑" panose="020B0503020204020204" pitchFamily="34" charset="-122"/>
          <a:cs typeface="+mj-cs"/>
        </a:defRPr>
      </a:lvl1pPr>
      <a:lvl2pPr algn="l" defTabSz="913130" rtl="0" eaLnBrk="0" fontAlgn="base" hangingPunct="0">
        <a:spcBef>
          <a:spcPct val="0"/>
        </a:spcBef>
        <a:spcAft>
          <a:spcPct val="0"/>
        </a:spcAft>
        <a:defRPr sz="2400" b="1">
          <a:solidFill>
            <a:schemeClr val="bg2"/>
          </a:solidFill>
          <a:latin typeface="Audi Type Extended" pitchFamily="34" charset="0"/>
          <a:ea typeface="微软雅黑" panose="020B0503020204020204" pitchFamily="34" charset="-122"/>
        </a:defRPr>
      </a:lvl2pPr>
      <a:lvl3pPr algn="l" defTabSz="913130" rtl="0" eaLnBrk="0" fontAlgn="base" hangingPunct="0">
        <a:spcBef>
          <a:spcPct val="0"/>
        </a:spcBef>
        <a:spcAft>
          <a:spcPct val="0"/>
        </a:spcAft>
        <a:defRPr sz="2400" b="1">
          <a:solidFill>
            <a:schemeClr val="bg2"/>
          </a:solidFill>
          <a:latin typeface="Audi Type Extended" pitchFamily="34" charset="0"/>
          <a:ea typeface="微软雅黑" panose="020B0503020204020204" pitchFamily="34" charset="-122"/>
        </a:defRPr>
      </a:lvl3pPr>
      <a:lvl4pPr algn="l" defTabSz="913130" rtl="0" eaLnBrk="0" fontAlgn="base" hangingPunct="0">
        <a:spcBef>
          <a:spcPct val="0"/>
        </a:spcBef>
        <a:spcAft>
          <a:spcPct val="0"/>
        </a:spcAft>
        <a:defRPr sz="2400" b="1">
          <a:solidFill>
            <a:schemeClr val="bg2"/>
          </a:solidFill>
          <a:latin typeface="Audi Type Extended" pitchFamily="34" charset="0"/>
          <a:ea typeface="微软雅黑" panose="020B0503020204020204" pitchFamily="34" charset="-122"/>
        </a:defRPr>
      </a:lvl4pPr>
      <a:lvl5pPr algn="l" defTabSz="913130" rtl="0" eaLnBrk="0" fontAlgn="base" hangingPunct="0">
        <a:spcBef>
          <a:spcPct val="0"/>
        </a:spcBef>
        <a:spcAft>
          <a:spcPct val="0"/>
        </a:spcAft>
        <a:defRPr sz="2400" b="1">
          <a:solidFill>
            <a:schemeClr val="bg2"/>
          </a:solidFill>
          <a:latin typeface="Audi Type Extended" pitchFamily="34" charset="0"/>
          <a:ea typeface="微软雅黑" panose="020B0503020204020204" pitchFamily="34" charset="-122"/>
        </a:defRPr>
      </a:lvl5pPr>
      <a:lvl6pPr marL="457200" algn="l" defTabSz="913130" rtl="0" fontAlgn="base">
        <a:spcBef>
          <a:spcPct val="0"/>
        </a:spcBef>
        <a:spcAft>
          <a:spcPct val="0"/>
        </a:spcAft>
        <a:defRPr sz="2400" b="1">
          <a:solidFill>
            <a:schemeClr val="bg2"/>
          </a:solidFill>
          <a:latin typeface="Audi Type Extended" pitchFamily="34" charset="0"/>
          <a:ea typeface="微软雅黑" panose="020B0503020204020204" pitchFamily="34" charset="-122"/>
        </a:defRPr>
      </a:lvl6pPr>
      <a:lvl7pPr marL="914400" algn="l" defTabSz="913130" rtl="0" fontAlgn="base">
        <a:spcBef>
          <a:spcPct val="0"/>
        </a:spcBef>
        <a:spcAft>
          <a:spcPct val="0"/>
        </a:spcAft>
        <a:defRPr sz="2400" b="1">
          <a:solidFill>
            <a:schemeClr val="bg2"/>
          </a:solidFill>
          <a:latin typeface="Audi Type Extended" pitchFamily="34" charset="0"/>
          <a:ea typeface="微软雅黑" panose="020B0503020204020204" pitchFamily="34" charset="-122"/>
        </a:defRPr>
      </a:lvl7pPr>
      <a:lvl8pPr marL="1371600" algn="l" defTabSz="913130" rtl="0" fontAlgn="base">
        <a:spcBef>
          <a:spcPct val="0"/>
        </a:spcBef>
        <a:spcAft>
          <a:spcPct val="0"/>
        </a:spcAft>
        <a:defRPr sz="2400" b="1">
          <a:solidFill>
            <a:schemeClr val="bg2"/>
          </a:solidFill>
          <a:latin typeface="Audi Type Extended" pitchFamily="34" charset="0"/>
          <a:ea typeface="微软雅黑" panose="020B0503020204020204" pitchFamily="34" charset="-122"/>
        </a:defRPr>
      </a:lvl8pPr>
      <a:lvl9pPr marL="1828800" algn="l" defTabSz="913130" rtl="0" fontAlgn="base">
        <a:spcBef>
          <a:spcPct val="0"/>
        </a:spcBef>
        <a:spcAft>
          <a:spcPct val="0"/>
        </a:spcAft>
        <a:defRPr sz="2400" b="1">
          <a:solidFill>
            <a:schemeClr val="bg2"/>
          </a:solidFill>
          <a:latin typeface="Audi Type Extended" pitchFamily="34" charset="0"/>
          <a:ea typeface="微软雅黑" panose="020B0503020204020204" pitchFamily="34" charset="-122"/>
        </a:defRPr>
      </a:lvl9pPr>
    </p:titleStyle>
    <p:bodyStyle>
      <a:lvl1pPr algn="l" defTabSz="913130" rtl="0" eaLnBrk="0" fontAlgn="base" hangingPunct="0">
        <a:lnSpc>
          <a:spcPct val="150000"/>
        </a:lnSpc>
        <a:spcBef>
          <a:spcPct val="0"/>
        </a:spcBef>
        <a:spcAft>
          <a:spcPct val="0"/>
        </a:spcAft>
        <a:buFont typeface="Arial" panose="020B0604020202020204" pitchFamily="34" charset="0"/>
        <a:defRPr kern="1200">
          <a:solidFill>
            <a:schemeClr val="tx1"/>
          </a:solidFill>
          <a:latin typeface="Audi Type"/>
          <a:ea typeface="微软雅黑" panose="020B0503020204020204" pitchFamily="34" charset="-122"/>
          <a:cs typeface="+mn-cs"/>
        </a:defRPr>
      </a:lvl1pPr>
      <a:lvl2pPr marL="455930" algn="l" defTabSz="913130" rtl="0" eaLnBrk="0" fontAlgn="base" hangingPunct="0">
        <a:lnSpc>
          <a:spcPct val="150000"/>
        </a:lnSpc>
        <a:spcBef>
          <a:spcPct val="0"/>
        </a:spcBef>
        <a:spcAft>
          <a:spcPct val="0"/>
        </a:spcAft>
        <a:buFont typeface="Wingdings" panose="05000000000000000000" pitchFamily="2" charset="2"/>
        <a:buChar char="Ø"/>
        <a:defRPr sz="1600" kern="1200">
          <a:solidFill>
            <a:schemeClr val="tx1"/>
          </a:solidFill>
          <a:latin typeface="Audi Type"/>
          <a:ea typeface="微软雅黑" panose="020B0503020204020204" pitchFamily="34" charset="-122"/>
          <a:cs typeface="+mn-cs"/>
        </a:defRPr>
      </a:lvl2pPr>
      <a:lvl3pPr marL="1198880" indent="-284480" algn="l" defTabSz="913130" rtl="0" eaLnBrk="0" fontAlgn="base" hangingPunct="0">
        <a:lnSpc>
          <a:spcPct val="150000"/>
        </a:lnSpc>
        <a:spcBef>
          <a:spcPct val="0"/>
        </a:spcBef>
        <a:spcAft>
          <a:spcPct val="0"/>
        </a:spcAft>
        <a:buFont typeface="Wingdings" panose="05000000000000000000" pitchFamily="2" charset="2"/>
        <a:buChar char="Ø"/>
        <a:defRPr sz="1400" kern="1200">
          <a:solidFill>
            <a:schemeClr val="tx1"/>
          </a:solidFill>
          <a:latin typeface="Audi Type"/>
          <a:ea typeface="微软雅黑" panose="020B0503020204020204" pitchFamily="34" charset="-122"/>
          <a:cs typeface="+mn-cs"/>
        </a:defRPr>
      </a:lvl3pPr>
      <a:lvl4pPr marL="1598930" indent="-227330" algn="l" defTabSz="91313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微软雅黑" panose="020B0503020204020204" pitchFamily="34" charset="-122"/>
          <a:cs typeface="+mn-cs"/>
        </a:defRPr>
      </a:lvl4pPr>
      <a:lvl5pPr marL="2056130" indent="-227330" algn="l" defTabSz="91313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页面标题 </a:t>
            </a:r>
            <a:r>
              <a:rPr lang="en-US" altLang="zh-CN" dirty="0"/>
              <a:t>Page Title</a:t>
            </a:r>
            <a:r>
              <a:rPr lang="zh-CN" altLang="en-US" dirty="0"/>
              <a:t>，微软雅黑 </a:t>
            </a:r>
            <a:r>
              <a:rPr lang="en-US" altLang="zh-CN" dirty="0"/>
              <a:t>Audi Type Extended</a:t>
            </a:r>
            <a:r>
              <a:rPr lang="zh-CN" altLang="en-US" dirty="0"/>
              <a:t>，</a:t>
            </a:r>
            <a:r>
              <a:rPr lang="en-US" altLang="zh-CN" dirty="0"/>
              <a:t>18</a:t>
            </a:r>
            <a:endParaRPr lang="zh-CN" altLang="en-US" dirty="0"/>
          </a:p>
        </p:txBody>
      </p:sp>
      <p:sp>
        <p:nvSpPr>
          <p:cNvPr id="7" name="Fußzeilenplatzhalter 3"/>
          <p:cNvSpPr txBox="1"/>
          <p:nvPr/>
        </p:nvSpPr>
        <p:spPr>
          <a:xfrm>
            <a:off x="-26987" y="87313"/>
            <a:ext cx="2438400" cy="106363"/>
          </a:xfrm>
          <a:prstGeom prst="rect">
            <a:avLst/>
          </a:prstGeom>
        </p:spPr>
        <p:txBody>
          <a:bodyPr lIns="0" tIns="0" rIns="0" bIns="0" anchor="ctr">
            <a:spAutoFit/>
          </a:bodyPr>
          <a:lstStyle>
            <a:lvl1pPr>
              <a:defRPr sz="1200">
                <a:solidFill>
                  <a:schemeClr val="tx1"/>
                </a:solidFill>
                <a:latin typeface="Arial" panose="020B0604020202020204" pitchFamily="34" charset="0"/>
                <a:ea typeface="宋体" panose="02010600030101010101" pitchFamily="2" charset="-122"/>
              </a:defRPr>
            </a:lvl1pPr>
            <a:lvl2pPr marL="457200">
              <a:defRPr sz="1200">
                <a:solidFill>
                  <a:schemeClr val="tx1"/>
                </a:solidFill>
                <a:latin typeface="Arial" panose="020B0604020202020204" pitchFamily="34" charset="0"/>
                <a:ea typeface="宋体" panose="02010600030101010101" pitchFamily="2" charset="-122"/>
              </a:defRPr>
            </a:lvl2pPr>
            <a:lvl3pPr marL="914400">
              <a:defRPr sz="1200">
                <a:solidFill>
                  <a:schemeClr val="tx1"/>
                </a:solidFill>
                <a:latin typeface="Arial" panose="020B0604020202020204" pitchFamily="34" charset="0"/>
                <a:ea typeface="宋体" panose="02010600030101010101" pitchFamily="2" charset="-122"/>
              </a:defRPr>
            </a:lvl3pPr>
            <a:lvl4pPr marL="1371600">
              <a:defRPr sz="1200">
                <a:solidFill>
                  <a:schemeClr val="tx1"/>
                </a:solidFill>
                <a:latin typeface="Arial" panose="020B0604020202020204" pitchFamily="34" charset="0"/>
                <a:ea typeface="宋体" panose="02010600030101010101" pitchFamily="2" charset="-122"/>
              </a:defRPr>
            </a:lvl4pPr>
            <a:lvl5pPr marL="1828800">
              <a:defRPr sz="1200">
                <a:solidFill>
                  <a:schemeClr val="tx1"/>
                </a:solidFill>
                <a:latin typeface="Arial" panose="020B0604020202020204" pitchFamily="34" charset="0"/>
                <a:ea typeface="宋体" panose="02010600030101010101" pitchFamily="2" charset="-122"/>
              </a:defRPr>
            </a:lvl5pPr>
            <a:lvl6pPr indent="1905"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indent="1905"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indent="1905"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indent="1905"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700" b="0" i="0" u="none" strike="noStrike" kern="1200" cap="none" spc="0" normalizeH="0" baseline="0" noProof="0" smtClean="0">
                <a:ln>
                  <a:noFill/>
                </a:ln>
                <a:solidFill>
                  <a:srgbClr val="000000"/>
                </a:solidFill>
                <a:effectLst/>
                <a:uLnTx/>
                <a:uFillTx/>
                <a:latin typeface="Audi Type Extended" pitchFamily="34" charset="0"/>
                <a:ea typeface="微软雅黑" panose="020B0503020204020204" pitchFamily="34" charset="-122"/>
                <a:cs typeface="+mn-cs"/>
              </a:rPr>
              <a:t>奥迪销售事业部 </a:t>
            </a:r>
            <a:r>
              <a:rPr kumimoji="0" lang="en-US" altLang="zh-CN" sz="700" b="0" i="0" u="none" strike="noStrike" kern="1200" cap="none" spc="0" normalizeH="0" baseline="0" noProof="0" smtClean="0">
                <a:ln>
                  <a:noFill/>
                </a:ln>
                <a:solidFill>
                  <a:srgbClr val="000000"/>
                </a:solidFill>
                <a:effectLst/>
                <a:uLnTx/>
                <a:uFillTx/>
                <a:latin typeface="Audi Type Extended" pitchFamily="34" charset="0"/>
                <a:ea typeface="微软雅黑" panose="020B0503020204020204" pitchFamily="34" charset="-122"/>
                <a:cs typeface="+mn-cs"/>
              </a:rPr>
              <a:t>Audi Sales Division</a:t>
            </a:r>
            <a:endParaRPr kumimoji="0" lang="en-GB" altLang="zh-CN" sz="700" b="0" i="0" u="none" strike="noStrike" kern="1200" cap="none" spc="0" normalizeH="0" baseline="0" noProof="0" smtClean="0">
              <a:ln>
                <a:noFill/>
              </a:ln>
              <a:solidFill>
                <a:srgbClr val="000000"/>
              </a:solidFill>
              <a:effectLst/>
              <a:uLnTx/>
              <a:uFillTx/>
              <a:latin typeface="Audi Type Extended" pitchFamily="34" charset="0"/>
              <a:ea typeface="微软雅黑" panose="020B0503020204020204" pitchFamily="34" charset="-122"/>
              <a:cs typeface="+mn-cs"/>
            </a:endParaRPr>
          </a:p>
        </p:txBody>
      </p:sp>
      <p:sp>
        <p:nvSpPr>
          <p:cNvPr id="5124" name="TextBox 15"/>
          <p:cNvSpPr txBox="1"/>
          <p:nvPr userDrawn="1"/>
        </p:nvSpPr>
        <p:spPr>
          <a:xfrm>
            <a:off x="8615363" y="4763"/>
            <a:ext cx="565150" cy="368300"/>
          </a:xfrm>
          <a:prstGeom prst="rect">
            <a:avLst/>
          </a:prstGeom>
          <a:noFill/>
          <a:ln w="9525">
            <a:noFill/>
          </a:ln>
        </p:spPr>
        <p:txBody>
          <a:bodyPr>
            <a:spAutoFit/>
          </a:bodyPr>
          <a:lstStyle/>
          <a:p>
            <a:pPr lvl="0" algn="ctr" eaLnBrk="1" hangingPunct="1"/>
            <a:fld id="{9A0DB2DC-4C9A-4742-B13C-FB6460FD3503}" type="slidenum">
              <a:rPr lang="zh-CN" altLang="en-US" dirty="0">
                <a:solidFill>
                  <a:srgbClr val="C6C6C6"/>
                </a:solidFill>
                <a:latin typeface="Audi Type" pitchFamily="34" charset="0"/>
                <a:ea typeface="微软雅黑" panose="020B0503020204020204" pitchFamily="34" charset="-122"/>
              </a:rPr>
            </a:fld>
            <a:r>
              <a:rPr lang="zh-CN" altLang="en-US" sz="1800" dirty="0">
                <a:solidFill>
                  <a:srgbClr val="C6C6C6"/>
                </a:solidFill>
                <a:latin typeface="微软雅黑 Light" panose="020B0502040204020203" pitchFamily="34" charset="-122"/>
                <a:ea typeface="微软雅黑 Light" panose="020B0502040204020203" pitchFamily="34" charset="-122"/>
              </a:rPr>
              <a:t> </a:t>
            </a:r>
            <a:endParaRPr lang="zh-CN" altLang="en-US" sz="1800" dirty="0">
              <a:solidFill>
                <a:srgbClr val="C6C6C6"/>
              </a:solidFill>
              <a:latin typeface="微软雅黑 Light" panose="020B0502040204020203" pitchFamily="34" charset="-122"/>
              <a:ea typeface="微软雅黑 Light" panose="020B0502040204020203" pitchFamily="34" charset="-122"/>
            </a:endParaRPr>
          </a:p>
        </p:txBody>
      </p:sp>
      <p:pic>
        <p:nvPicPr>
          <p:cNvPr id="5125" name="图片 7" descr="一汽-大众 logo"/>
          <p:cNvPicPr>
            <a:picLocks noChangeAspect="1"/>
          </p:cNvPicPr>
          <p:nvPr userDrawn="1"/>
        </p:nvPicPr>
        <p:blipFill>
          <a:blip r:embed="rId8" cstate="email"/>
          <a:stretch>
            <a:fillRect/>
          </a:stretch>
        </p:blipFill>
        <p:spPr>
          <a:xfrm>
            <a:off x="457200" y="6265863"/>
            <a:ext cx="1609725" cy="331787"/>
          </a:xfrm>
          <a:prstGeom prst="rect">
            <a:avLst/>
          </a:prstGeom>
          <a:noFill/>
          <a:ln w="9525">
            <a:noFill/>
          </a:ln>
        </p:spPr>
      </p:pic>
      <p:pic>
        <p:nvPicPr>
          <p:cNvPr id="5126" name="图片 8"/>
          <p:cNvPicPr>
            <a:picLocks noChangeAspect="1"/>
          </p:cNvPicPr>
          <p:nvPr userDrawn="1"/>
        </p:nvPicPr>
        <p:blipFill>
          <a:blip r:embed="rId9" cstate="email"/>
          <a:stretch>
            <a:fillRect/>
          </a:stretch>
        </p:blipFill>
        <p:spPr>
          <a:xfrm>
            <a:off x="6092825" y="6251575"/>
            <a:ext cx="2582863" cy="441325"/>
          </a:xfrm>
          <a:prstGeom prst="rect">
            <a:avLst/>
          </a:prstGeom>
          <a:noFill/>
          <a:ln w="9525">
            <a:noFill/>
          </a:ln>
        </p:spPr>
      </p:pic>
    </p:spTree>
  </p:cSld>
  <p:clrMap bg1="dk1" tx1="lt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Lst>
  <p:hf sldNum="0" hdr="0" ftr="0" dt="0"/>
  <p:txStyles>
    <p:titleStyle>
      <a:lvl1pPr algn="l" defTabSz="913130" rtl="0" eaLnBrk="0" fontAlgn="base" hangingPunct="0">
        <a:spcBef>
          <a:spcPct val="0"/>
        </a:spcBef>
        <a:spcAft>
          <a:spcPct val="0"/>
        </a:spcAft>
        <a:defRPr sz="2400" b="1" kern="1200">
          <a:solidFill>
            <a:schemeClr val="bg2"/>
          </a:solidFill>
          <a:latin typeface="Audi Type Extended"/>
          <a:ea typeface="微软雅黑" panose="020B0503020204020204" pitchFamily="34" charset="-122"/>
          <a:cs typeface="+mj-cs"/>
        </a:defRPr>
      </a:lvl1pPr>
      <a:lvl2pPr algn="l" defTabSz="913130" rtl="0" eaLnBrk="0" fontAlgn="base" hangingPunct="0">
        <a:spcBef>
          <a:spcPct val="0"/>
        </a:spcBef>
        <a:spcAft>
          <a:spcPct val="0"/>
        </a:spcAft>
        <a:defRPr sz="2400" b="1">
          <a:solidFill>
            <a:schemeClr val="bg2"/>
          </a:solidFill>
          <a:latin typeface="Audi Type Extended"/>
          <a:ea typeface="微软雅黑" panose="020B0503020204020204" pitchFamily="34" charset="-122"/>
        </a:defRPr>
      </a:lvl2pPr>
      <a:lvl3pPr algn="l" defTabSz="913130" rtl="0" eaLnBrk="0" fontAlgn="base" hangingPunct="0">
        <a:spcBef>
          <a:spcPct val="0"/>
        </a:spcBef>
        <a:spcAft>
          <a:spcPct val="0"/>
        </a:spcAft>
        <a:defRPr sz="2400" b="1">
          <a:solidFill>
            <a:schemeClr val="bg2"/>
          </a:solidFill>
          <a:latin typeface="Audi Type Extended"/>
          <a:ea typeface="微软雅黑" panose="020B0503020204020204" pitchFamily="34" charset="-122"/>
        </a:defRPr>
      </a:lvl3pPr>
      <a:lvl4pPr algn="l" defTabSz="913130" rtl="0" eaLnBrk="0" fontAlgn="base" hangingPunct="0">
        <a:spcBef>
          <a:spcPct val="0"/>
        </a:spcBef>
        <a:spcAft>
          <a:spcPct val="0"/>
        </a:spcAft>
        <a:defRPr sz="2400" b="1">
          <a:solidFill>
            <a:schemeClr val="bg2"/>
          </a:solidFill>
          <a:latin typeface="Audi Type Extended"/>
          <a:ea typeface="微软雅黑" panose="020B0503020204020204" pitchFamily="34" charset="-122"/>
        </a:defRPr>
      </a:lvl4pPr>
      <a:lvl5pPr algn="l" defTabSz="913130" rtl="0" eaLnBrk="0" fontAlgn="base" hangingPunct="0">
        <a:spcBef>
          <a:spcPct val="0"/>
        </a:spcBef>
        <a:spcAft>
          <a:spcPct val="0"/>
        </a:spcAft>
        <a:defRPr sz="2400" b="1">
          <a:solidFill>
            <a:schemeClr val="bg2"/>
          </a:solidFill>
          <a:latin typeface="Audi Type Extended"/>
          <a:ea typeface="微软雅黑" panose="020B0503020204020204" pitchFamily="34" charset="-122"/>
        </a:defRPr>
      </a:lvl5pPr>
      <a:lvl6pPr marL="457200" algn="l" defTabSz="913130" rtl="0" fontAlgn="base">
        <a:spcBef>
          <a:spcPct val="0"/>
        </a:spcBef>
        <a:spcAft>
          <a:spcPct val="0"/>
        </a:spcAft>
        <a:defRPr sz="2400" b="1">
          <a:solidFill>
            <a:schemeClr val="bg2"/>
          </a:solidFill>
          <a:latin typeface="Audi Type Extended"/>
          <a:ea typeface="微软雅黑" panose="020B0503020204020204" pitchFamily="34" charset="-122"/>
        </a:defRPr>
      </a:lvl6pPr>
      <a:lvl7pPr marL="914400" algn="l" defTabSz="913130" rtl="0" fontAlgn="base">
        <a:spcBef>
          <a:spcPct val="0"/>
        </a:spcBef>
        <a:spcAft>
          <a:spcPct val="0"/>
        </a:spcAft>
        <a:defRPr sz="2400" b="1">
          <a:solidFill>
            <a:schemeClr val="bg2"/>
          </a:solidFill>
          <a:latin typeface="Audi Type Extended"/>
          <a:ea typeface="微软雅黑" panose="020B0503020204020204" pitchFamily="34" charset="-122"/>
        </a:defRPr>
      </a:lvl7pPr>
      <a:lvl8pPr marL="1371600" algn="l" defTabSz="913130" rtl="0" fontAlgn="base">
        <a:spcBef>
          <a:spcPct val="0"/>
        </a:spcBef>
        <a:spcAft>
          <a:spcPct val="0"/>
        </a:spcAft>
        <a:defRPr sz="2400" b="1">
          <a:solidFill>
            <a:schemeClr val="bg2"/>
          </a:solidFill>
          <a:latin typeface="Audi Type Extended"/>
          <a:ea typeface="微软雅黑" panose="020B0503020204020204" pitchFamily="34" charset="-122"/>
        </a:defRPr>
      </a:lvl8pPr>
      <a:lvl9pPr marL="1828800" algn="l" defTabSz="913130" rtl="0" fontAlgn="base">
        <a:spcBef>
          <a:spcPct val="0"/>
        </a:spcBef>
        <a:spcAft>
          <a:spcPct val="0"/>
        </a:spcAft>
        <a:defRPr sz="2400" b="1">
          <a:solidFill>
            <a:schemeClr val="bg2"/>
          </a:solidFill>
          <a:latin typeface="Audi Type Extended"/>
          <a:ea typeface="微软雅黑" panose="020B0503020204020204" pitchFamily="34" charset="-122"/>
        </a:defRPr>
      </a:lvl9pPr>
    </p:titleStyle>
    <p:bodyStyle>
      <a:lvl1pPr algn="l" defTabSz="913130" rtl="0" eaLnBrk="0" fontAlgn="base" hangingPunct="0">
        <a:lnSpc>
          <a:spcPct val="150000"/>
        </a:lnSpc>
        <a:spcBef>
          <a:spcPct val="0"/>
        </a:spcBef>
        <a:spcAft>
          <a:spcPct val="0"/>
        </a:spcAft>
        <a:buFont typeface="Arial" panose="020B0604020202020204" pitchFamily="34" charset="0"/>
        <a:defRPr kern="1200">
          <a:solidFill>
            <a:schemeClr val="tx1"/>
          </a:solidFill>
          <a:latin typeface="Audi Type"/>
          <a:ea typeface="微软雅黑" panose="020B0503020204020204" pitchFamily="34" charset="-122"/>
          <a:cs typeface="+mn-cs"/>
        </a:defRPr>
      </a:lvl1pPr>
      <a:lvl2pPr marL="455930" algn="l" defTabSz="913130" rtl="0" eaLnBrk="0" fontAlgn="base" hangingPunct="0">
        <a:lnSpc>
          <a:spcPct val="150000"/>
        </a:lnSpc>
        <a:spcBef>
          <a:spcPct val="0"/>
        </a:spcBef>
        <a:spcAft>
          <a:spcPct val="0"/>
        </a:spcAft>
        <a:buFont typeface="Wingdings" panose="05000000000000000000" pitchFamily="2" charset="2"/>
        <a:buChar char="Ø"/>
        <a:defRPr sz="1600" kern="1200">
          <a:solidFill>
            <a:schemeClr val="tx1"/>
          </a:solidFill>
          <a:latin typeface="Audi Type"/>
          <a:ea typeface="微软雅黑" panose="020B0503020204020204" pitchFamily="34" charset="-122"/>
          <a:cs typeface="+mn-cs"/>
        </a:defRPr>
      </a:lvl2pPr>
      <a:lvl3pPr marL="1198880" indent="-284480" algn="l" defTabSz="913130" rtl="0" eaLnBrk="0" fontAlgn="base" hangingPunct="0">
        <a:lnSpc>
          <a:spcPct val="150000"/>
        </a:lnSpc>
        <a:spcBef>
          <a:spcPct val="0"/>
        </a:spcBef>
        <a:spcAft>
          <a:spcPct val="0"/>
        </a:spcAft>
        <a:buFont typeface="Wingdings" panose="05000000000000000000" pitchFamily="2" charset="2"/>
        <a:buChar char="Ø"/>
        <a:defRPr sz="1400" kern="1200">
          <a:solidFill>
            <a:schemeClr val="tx1"/>
          </a:solidFill>
          <a:latin typeface="Audi Type"/>
          <a:ea typeface="微软雅黑" panose="020B0503020204020204" pitchFamily="34" charset="-122"/>
          <a:cs typeface="+mn-cs"/>
        </a:defRPr>
      </a:lvl3pPr>
      <a:lvl4pPr marL="1598930" indent="-227330" algn="l" defTabSz="91313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微软雅黑" panose="020B0503020204020204" pitchFamily="34" charset="-122"/>
          <a:cs typeface="+mn-cs"/>
        </a:defRPr>
      </a:lvl4pPr>
      <a:lvl5pPr marL="2056130" indent="-227330" algn="l" defTabSz="91313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146"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页面标题 </a:t>
            </a:r>
            <a:r>
              <a:rPr lang="en-US" altLang="zh-CN" dirty="0"/>
              <a:t>Page Title</a:t>
            </a:r>
            <a:r>
              <a:rPr lang="zh-CN" altLang="en-US" dirty="0"/>
              <a:t>，微软雅黑 </a:t>
            </a:r>
            <a:r>
              <a:rPr lang="en-US" altLang="zh-CN" dirty="0"/>
              <a:t>Audi Type Extended</a:t>
            </a:r>
            <a:r>
              <a:rPr lang="zh-CN" altLang="en-US" dirty="0"/>
              <a:t>，</a:t>
            </a:r>
            <a:r>
              <a:rPr lang="en-US" altLang="zh-CN" dirty="0"/>
              <a:t>18</a:t>
            </a:r>
            <a:endParaRPr lang="zh-CN" altLang="en-US" dirty="0"/>
          </a:p>
        </p:txBody>
      </p:sp>
      <p:pic>
        <p:nvPicPr>
          <p:cNvPr id="6147" name="Picture 2"/>
          <p:cNvPicPr>
            <a:picLocks noChangeAspect="1"/>
          </p:cNvPicPr>
          <p:nvPr/>
        </p:nvPicPr>
        <p:blipFill>
          <a:blip r:embed="rId8" cstate="email"/>
          <a:stretch>
            <a:fillRect/>
          </a:stretch>
        </p:blipFill>
        <p:spPr>
          <a:xfrm>
            <a:off x="500063" y="6351588"/>
            <a:ext cx="8145462" cy="438150"/>
          </a:xfrm>
          <a:prstGeom prst="rect">
            <a:avLst/>
          </a:prstGeom>
          <a:noFill/>
          <a:ln w="9525">
            <a:noFill/>
          </a:ln>
        </p:spPr>
      </p:pic>
      <p:sp>
        <p:nvSpPr>
          <p:cNvPr id="7" name="Fußzeilenplatzhalter 3"/>
          <p:cNvSpPr txBox="1"/>
          <p:nvPr/>
        </p:nvSpPr>
        <p:spPr>
          <a:xfrm>
            <a:off x="-26987" y="85725"/>
            <a:ext cx="2438400" cy="107950"/>
          </a:xfrm>
          <a:prstGeom prst="rect">
            <a:avLst/>
          </a:prstGeom>
        </p:spPr>
        <p:txBody>
          <a:bodyPr lIns="0" tIns="0" rIns="0" bIns="0" anchor="ctr">
            <a:spAutoFit/>
          </a:bodyPr>
          <a:lstStyle>
            <a:defPPr>
              <a:defRPr lang="de-DE"/>
            </a:defPPr>
            <a:lvl1pPr marL="0" algn="l" defTabSz="914400" rtl="0" eaLnBrk="1" latinLnBrk="0" hangingPunct="1">
              <a:defRPr sz="7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700" b="0" i="0" u="none" strike="noStrike" kern="1200" cap="none" spc="0" normalizeH="0" baseline="0" noProof="0" dirty="0">
                <a:ln>
                  <a:noFill/>
                </a:ln>
                <a:solidFill>
                  <a:srgbClr val="000000"/>
                </a:solidFill>
                <a:effectLst/>
                <a:uLnTx/>
                <a:uFillTx/>
                <a:latin typeface="Audi Type" pitchFamily="34" charset="0"/>
                <a:ea typeface="微软雅黑" panose="020B0503020204020204" pitchFamily="34" charset="-122"/>
                <a:cs typeface="+mn-cs"/>
              </a:rPr>
              <a:t>奥迪销售事业部 </a:t>
            </a:r>
            <a:r>
              <a:rPr kumimoji="0" lang="en-US" altLang="zh-CN" sz="700" b="0" i="0" u="none" strike="noStrike" kern="1200" cap="none" spc="0" normalizeH="0" baseline="0" noProof="0" dirty="0">
                <a:ln>
                  <a:noFill/>
                </a:ln>
                <a:solidFill>
                  <a:srgbClr val="000000"/>
                </a:solidFill>
                <a:effectLst/>
                <a:uLnTx/>
                <a:uFillTx/>
                <a:latin typeface="Audi Type" pitchFamily="34" charset="0"/>
                <a:ea typeface="微软雅黑" panose="020B0503020204020204" pitchFamily="34" charset="-122"/>
                <a:cs typeface="+mn-cs"/>
              </a:rPr>
              <a:t>Audi </a:t>
            </a:r>
            <a:r>
              <a:rPr kumimoji="0" lang="en-US" altLang="zh-CN" sz="700" b="0" i="0" u="none" strike="noStrike" kern="1200" cap="none" spc="0" normalizeH="0" baseline="0" noProof="0" dirty="0">
                <a:ln>
                  <a:noFill/>
                </a:ln>
                <a:solidFill>
                  <a:srgbClr val="000000"/>
                </a:solidFill>
                <a:effectLst/>
                <a:uLnTx/>
                <a:uFillTx/>
                <a:latin typeface="Audi Type Extended" pitchFamily="34" charset="0"/>
                <a:ea typeface="微软雅黑" panose="020B0503020204020204" pitchFamily="34" charset="-122"/>
                <a:cs typeface="+mn-cs"/>
              </a:rPr>
              <a:t>Sales</a:t>
            </a:r>
            <a:r>
              <a:rPr kumimoji="0" lang="en-US" altLang="zh-CN" sz="700" b="0" i="0" u="none" strike="noStrike" kern="1200" cap="none" spc="0" normalizeH="0" baseline="0" noProof="0" dirty="0">
                <a:ln>
                  <a:noFill/>
                </a:ln>
                <a:solidFill>
                  <a:srgbClr val="000000"/>
                </a:solidFill>
                <a:effectLst/>
                <a:uLnTx/>
                <a:uFillTx/>
                <a:latin typeface="Audi Type" pitchFamily="34" charset="0"/>
                <a:ea typeface="微软雅黑" panose="020B0503020204020204" pitchFamily="34" charset="-122"/>
                <a:cs typeface="+mn-cs"/>
              </a:rPr>
              <a:t> </a:t>
            </a:r>
            <a:r>
              <a:rPr kumimoji="0" lang="en-US" altLang="zh-CN" sz="700" b="0" i="0" u="none" strike="noStrike" kern="1200" cap="none" spc="0" normalizeH="0" baseline="0" noProof="0" dirty="0">
                <a:ln>
                  <a:noFill/>
                </a:ln>
                <a:solidFill>
                  <a:srgbClr val="000000"/>
                </a:solidFill>
                <a:effectLst/>
                <a:uLnTx/>
                <a:uFillTx/>
                <a:latin typeface="Audi Type Extended" pitchFamily="34" charset="0"/>
                <a:ea typeface="微软雅黑" panose="020B0503020204020204" pitchFamily="34" charset="-122"/>
                <a:cs typeface="+mn-cs"/>
              </a:rPr>
              <a:t>Division</a:t>
            </a:r>
            <a:endParaRPr kumimoji="0" lang="en-GB" sz="700" b="0" i="0" u="none" strike="noStrike" kern="1200" cap="none" spc="0" normalizeH="0" baseline="0" noProof="0" dirty="0">
              <a:ln>
                <a:noFill/>
              </a:ln>
              <a:solidFill>
                <a:srgbClr val="000000"/>
              </a:solidFill>
              <a:effectLst/>
              <a:uLnTx/>
              <a:uFillTx/>
              <a:latin typeface="Audi Type Extended" pitchFamily="34" charset="0"/>
              <a:ea typeface="微软雅黑" panose="020B0503020204020204" pitchFamily="34" charset="-122"/>
              <a:cs typeface="+mn-cs"/>
            </a:endParaRPr>
          </a:p>
        </p:txBody>
      </p:sp>
      <p:sp>
        <p:nvSpPr>
          <p:cNvPr id="6149" name="TextBox 15"/>
          <p:cNvSpPr txBox="1"/>
          <p:nvPr userDrawn="1"/>
        </p:nvSpPr>
        <p:spPr>
          <a:xfrm>
            <a:off x="8710613" y="-26987"/>
            <a:ext cx="398462" cy="368300"/>
          </a:xfrm>
          <a:prstGeom prst="rect">
            <a:avLst/>
          </a:prstGeom>
          <a:noFill/>
          <a:ln w="9525">
            <a:noFill/>
          </a:ln>
        </p:spPr>
        <p:txBody>
          <a:bodyPr>
            <a:spAutoFit/>
          </a:bodyPr>
          <a:lstStyle/>
          <a:p>
            <a:pPr lvl="0" algn="ctr" eaLnBrk="1" hangingPunct="1"/>
            <a:fld id="{9A0DB2DC-4C9A-4742-B13C-FB6460FD3503}" type="slidenum">
              <a:rPr lang="zh-CN" altLang="en-US" dirty="0">
                <a:solidFill>
                  <a:srgbClr val="C6C6C6"/>
                </a:solidFill>
                <a:latin typeface="Audi Type" pitchFamily="34" charset="0"/>
                <a:ea typeface="微软雅黑 Light" panose="020B0502040204020203" pitchFamily="34" charset="-122"/>
              </a:rPr>
            </a:fld>
            <a:r>
              <a:rPr lang="zh-CN" altLang="en-US" sz="1800" dirty="0">
                <a:solidFill>
                  <a:srgbClr val="C6C6C6"/>
                </a:solidFill>
                <a:latin typeface="微软雅黑 Light" panose="020B0502040204020203" pitchFamily="34" charset="-122"/>
                <a:ea typeface="微软雅黑 Light" panose="020B0502040204020203" pitchFamily="34" charset="-122"/>
              </a:rPr>
              <a:t> </a:t>
            </a:r>
            <a:endParaRPr lang="zh-CN" altLang="en-US" sz="1800" dirty="0">
              <a:solidFill>
                <a:srgbClr val="C6C6C6"/>
              </a:solidFill>
              <a:latin typeface="微软雅黑 Light" panose="020B0502040204020203" pitchFamily="34" charset="-122"/>
              <a:ea typeface="微软雅黑 Light" panose="020B0502040204020203" pitchFamily="34" charset="-122"/>
            </a:endParaRPr>
          </a:p>
        </p:txBody>
      </p:sp>
    </p:spTree>
  </p:cSld>
  <p:clrMap bg1="dk1" tx1="lt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Lst>
  <p:hf sldNum="0" hdr="0" ftr="0" dt="0"/>
  <p:txStyles>
    <p:titleStyle>
      <a:lvl1pPr algn="l" rtl="0" fontAlgn="base">
        <a:spcBef>
          <a:spcPct val="0"/>
        </a:spcBef>
        <a:spcAft>
          <a:spcPct val="0"/>
        </a:spcAft>
        <a:defRPr b="1" kern="1200">
          <a:solidFill>
            <a:schemeClr val="bg2"/>
          </a:solidFill>
          <a:latin typeface="Audi Type Extended"/>
          <a:ea typeface="微软雅黑" panose="020B0503020204020204" pitchFamily="34" charset="-122"/>
          <a:cs typeface="+mj-cs"/>
        </a:defRPr>
      </a:lvl1pPr>
      <a:lvl2pPr algn="l" rtl="0" fontAlgn="base">
        <a:spcBef>
          <a:spcPct val="0"/>
        </a:spcBef>
        <a:spcAft>
          <a:spcPct val="0"/>
        </a:spcAft>
        <a:defRPr b="1">
          <a:solidFill>
            <a:schemeClr val="bg2"/>
          </a:solidFill>
          <a:latin typeface="Audi Type Extended" pitchFamily="34" charset="0"/>
          <a:ea typeface="微软雅黑" panose="020B0503020204020204" pitchFamily="34" charset="-122"/>
        </a:defRPr>
      </a:lvl2pPr>
      <a:lvl3pPr algn="l" rtl="0" fontAlgn="base">
        <a:spcBef>
          <a:spcPct val="0"/>
        </a:spcBef>
        <a:spcAft>
          <a:spcPct val="0"/>
        </a:spcAft>
        <a:defRPr b="1">
          <a:solidFill>
            <a:schemeClr val="bg2"/>
          </a:solidFill>
          <a:latin typeface="Audi Type Extended" pitchFamily="34" charset="0"/>
          <a:ea typeface="微软雅黑" panose="020B0503020204020204" pitchFamily="34" charset="-122"/>
        </a:defRPr>
      </a:lvl3pPr>
      <a:lvl4pPr algn="l" rtl="0" fontAlgn="base">
        <a:spcBef>
          <a:spcPct val="0"/>
        </a:spcBef>
        <a:spcAft>
          <a:spcPct val="0"/>
        </a:spcAft>
        <a:defRPr b="1">
          <a:solidFill>
            <a:schemeClr val="bg2"/>
          </a:solidFill>
          <a:latin typeface="Audi Type Extended" pitchFamily="34" charset="0"/>
          <a:ea typeface="微软雅黑" panose="020B0503020204020204" pitchFamily="34" charset="-122"/>
        </a:defRPr>
      </a:lvl4pPr>
      <a:lvl5pPr algn="l" rtl="0" fontAlgn="base">
        <a:spcBef>
          <a:spcPct val="0"/>
        </a:spcBef>
        <a:spcAft>
          <a:spcPct val="0"/>
        </a:spcAft>
        <a:defRPr b="1">
          <a:solidFill>
            <a:schemeClr val="bg2"/>
          </a:solidFill>
          <a:latin typeface="Audi Type Extended" pitchFamily="34" charset="0"/>
          <a:ea typeface="微软雅黑" panose="020B0503020204020204" pitchFamily="34" charset="-122"/>
        </a:defRPr>
      </a:lvl5pPr>
      <a:lvl6pPr marL="457200" algn="l" rtl="0" fontAlgn="base">
        <a:spcBef>
          <a:spcPct val="0"/>
        </a:spcBef>
        <a:spcAft>
          <a:spcPct val="0"/>
        </a:spcAft>
        <a:defRPr b="1">
          <a:solidFill>
            <a:schemeClr val="bg2"/>
          </a:solidFill>
          <a:latin typeface="Audi Type Extended" pitchFamily="34" charset="0"/>
          <a:ea typeface="微软雅黑" panose="020B0503020204020204" pitchFamily="34" charset="-122"/>
        </a:defRPr>
      </a:lvl6pPr>
      <a:lvl7pPr marL="914400" algn="l" rtl="0" fontAlgn="base">
        <a:spcBef>
          <a:spcPct val="0"/>
        </a:spcBef>
        <a:spcAft>
          <a:spcPct val="0"/>
        </a:spcAft>
        <a:defRPr b="1">
          <a:solidFill>
            <a:schemeClr val="bg2"/>
          </a:solidFill>
          <a:latin typeface="Audi Type Extended" pitchFamily="34" charset="0"/>
          <a:ea typeface="微软雅黑" panose="020B0503020204020204" pitchFamily="34" charset="-122"/>
        </a:defRPr>
      </a:lvl7pPr>
      <a:lvl8pPr marL="1371600" algn="l" rtl="0" fontAlgn="base">
        <a:spcBef>
          <a:spcPct val="0"/>
        </a:spcBef>
        <a:spcAft>
          <a:spcPct val="0"/>
        </a:spcAft>
        <a:defRPr b="1">
          <a:solidFill>
            <a:schemeClr val="bg2"/>
          </a:solidFill>
          <a:latin typeface="Audi Type Extended" pitchFamily="34" charset="0"/>
          <a:ea typeface="微软雅黑" panose="020B0503020204020204" pitchFamily="34" charset="-122"/>
        </a:defRPr>
      </a:lvl8pPr>
      <a:lvl9pPr marL="1828800" algn="l" rtl="0" fontAlgn="base">
        <a:spcBef>
          <a:spcPct val="0"/>
        </a:spcBef>
        <a:spcAft>
          <a:spcPct val="0"/>
        </a:spcAft>
        <a:defRPr b="1">
          <a:solidFill>
            <a:schemeClr val="bg2"/>
          </a:solidFill>
          <a:latin typeface="Audi Type Extended" pitchFamily="34" charset="0"/>
          <a:ea typeface="微软雅黑" panose="020B0503020204020204" pitchFamily="34" charset="-122"/>
        </a:defRPr>
      </a:lvl9pPr>
    </p:titleStyle>
    <p:bodyStyle>
      <a:lvl1pPr algn="l" rtl="0" fontAlgn="base">
        <a:lnSpc>
          <a:spcPct val="150000"/>
        </a:lnSpc>
        <a:spcBef>
          <a:spcPct val="0"/>
        </a:spcBef>
        <a:spcAft>
          <a:spcPct val="0"/>
        </a:spcAft>
        <a:buFont typeface="Arial" panose="020B0604020202020204" pitchFamily="34" charset="0"/>
        <a:defRPr kern="1200">
          <a:solidFill>
            <a:schemeClr val="tx1"/>
          </a:solidFill>
          <a:latin typeface="Audi Type"/>
          <a:ea typeface="微软雅黑" panose="020B0503020204020204" pitchFamily="34" charset="-122"/>
          <a:cs typeface="+mn-cs"/>
        </a:defRPr>
      </a:lvl1pPr>
      <a:lvl2pPr marL="457200" algn="l" rtl="0" fontAlgn="base">
        <a:lnSpc>
          <a:spcPct val="150000"/>
        </a:lnSpc>
        <a:spcBef>
          <a:spcPct val="0"/>
        </a:spcBef>
        <a:spcAft>
          <a:spcPct val="0"/>
        </a:spcAft>
        <a:buFont typeface="Wingdings" panose="05000000000000000000" pitchFamily="2" charset="2"/>
        <a:buChar char="Ø"/>
        <a:defRPr sz="1600" kern="1200">
          <a:solidFill>
            <a:schemeClr val="tx1"/>
          </a:solidFill>
          <a:latin typeface="Audi Type"/>
          <a:ea typeface="微软雅黑" panose="020B0503020204020204" pitchFamily="34" charset="-122"/>
          <a:cs typeface="+mn-cs"/>
        </a:defRPr>
      </a:lvl2pPr>
      <a:lvl3pPr marL="1200150" indent="-285750" algn="l" rtl="0" fontAlgn="base">
        <a:lnSpc>
          <a:spcPct val="150000"/>
        </a:lnSpc>
        <a:spcBef>
          <a:spcPct val="0"/>
        </a:spcBef>
        <a:spcAft>
          <a:spcPct val="0"/>
        </a:spcAft>
        <a:buFont typeface="Wingdings" panose="05000000000000000000" pitchFamily="2" charset="2"/>
        <a:buChar char="Ø"/>
        <a:defRPr sz="1300" kern="1200">
          <a:solidFill>
            <a:schemeClr val="tx1"/>
          </a:solidFill>
          <a:latin typeface="Audi Type"/>
          <a:ea typeface="微软雅黑" panose="020B0503020204020204" pitchFamily="34" charset="-122"/>
          <a:cs typeface="+mn-cs"/>
        </a:defRPr>
      </a:lvl3pPr>
      <a:lvl4pPr marL="1600200" indent="-228600" algn="l" rtl="0" fontAlgn="base">
        <a:spcBef>
          <a:spcPct val="20000"/>
        </a:spcBef>
        <a:spcAft>
          <a:spcPct val="0"/>
        </a:spcAft>
        <a:buFont typeface="Arial" panose="020B0604020202020204" pitchFamily="34" charset="0"/>
        <a:buChar char="–"/>
        <a:defRPr sz="1900" kern="1200">
          <a:solidFill>
            <a:schemeClr val="tx1"/>
          </a:solidFill>
          <a:latin typeface="+mn-lt"/>
          <a:ea typeface="微软雅黑" panose="020B0503020204020204" pitchFamily="34" charset="-122"/>
          <a:cs typeface="+mn-cs"/>
        </a:defRPr>
      </a:lvl4pPr>
      <a:lvl5pPr marL="2057400" indent="-228600" algn="l" rtl="0" fontAlgn="base">
        <a:spcBef>
          <a:spcPct val="20000"/>
        </a:spcBef>
        <a:spcAft>
          <a:spcPct val="0"/>
        </a:spcAft>
        <a:buFont typeface="Arial" panose="020B0604020202020204" pitchFamily="34" charset="0"/>
        <a:buChar char="»"/>
        <a:defRPr sz="1900" kern="1200">
          <a:solidFill>
            <a:schemeClr val="tx1"/>
          </a:solidFill>
          <a:latin typeface="+mn-lt"/>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7"/>
            <a:ext cx="8229600" cy="1143000"/>
          </a:xfrm>
          <a:prstGeom prst="rect">
            <a:avLst/>
          </a:prstGeom>
        </p:spPr>
        <p:txBody>
          <a:bodyPr vert="horz" lIns="91440" tIns="45720" rIns="91440" bIns="45720" rtlCol="0" anchor="ctr">
            <a:normAutofit/>
          </a:bodyPr>
          <a:lstStyle/>
          <a:p>
            <a:r>
              <a:rPr lang="zh-CN" altLang="en-US" dirty="0"/>
              <a:t>页面标题 </a:t>
            </a:r>
            <a:r>
              <a:rPr lang="en-US" altLang="zh-CN" dirty="0"/>
              <a:t>Page Title</a:t>
            </a:r>
            <a:r>
              <a:rPr lang="zh-CN" altLang="en-US" dirty="0"/>
              <a:t>，微软雅黑 </a:t>
            </a:r>
            <a:r>
              <a:rPr lang="en-US" altLang="zh-CN" dirty="0"/>
              <a:t>Audi Type Extended</a:t>
            </a:r>
            <a:r>
              <a:rPr lang="zh-CN" altLang="en-US" dirty="0"/>
              <a:t>，</a:t>
            </a:r>
            <a:r>
              <a:rPr lang="en-US" altLang="zh-CN" dirty="0"/>
              <a:t>18</a:t>
            </a:r>
            <a:endParaRPr lang="zh-CN" altLang="en-US" dirty="0"/>
          </a:p>
        </p:txBody>
      </p:sp>
      <p:sp>
        <p:nvSpPr>
          <p:cNvPr id="7" name="Fußzeilenplatzhalter 3"/>
          <p:cNvSpPr txBox="1"/>
          <p:nvPr userDrawn="1"/>
        </p:nvSpPr>
        <p:spPr>
          <a:xfrm>
            <a:off x="-26779" y="99802"/>
            <a:ext cx="2438539" cy="81280"/>
          </a:xfrm>
          <a:prstGeom prst="rect">
            <a:avLst/>
          </a:prstGeom>
        </p:spPr>
        <p:txBody>
          <a:bodyPr vert="horz" wrap="square" lIns="0" tIns="0" rIns="0" bIns="0" rtlCol="0" anchor="ctr">
            <a:spAutoFit/>
          </a:bodyPr>
          <a:lstStyle>
            <a:defPPr>
              <a:defRPr lang="de-DE"/>
            </a:defPPr>
            <a:lvl1pPr marL="0" algn="l" defTabSz="914400" rtl="0" eaLnBrk="1" latinLnBrk="0" hangingPunct="1">
              <a:defRPr sz="7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525" baseline="0" dirty="0">
                <a:solidFill>
                  <a:schemeClr val="bg2"/>
                </a:solidFill>
                <a:latin typeface="Audi Type Extended" pitchFamily="34" charset="0"/>
                <a:ea typeface="微软雅黑" panose="020B0503020204020204" pitchFamily="34" charset="-122"/>
              </a:rPr>
              <a:t>奥迪销售事业部 </a:t>
            </a:r>
            <a:r>
              <a:rPr lang="en-US" altLang="zh-CN" sz="525" baseline="0" dirty="0">
                <a:solidFill>
                  <a:schemeClr val="bg2"/>
                </a:solidFill>
                <a:latin typeface="Audi Type Extended" pitchFamily="34" charset="0"/>
                <a:ea typeface="微软雅黑" panose="020B0503020204020204" pitchFamily="34" charset="-122"/>
              </a:rPr>
              <a:t>Audi Sales Division</a:t>
            </a:r>
            <a:endParaRPr lang="en-GB" sz="525" baseline="0" dirty="0">
              <a:solidFill>
                <a:schemeClr val="bg2"/>
              </a:solidFill>
              <a:latin typeface="Audi Type Extended" pitchFamily="34" charset="0"/>
              <a:ea typeface="微软雅黑" panose="020B0503020204020204" pitchFamily="34" charset="-122"/>
            </a:endParaRPr>
          </a:p>
        </p:txBody>
      </p:sp>
      <p:sp>
        <p:nvSpPr>
          <p:cNvPr id="5" name="TextBox 15"/>
          <p:cNvSpPr txBox="1"/>
          <p:nvPr userDrawn="1"/>
        </p:nvSpPr>
        <p:spPr>
          <a:xfrm>
            <a:off x="8615158" y="4068"/>
            <a:ext cx="565355" cy="299085"/>
          </a:xfrm>
          <a:prstGeom prst="rect">
            <a:avLst/>
          </a:prstGeom>
          <a:noFill/>
        </p:spPr>
        <p:txBody>
          <a:bodyPr wrap="square" rtlCol="0">
            <a:spAutoFit/>
          </a:bodyPr>
          <a:lstStyle/>
          <a:p>
            <a:pPr algn="ctr"/>
            <a:fld id="{2EEF1883-7A0E-4F66-9932-E581691AD397}" type="slidenum">
              <a:rPr lang="zh-CN" altLang="en-US" sz="900" b="0" smtClean="0">
                <a:solidFill>
                  <a:schemeClr val="accent1"/>
                </a:solidFill>
                <a:latin typeface="Audi Type" pitchFamily="34" charset="0"/>
                <a:ea typeface="+mj-ea"/>
              </a:rPr>
            </a:fld>
            <a:r>
              <a:rPr lang="zh-CN" altLang="en-US" sz="1350" b="0" dirty="0">
                <a:solidFill>
                  <a:schemeClr val="accent1"/>
                </a:solidFill>
                <a:latin typeface="微软雅黑 Light" panose="020B0502040204020203" pitchFamily="34" charset="-122"/>
                <a:ea typeface="微软雅黑 Light" panose="020B0502040204020203" pitchFamily="34" charset="-122"/>
              </a:rPr>
              <a:t> </a:t>
            </a:r>
            <a:endParaRPr lang="zh-CN" altLang="en-US" sz="1350" b="0" dirty="0">
              <a:solidFill>
                <a:schemeClr val="accent1"/>
              </a:solidFill>
              <a:latin typeface="微软雅黑 Light" panose="020B0502040204020203" pitchFamily="34" charset="-122"/>
              <a:ea typeface="微软雅黑 Light" panose="020B0502040204020203" pitchFamily="34" charset="-122"/>
            </a:endParaRPr>
          </a:p>
        </p:txBody>
      </p:sp>
      <p:pic>
        <p:nvPicPr>
          <p:cNvPr id="8" name="图片 7" descr="一汽-大众 logo"/>
          <p:cNvPicPr/>
          <p:nvPr userDrawn="1"/>
        </p:nvPicPr>
        <p:blipFill>
          <a:blip r:embed="rId8" cstate="email">
            <a:extLst>
              <a:ext uri="{BEBA8EAE-BF5A-486C-A8C5-ECC9F3942E4B}">
                <a14:imgProps xmlns:a14="http://schemas.microsoft.com/office/drawing/2010/main">
                  <a14:imgLayer r:embed="rId9">
                    <a14:imgEffect>
                      <a14:brightnessContrast contrast="40000"/>
                    </a14:imgEffect>
                    <a14:imgEffect>
                      <a14:saturation sat="0"/>
                    </a14:imgEffect>
                    <a14:imgEffect>
                      <a14:sharpenSoften amount="25000"/>
                    </a14:imgEffect>
                  </a14:imgLayer>
                </a14:imgProps>
              </a:ext>
            </a:extLst>
          </a:blip>
          <a:srcRect/>
          <a:stretch>
            <a:fillRect/>
          </a:stretch>
        </p:blipFill>
        <p:spPr bwMode="auto">
          <a:xfrm>
            <a:off x="457200" y="6265459"/>
            <a:ext cx="1609862" cy="331893"/>
          </a:xfrm>
          <a:prstGeom prst="rect">
            <a:avLst/>
          </a:prstGeom>
          <a:noFill/>
          <a:ln w="9525">
            <a:noFill/>
            <a:miter lim="800000"/>
            <a:headEnd/>
            <a:tailEnd/>
          </a:ln>
        </p:spPr>
      </p:pic>
      <p:pic>
        <p:nvPicPr>
          <p:cNvPr id="9" name="图片 8"/>
          <p:cNvPicPr/>
          <p:nvPr userDrawn="1"/>
        </p:nvPicPr>
        <p:blipFill>
          <a:blip r:embed="rId10" cstate="email"/>
          <a:stretch>
            <a:fillRect/>
          </a:stretch>
        </p:blipFill>
        <p:spPr>
          <a:xfrm>
            <a:off x="6093094" y="6252250"/>
            <a:ext cx="2582333" cy="441113"/>
          </a:xfrm>
          <a:prstGeom prst="rect">
            <a:avLst/>
          </a:prstGeom>
        </p:spPr>
      </p:pic>
    </p:spTree>
  </p:cSld>
  <p:clrMap bg1="dk1" tx1="lt1" bg2="dk2" tx2="lt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Lst>
  <p:hf hdr="0" ftr="0" dt="0"/>
  <p:txStyles>
    <p:titleStyle>
      <a:lvl1pPr algn="l" defTabSz="685800" rtl="0" eaLnBrk="1" latinLnBrk="0" hangingPunct="1">
        <a:lnSpc>
          <a:spcPct val="100000"/>
        </a:lnSpc>
        <a:spcBef>
          <a:spcPct val="0"/>
        </a:spcBef>
        <a:buNone/>
        <a:defRPr sz="1800" b="1" kern="1200" baseline="0">
          <a:solidFill>
            <a:schemeClr val="bg2"/>
          </a:solidFill>
          <a:latin typeface="Audi Type Extended"/>
          <a:ea typeface="微软雅黑" panose="020B0503020204020204" pitchFamily="34" charset="-122"/>
          <a:cs typeface="+mj-cs"/>
        </a:defRPr>
      </a:lvl1pPr>
    </p:titleStyle>
    <p:bodyStyle>
      <a:lvl1pPr marL="0" indent="0" algn="l" defTabSz="685800" rtl="0" eaLnBrk="1" latinLnBrk="0" hangingPunct="1">
        <a:lnSpc>
          <a:spcPct val="150000"/>
        </a:lnSpc>
        <a:spcBef>
          <a:spcPts val="0"/>
        </a:spcBef>
        <a:buFont typeface="Arial" panose="020B0604020202020204" pitchFamily="34" charset="0"/>
        <a:buNone/>
        <a:defRPr sz="1350" kern="1200" baseline="0">
          <a:solidFill>
            <a:schemeClr val="tx1"/>
          </a:solidFill>
          <a:latin typeface="Audi Type"/>
          <a:ea typeface="微软雅黑" panose="020B0503020204020204" pitchFamily="34" charset="-122"/>
          <a:cs typeface="+mn-cs"/>
        </a:defRPr>
      </a:lvl1pPr>
      <a:lvl2pPr marL="342900" marR="0" indent="0" algn="l" defTabSz="685800" rtl="0" eaLnBrk="1" fontAlgn="auto" latinLnBrk="0" hangingPunct="1">
        <a:lnSpc>
          <a:spcPct val="150000"/>
        </a:lnSpc>
        <a:spcBef>
          <a:spcPts val="0"/>
        </a:spcBef>
        <a:spcAft>
          <a:spcPts val="0"/>
        </a:spcAft>
        <a:buClrTx/>
        <a:buSzTx/>
        <a:buFont typeface="Wingdings" panose="05000000000000000000" pitchFamily="2" charset="2"/>
        <a:buChar char="Ø"/>
        <a:defRPr sz="1200" kern="1200">
          <a:solidFill>
            <a:schemeClr val="tx1"/>
          </a:solidFill>
          <a:latin typeface="Audi Type"/>
          <a:ea typeface="微软雅黑" panose="020B0503020204020204" pitchFamily="34" charset="-122"/>
          <a:cs typeface="+mn-cs"/>
        </a:defRPr>
      </a:lvl2pPr>
      <a:lvl3pPr marL="900430" marR="0" indent="-213995" algn="l" defTabSz="685800" rtl="0" eaLnBrk="1" fontAlgn="auto" latinLnBrk="0" hangingPunct="1">
        <a:lnSpc>
          <a:spcPct val="150000"/>
        </a:lnSpc>
        <a:spcBef>
          <a:spcPts val="0"/>
        </a:spcBef>
        <a:spcAft>
          <a:spcPts val="0"/>
        </a:spcAft>
        <a:buClrTx/>
        <a:buSzTx/>
        <a:buFont typeface="Wingdings" panose="05000000000000000000" pitchFamily="2" charset="2"/>
        <a:buChar char="Ø"/>
        <a:defRPr sz="1050" kern="1200">
          <a:solidFill>
            <a:schemeClr val="tx1"/>
          </a:solidFill>
          <a:latin typeface="Audi Type"/>
          <a:ea typeface="微软雅黑" panose="020B0503020204020204" pitchFamily="34" charset="-122"/>
          <a:cs typeface="+mn-cs"/>
        </a:defRPr>
      </a:lvl3pPr>
      <a:lvl4pPr marL="12001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7"/>
            <a:ext cx="8229600" cy="1143000"/>
          </a:xfrm>
          <a:prstGeom prst="rect">
            <a:avLst/>
          </a:prstGeom>
        </p:spPr>
        <p:txBody>
          <a:bodyPr vert="horz" lIns="91440" tIns="45720" rIns="91440" bIns="45720" rtlCol="0" anchor="ctr">
            <a:normAutofit/>
          </a:bodyPr>
          <a:lstStyle/>
          <a:p>
            <a:r>
              <a:rPr lang="zh-CN" altLang="en-US" dirty="0"/>
              <a:t>页面标题 </a:t>
            </a:r>
            <a:r>
              <a:rPr lang="en-US" altLang="zh-CN" dirty="0"/>
              <a:t>Page Title</a:t>
            </a:r>
            <a:r>
              <a:rPr lang="zh-CN" altLang="en-US" dirty="0"/>
              <a:t>，微软雅黑 </a:t>
            </a:r>
            <a:r>
              <a:rPr lang="en-US" altLang="zh-CN" dirty="0"/>
              <a:t>Audi Type Extended</a:t>
            </a:r>
            <a:r>
              <a:rPr lang="zh-CN" altLang="en-US" dirty="0"/>
              <a:t>，</a:t>
            </a:r>
            <a:r>
              <a:rPr lang="en-US" altLang="zh-CN" dirty="0"/>
              <a:t>18</a:t>
            </a:r>
            <a:endParaRPr lang="zh-CN" altLang="en-US" dirty="0"/>
          </a:p>
        </p:txBody>
      </p:sp>
      <p:sp>
        <p:nvSpPr>
          <p:cNvPr id="7" name="Fußzeilenplatzhalter 3"/>
          <p:cNvSpPr txBox="1"/>
          <p:nvPr userDrawn="1"/>
        </p:nvSpPr>
        <p:spPr>
          <a:xfrm>
            <a:off x="-26779" y="86581"/>
            <a:ext cx="2438539" cy="107722"/>
          </a:xfrm>
          <a:prstGeom prst="rect">
            <a:avLst/>
          </a:prstGeom>
        </p:spPr>
        <p:txBody>
          <a:bodyPr vert="horz" wrap="square" lIns="0" tIns="0" rIns="0" bIns="0" rtlCol="0" anchor="ctr">
            <a:spAutoFit/>
          </a:bodyPr>
          <a:lstStyle>
            <a:defPPr>
              <a:defRPr lang="de-DE"/>
            </a:defPPr>
            <a:lvl1pPr marL="0" algn="l" defTabSz="914400" rtl="0" eaLnBrk="1" latinLnBrk="0" hangingPunct="1">
              <a:defRPr sz="7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00" dirty="0">
                <a:solidFill>
                  <a:srgbClr val="000000"/>
                </a:solidFill>
                <a:latin typeface="Audi Type Extended" pitchFamily="34" charset="0"/>
                <a:ea typeface="微软雅黑" panose="020B0503020204020204" pitchFamily="34" charset="-122"/>
              </a:rPr>
              <a:t>奥迪销售事业部 </a:t>
            </a:r>
            <a:r>
              <a:rPr lang="en-US" altLang="zh-CN" sz="700" dirty="0">
                <a:solidFill>
                  <a:srgbClr val="000000"/>
                </a:solidFill>
                <a:latin typeface="Audi Type Extended" pitchFamily="34" charset="0"/>
                <a:ea typeface="微软雅黑" panose="020B0503020204020204" pitchFamily="34" charset="-122"/>
              </a:rPr>
              <a:t>Audi Sales Division</a:t>
            </a:r>
            <a:endParaRPr lang="en-GB" sz="700" dirty="0">
              <a:solidFill>
                <a:srgbClr val="000000"/>
              </a:solidFill>
              <a:latin typeface="Audi Type Extended" pitchFamily="34" charset="0"/>
              <a:ea typeface="微软雅黑" panose="020B0503020204020204" pitchFamily="34" charset="-122"/>
            </a:endParaRPr>
          </a:p>
        </p:txBody>
      </p:sp>
      <p:sp>
        <p:nvSpPr>
          <p:cNvPr id="5" name="TextBox 15"/>
          <p:cNvSpPr txBox="1"/>
          <p:nvPr userDrawn="1"/>
        </p:nvSpPr>
        <p:spPr>
          <a:xfrm>
            <a:off x="8615157" y="4068"/>
            <a:ext cx="565355" cy="369332"/>
          </a:xfrm>
          <a:prstGeom prst="rect">
            <a:avLst/>
          </a:prstGeom>
          <a:noFill/>
        </p:spPr>
        <p:txBody>
          <a:bodyPr wrap="square" rtlCol="0">
            <a:spAutoFit/>
          </a:bodyPr>
          <a:lstStyle/>
          <a:p>
            <a:pPr algn="ctr"/>
            <a:fld id="{2EEF1883-7A0E-4F66-9932-E581691AD397}" type="slidenum">
              <a:rPr lang="zh-CN" altLang="en-US" sz="1200" smtClean="0">
                <a:solidFill>
                  <a:srgbClr val="C6C6C6"/>
                </a:solidFill>
                <a:latin typeface="Audi Type" pitchFamily="34" charset="0"/>
                <a:ea typeface="微软雅黑" panose="020B0503020204020204" pitchFamily="34" charset="-122"/>
              </a:rPr>
            </a:fld>
            <a:r>
              <a:rPr lang="zh-CN" altLang="en-US" sz="1800" dirty="0">
                <a:solidFill>
                  <a:srgbClr val="C6C6C6"/>
                </a:solidFill>
                <a:latin typeface="微软雅黑 Light" panose="020B0502040204020203" pitchFamily="34" charset="-122"/>
                <a:ea typeface="微软雅黑 Light" panose="020B0502040204020203" pitchFamily="34" charset="-122"/>
              </a:rPr>
              <a:t> </a:t>
            </a:r>
            <a:endParaRPr lang="zh-CN" altLang="en-US" sz="1800" dirty="0">
              <a:solidFill>
                <a:srgbClr val="C6C6C6"/>
              </a:solidFill>
              <a:latin typeface="微软雅黑 Light" panose="020B0502040204020203" pitchFamily="34" charset="-122"/>
              <a:ea typeface="微软雅黑 Light" panose="020B0502040204020203" pitchFamily="34" charset="-122"/>
            </a:endParaRPr>
          </a:p>
        </p:txBody>
      </p:sp>
      <p:pic>
        <p:nvPicPr>
          <p:cNvPr id="8" name="图片 7" descr="一汽-大众 logo"/>
          <p:cNvPicPr/>
          <p:nvPr userDrawn="1"/>
        </p:nvPicPr>
        <p:blipFill>
          <a:blip r:embed="rId10" cstate="email">
            <a:extLst>
              <a:ext uri="{BEBA8EAE-BF5A-486C-A8C5-ECC9F3942E4B}">
                <a14:imgProps xmlns:a14="http://schemas.microsoft.com/office/drawing/2010/main">
                  <a14:imgLayer r:embed="rId11">
                    <a14:imgEffect>
                      <a14:brightnessContrast contrast="40000"/>
                    </a14:imgEffect>
                    <a14:imgEffect>
                      <a14:saturation sat="0"/>
                    </a14:imgEffect>
                    <a14:imgEffect>
                      <a14:sharpenSoften amount="25000"/>
                    </a14:imgEffect>
                  </a14:imgLayer>
                </a14:imgProps>
              </a:ext>
            </a:extLst>
          </a:blip>
          <a:srcRect/>
          <a:stretch>
            <a:fillRect/>
          </a:stretch>
        </p:blipFill>
        <p:spPr bwMode="auto">
          <a:xfrm>
            <a:off x="457200" y="6265459"/>
            <a:ext cx="1609861" cy="331893"/>
          </a:xfrm>
          <a:prstGeom prst="rect">
            <a:avLst/>
          </a:prstGeom>
          <a:noFill/>
          <a:ln w="9525">
            <a:noFill/>
            <a:miter lim="800000"/>
            <a:headEnd/>
            <a:tailEnd/>
          </a:ln>
        </p:spPr>
      </p:pic>
      <p:pic>
        <p:nvPicPr>
          <p:cNvPr id="9" name="图片 8"/>
          <p:cNvPicPr/>
          <p:nvPr userDrawn="1"/>
        </p:nvPicPr>
        <p:blipFill>
          <a:blip r:embed="rId12" cstate="email"/>
          <a:stretch>
            <a:fillRect/>
          </a:stretch>
        </p:blipFill>
        <p:spPr>
          <a:xfrm>
            <a:off x="6093094" y="6252250"/>
            <a:ext cx="2582333" cy="441113"/>
          </a:xfrm>
          <a:prstGeom prst="rect">
            <a:avLst/>
          </a:prstGeom>
        </p:spPr>
      </p:pic>
    </p:spTree>
  </p:cSld>
  <p:clrMap bg1="dk1" tx1="lt1" bg2="dk2" tx2="lt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Lst>
  <p:hf hdr="0" ftr="0" dt="0"/>
  <p:txStyles>
    <p:titleStyle>
      <a:lvl1pPr algn="l" defTabSz="914400" rtl="0" eaLnBrk="1" latinLnBrk="0" hangingPunct="1">
        <a:lnSpc>
          <a:spcPct val="100000"/>
        </a:lnSpc>
        <a:spcBef>
          <a:spcPct val="0"/>
        </a:spcBef>
        <a:buNone/>
        <a:defRPr sz="2400" b="1" kern="1200" baseline="0">
          <a:solidFill>
            <a:schemeClr val="bg2"/>
          </a:solidFill>
          <a:latin typeface="Audi Type Extended"/>
          <a:ea typeface="微软雅黑" panose="020B0503020204020204" pitchFamily="34" charset="-122"/>
          <a:cs typeface="+mj-cs"/>
        </a:defRPr>
      </a:lvl1pPr>
    </p:titleStyle>
    <p:bodyStyle>
      <a:lvl1pPr marL="0" indent="0" algn="l" defTabSz="914400" rtl="0" eaLnBrk="1" latinLnBrk="0" hangingPunct="1">
        <a:lnSpc>
          <a:spcPct val="150000"/>
        </a:lnSpc>
        <a:spcBef>
          <a:spcPts val="0"/>
        </a:spcBef>
        <a:buFont typeface="Arial" panose="020B0604020202020204" pitchFamily="34" charset="0"/>
        <a:buNone/>
        <a:defRPr sz="1800" kern="1200" baseline="0">
          <a:solidFill>
            <a:schemeClr val="tx1"/>
          </a:solidFill>
          <a:latin typeface="Audi Type"/>
          <a:ea typeface="微软雅黑" panose="020B0503020204020204" pitchFamily="34" charset="-122"/>
          <a:cs typeface="+mn-cs"/>
        </a:defRPr>
      </a:lvl1pPr>
      <a:lvl2pPr marL="457200" marR="0" indent="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sz="1600" kern="1200">
          <a:solidFill>
            <a:schemeClr val="tx1"/>
          </a:solidFill>
          <a:latin typeface="Audi Type"/>
          <a:ea typeface="微软雅黑" panose="020B0503020204020204" pitchFamily="34" charset="-122"/>
          <a:cs typeface="+mn-cs"/>
        </a:defRPr>
      </a:lvl2pPr>
      <a:lvl3pPr marL="1200150" marR="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sz="1400" kern="1200">
          <a:solidFill>
            <a:schemeClr val="tx1"/>
          </a:solidFill>
          <a:latin typeface="Audi Type"/>
          <a:ea typeface="微软雅黑" panose="020B0503020204020204"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7.xml"/><Relationship Id="rId1" Type="http://schemas.openxmlformats.org/officeDocument/2006/relationships/image" Target="../media/image2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8.pn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35.jpe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image" Target="../media/image3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8.xml"/><Relationship Id="rId2" Type="http://schemas.openxmlformats.org/officeDocument/2006/relationships/image" Target="../media/image40.jpeg"/><Relationship Id="rId1" Type="http://schemas.openxmlformats.org/officeDocument/2006/relationships/image" Target="../media/image39.jpeg"/></Relationships>
</file>

<file path=ppt/slides/_rels/slide9.xml.rels><?xml version="1.0" encoding="UTF-8" standalone="yes"?>
<Relationships xmlns="http://schemas.openxmlformats.org/package/2006/relationships"><Relationship Id="rId9" Type="http://schemas.openxmlformats.org/officeDocument/2006/relationships/image" Target="../media/image45.png"/><Relationship Id="rId8" Type="http://schemas.openxmlformats.org/officeDocument/2006/relationships/tags" Target="../tags/tag100.xml"/><Relationship Id="rId7" Type="http://schemas.openxmlformats.org/officeDocument/2006/relationships/image" Target="../media/image44.png"/><Relationship Id="rId6" Type="http://schemas.openxmlformats.org/officeDocument/2006/relationships/tags" Target="../tags/tag99.xml"/><Relationship Id="rId5" Type="http://schemas.openxmlformats.org/officeDocument/2006/relationships/image" Target="../media/image43.png"/><Relationship Id="rId4" Type="http://schemas.openxmlformats.org/officeDocument/2006/relationships/tags" Target="../tags/tag98.xml"/><Relationship Id="rId3" Type="http://schemas.openxmlformats.org/officeDocument/2006/relationships/image" Target="../media/image42.png"/><Relationship Id="rId2" Type="http://schemas.openxmlformats.org/officeDocument/2006/relationships/tags" Target="../tags/tag97.xml"/><Relationship Id="rId16" Type="http://schemas.openxmlformats.org/officeDocument/2006/relationships/notesSlide" Target="../notesSlides/notesSlide3.xml"/><Relationship Id="rId15" Type="http://schemas.openxmlformats.org/officeDocument/2006/relationships/slideLayout" Target="../slideLayouts/slideLayout8.xml"/><Relationship Id="rId14" Type="http://schemas.openxmlformats.org/officeDocument/2006/relationships/image" Target="../media/image48.png"/><Relationship Id="rId13" Type="http://schemas.openxmlformats.org/officeDocument/2006/relationships/image" Target="../media/image47.png"/><Relationship Id="rId12" Type="http://schemas.openxmlformats.org/officeDocument/2006/relationships/tags" Target="../tags/tag102.xml"/><Relationship Id="rId11" Type="http://schemas.openxmlformats.org/officeDocument/2006/relationships/image" Target="../media/image46.png"/><Relationship Id="rId10" Type="http://schemas.openxmlformats.org/officeDocument/2006/relationships/tags" Target="../tags/tag101.xml"/><Relationship Id="rId1" Type="http://schemas.openxmlformats.org/officeDocument/2006/relationships/image" Target="../media/image4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56.xml"/><Relationship Id="rId2" Type="http://schemas.openxmlformats.org/officeDocument/2006/relationships/tags" Target="../tags/tag103.xml"/><Relationship Id="rId1" Type="http://schemas.openxmlformats.org/officeDocument/2006/relationships/chart" Target="../charts/chart1.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56.xml"/><Relationship Id="rId2" Type="http://schemas.openxmlformats.org/officeDocument/2006/relationships/tags" Target="../tags/tag104.xml"/><Relationship Id="rId1" Type="http://schemas.openxmlformats.org/officeDocument/2006/relationships/chart" Target="../charts/char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3.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56.xml"/><Relationship Id="rId5" Type="http://schemas.openxmlformats.org/officeDocument/2006/relationships/image" Target="../media/image53.png"/><Relationship Id="rId4" Type="http://schemas.openxmlformats.org/officeDocument/2006/relationships/image" Target="../media/image52.png"/><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image" Target="../media/image49.jpeg"/></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56.xml"/><Relationship Id="rId5" Type="http://schemas.openxmlformats.org/officeDocument/2006/relationships/image" Target="../media/image57.png"/><Relationship Id="rId4" Type="http://schemas.openxmlformats.org/officeDocument/2006/relationships/image" Target="../media/image56.png"/><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image" Target="../media/image49.jpeg"/></Relationships>
</file>

<file path=ppt/slides/_rels/slide15.xml.rels><?xml version="1.0" encoding="UTF-8" standalone="yes"?>
<Relationships xmlns="http://schemas.openxmlformats.org/package/2006/relationships"><Relationship Id="rId9" Type="http://schemas.openxmlformats.org/officeDocument/2006/relationships/image" Target="../media/image66.png"/><Relationship Id="rId8" Type="http://schemas.openxmlformats.org/officeDocument/2006/relationships/image" Target="../media/image65.png"/><Relationship Id="rId7" Type="http://schemas.openxmlformats.org/officeDocument/2006/relationships/image" Target="../media/image64.png"/><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image" Target="../media/image59.png"/><Relationship Id="rId12" Type="http://schemas.openxmlformats.org/officeDocument/2006/relationships/notesSlide" Target="../notesSlides/notesSlide5.xml"/><Relationship Id="rId11" Type="http://schemas.openxmlformats.org/officeDocument/2006/relationships/slideLayout" Target="../slideLayouts/slideLayout56.xml"/><Relationship Id="rId10" Type="http://schemas.openxmlformats.org/officeDocument/2006/relationships/image" Target="../media/image67.png"/><Relationship Id="rId1" Type="http://schemas.openxmlformats.org/officeDocument/2006/relationships/image" Target="../media/image58.png"/></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56.xml"/><Relationship Id="rId7" Type="http://schemas.openxmlformats.org/officeDocument/2006/relationships/image" Target="../media/image74.png"/><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image" Target="../media/image68.png"/></Relationships>
</file>

<file path=ppt/slides/_rels/slide17.xml.rels><?xml version="1.0" encoding="UTF-8" standalone="yes"?>
<Relationships xmlns="http://schemas.openxmlformats.org/package/2006/relationships"><Relationship Id="rId9" Type="http://schemas.openxmlformats.org/officeDocument/2006/relationships/image" Target="../media/image83.png"/><Relationship Id="rId8" Type="http://schemas.openxmlformats.org/officeDocument/2006/relationships/image" Target="../media/image82.png"/><Relationship Id="rId7" Type="http://schemas.openxmlformats.org/officeDocument/2006/relationships/image" Target="../media/image81.png"/><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jpeg"/><Relationship Id="rId3" Type="http://schemas.openxmlformats.org/officeDocument/2006/relationships/image" Target="../media/image77.png"/><Relationship Id="rId2" Type="http://schemas.openxmlformats.org/officeDocument/2006/relationships/image" Target="../media/image76.jpeg"/><Relationship Id="rId12" Type="http://schemas.openxmlformats.org/officeDocument/2006/relationships/notesSlide" Target="../notesSlides/notesSlide6.xml"/><Relationship Id="rId11" Type="http://schemas.openxmlformats.org/officeDocument/2006/relationships/slideLayout" Target="../slideLayouts/slideLayout56.xml"/><Relationship Id="rId10" Type="http://schemas.openxmlformats.org/officeDocument/2006/relationships/image" Target="../media/image84.png"/><Relationship Id="rId1" Type="http://schemas.openxmlformats.org/officeDocument/2006/relationships/image" Target="../media/image75.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56.xml"/><Relationship Id="rId4" Type="http://schemas.openxmlformats.org/officeDocument/2006/relationships/image" Target="../media/image88.png"/><Relationship Id="rId3" Type="http://schemas.openxmlformats.org/officeDocument/2006/relationships/image" Target="../media/image87.jpeg"/><Relationship Id="rId2" Type="http://schemas.openxmlformats.org/officeDocument/2006/relationships/image" Target="../media/image86.jpeg"/><Relationship Id="rId1" Type="http://schemas.openxmlformats.org/officeDocument/2006/relationships/image" Target="../media/image85.jpe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56.xml"/><Relationship Id="rId4" Type="http://schemas.openxmlformats.org/officeDocument/2006/relationships/image" Target="../media/image88.png"/><Relationship Id="rId3" Type="http://schemas.openxmlformats.org/officeDocument/2006/relationships/image" Target="../media/image87.jpeg"/><Relationship Id="rId2" Type="http://schemas.openxmlformats.org/officeDocument/2006/relationships/image" Target="../media/image86.jpeg"/><Relationship Id="rId1" Type="http://schemas.openxmlformats.org/officeDocument/2006/relationships/image" Target="../media/image85.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65.xml"/><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image" Target="../media/image89.jpe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65.xml"/><Relationship Id="rId3" Type="http://schemas.openxmlformats.org/officeDocument/2006/relationships/image" Target="../media/image94.jpeg"/><Relationship Id="rId2" Type="http://schemas.openxmlformats.org/officeDocument/2006/relationships/image" Target="../media/image93.png"/><Relationship Id="rId1" Type="http://schemas.openxmlformats.org/officeDocument/2006/relationships/image" Target="../media/image92.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65.xml"/><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image" Target="../media/image95.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65.xml"/><Relationship Id="rId3" Type="http://schemas.openxmlformats.org/officeDocument/2006/relationships/image" Target="../media/image100.jpeg"/><Relationship Id="rId2" Type="http://schemas.openxmlformats.org/officeDocument/2006/relationships/image" Target="../media/image99.png"/><Relationship Id="rId1" Type="http://schemas.openxmlformats.org/officeDocument/2006/relationships/image" Target="../media/image98.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65.xml"/><Relationship Id="rId3" Type="http://schemas.openxmlformats.org/officeDocument/2006/relationships/image" Target="../media/image103.jpeg"/><Relationship Id="rId2" Type="http://schemas.openxmlformats.org/officeDocument/2006/relationships/image" Target="../media/image102.png"/><Relationship Id="rId1" Type="http://schemas.openxmlformats.org/officeDocument/2006/relationships/image" Target="../media/image101.pn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65.xml"/><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image" Target="../media/image104.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65.xml"/><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image" Target="../media/image107.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65.xml"/><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image" Target="../media/image110.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65.xml"/><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image" Target="../media/image113.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65.xml"/><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image" Target="../media/image116.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364490" y="4580890"/>
            <a:ext cx="3797300" cy="864235"/>
          </a:xfrm>
        </p:spPr>
        <p:txBody>
          <a:bodyPr/>
          <a:lstStyle/>
          <a:p>
            <a:pPr>
              <a:lnSpc>
                <a:spcPct val="120000"/>
              </a:lnSpc>
            </a:pPr>
            <a:r>
              <a:rPr lang="zh-CN" altLang="en-US" sz="1800" dirty="0" smtClean="0">
                <a:solidFill>
                  <a:schemeClr val="bg2"/>
                </a:solidFill>
                <a:cs typeface="微软雅黑" panose="020B0503020204020204" pitchFamily="34" charset="-122"/>
                <a:sym typeface="+mn-ea"/>
              </a:rPr>
              <a:t>终</a:t>
            </a:r>
            <a:r>
              <a:rPr lang="zh-CN" altLang="en-US" sz="1800" dirty="0" smtClean="0">
                <a:solidFill>
                  <a:schemeClr val="bg2"/>
                </a:solidFill>
                <a:cs typeface="微软雅黑" panose="020B0503020204020204" pitchFamily="34" charset="-122"/>
                <a:sym typeface="+mn-ea"/>
              </a:rPr>
              <a:t>期报告：</a:t>
            </a:r>
            <a:r>
              <a:rPr lang="en-US" altLang="zh-CN" sz="1800" dirty="0" smtClean="0">
                <a:solidFill>
                  <a:schemeClr val="bg2"/>
                </a:solidFill>
                <a:cs typeface="微软雅黑" panose="020B0503020204020204" pitchFamily="34" charset="-122"/>
                <a:sym typeface="+mn-ea"/>
              </a:rPr>
              <a:t>2020</a:t>
            </a:r>
            <a:r>
              <a:rPr lang="zh-CN" altLang="en-US" sz="1800" dirty="0">
                <a:solidFill>
                  <a:schemeClr val="bg2"/>
                </a:solidFill>
                <a:cs typeface="微软雅黑" panose="020B0503020204020204" pitchFamily="34" charset="-122"/>
                <a:sym typeface="+mn-ea"/>
              </a:rPr>
              <a:t>奥迪品牌官方直播第一期</a:t>
            </a:r>
            <a:br>
              <a:rPr lang="en-US" altLang="zh-CN" sz="1800" dirty="0">
                <a:solidFill>
                  <a:schemeClr val="bg2"/>
                </a:solidFill>
                <a:cs typeface="微软雅黑" panose="020B0503020204020204" pitchFamily="34" charset="-122"/>
                <a:sym typeface="+mn-ea"/>
              </a:rPr>
            </a:br>
            <a:r>
              <a:rPr lang="en-US" altLang="zh-CN" sz="1800" dirty="0">
                <a:solidFill>
                  <a:schemeClr val="bg2"/>
                </a:solidFill>
                <a:cs typeface="微软雅黑" panose="020B0503020204020204" pitchFamily="34" charset="-122"/>
                <a:sym typeface="+mn-ea"/>
              </a:rPr>
              <a:t>Final Report</a:t>
            </a:r>
            <a:r>
              <a:rPr lang="zh-CN" altLang="en-US" sz="1800" dirty="0">
                <a:solidFill>
                  <a:schemeClr val="bg2"/>
                </a:solidFill>
                <a:cs typeface="微软雅黑" panose="020B0503020204020204" pitchFamily="34" charset="-122"/>
                <a:sym typeface="+mn-ea"/>
              </a:rPr>
              <a:t>：</a:t>
            </a:r>
            <a:r>
              <a:rPr lang="en-US" altLang="zh-CN" sz="1800" dirty="0">
                <a:solidFill>
                  <a:schemeClr val="bg2"/>
                </a:solidFill>
                <a:cs typeface="微软雅黑" panose="020B0503020204020204" pitchFamily="34" charset="-122"/>
                <a:sym typeface="+mn-ea"/>
              </a:rPr>
              <a:t>2020 Audi Channel Official Live Streaming-EP01</a:t>
            </a:r>
            <a:endParaRPr lang="en-US" altLang="zh-CN" sz="1800" dirty="0" smtClean="0">
              <a:solidFill>
                <a:schemeClr val="bg2"/>
              </a:solidFill>
              <a:cs typeface="微软雅黑" panose="020B0503020204020204" pitchFamily="34" charset="-122"/>
              <a:sym typeface="+mn-ea"/>
            </a:endParaRPr>
          </a:p>
        </p:txBody>
      </p:sp>
      <p:sp>
        <p:nvSpPr>
          <p:cNvPr id="6" name="TextBox 5"/>
          <p:cNvSpPr txBox="1"/>
          <p:nvPr/>
        </p:nvSpPr>
        <p:spPr>
          <a:xfrm>
            <a:off x="364364" y="6131589"/>
            <a:ext cx="3096344" cy="4140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defRPr/>
            </a:pPr>
            <a:r>
              <a:rPr lang="en-US" altLang="zh-CN" sz="1400" noProof="0" dirty="0">
                <a:ln>
                  <a:noFill/>
                </a:ln>
                <a:solidFill>
                  <a:schemeClr val="bg2"/>
                </a:solidFill>
                <a:effectLst/>
                <a:uLnTx/>
                <a:uFillTx/>
                <a:latin typeface="微软雅黑" panose="020B0503020204020204" pitchFamily="34" charset="-122"/>
                <a:ea typeface="微软雅黑" panose="020B0503020204020204" pitchFamily="34" charset="-122"/>
                <a:cs typeface="+mj-cs"/>
                <a:sym typeface="+mn-ea"/>
              </a:rPr>
              <a:t>ASD-CT-BM </a:t>
            </a:r>
            <a:r>
              <a:rPr lang="en-US" altLang="zh-CN" sz="1400" noProof="0" dirty="0" smtClean="0">
                <a:ln>
                  <a:noFill/>
                </a:ln>
                <a:solidFill>
                  <a:schemeClr val="bg2"/>
                </a:solidFill>
                <a:effectLst/>
                <a:uLnTx/>
                <a:uFillTx/>
                <a:latin typeface="微软雅黑" panose="020B0503020204020204" pitchFamily="34" charset="-122"/>
                <a:ea typeface="微软雅黑" panose="020B0503020204020204" pitchFamily="34" charset="-122"/>
                <a:cs typeface="+mj-cs"/>
                <a:sym typeface="+mn-ea"/>
              </a:rPr>
              <a:t>2020/11</a:t>
            </a:r>
            <a:endParaRPr lang="zh-CN" altLang="en-US" sz="1400" dirty="0">
              <a:latin typeface="微软雅黑" panose="020B0503020204020204" pitchFamily="34" charset="-122"/>
              <a:ea typeface="微软雅黑" panose="020B0503020204020204" pitchFamily="34" charset="-122"/>
            </a:endParaRPr>
          </a:p>
        </p:txBody>
      </p:sp>
      <p:pic>
        <p:nvPicPr>
          <p:cNvPr id="3" name="图片占位符 1"/>
          <p:cNvPicPr>
            <a:picLocks noGrp="1" noChangeAspect="1"/>
          </p:cNvPicPr>
          <p:nvPr/>
        </p:nvPicPr>
        <p:blipFill rotWithShape="1">
          <a:blip r:embed="rId1" cstate="email"/>
          <a:srcRect/>
          <a:stretch>
            <a:fillRect/>
          </a:stretch>
        </p:blipFill>
        <p:spPr>
          <a:xfrm>
            <a:off x="0" y="0"/>
            <a:ext cx="9144000" cy="3484245"/>
          </a:xfrm>
          <a:prstGeom prst="rect">
            <a:avLst/>
          </a:prstGeom>
          <a:noFill/>
          <a:ln>
            <a:noFill/>
          </a:ln>
        </p:spPr>
      </p:pic>
      <p:sp>
        <p:nvSpPr>
          <p:cNvPr id="7" name="矩形 6"/>
          <p:cNvSpPr/>
          <p:nvPr/>
        </p:nvSpPr>
        <p:spPr>
          <a:xfrm>
            <a:off x="4486199" y="4266326"/>
            <a:ext cx="4550297" cy="2279085"/>
          </a:xfrm>
          <a:prstGeom prst="rect">
            <a:avLst/>
          </a:prstGeom>
        </p:spPr>
        <p:txBody>
          <a:bodyPr wrap="square">
            <a:spAutoFit/>
          </a:bodyPr>
          <a:p>
            <a:r>
              <a:rPr lang="zh-CN" altLang="en-US" sz="1400" b="1" dirty="0">
                <a:solidFill>
                  <a:schemeClr val="bg2"/>
                </a:solidFill>
                <a:latin typeface="微软雅黑" panose="020B0503020204020204" pitchFamily="34" charset="-122"/>
                <a:ea typeface="微软雅黑" panose="020B0503020204020204" pitchFamily="34" charset="-122"/>
              </a:rPr>
              <a:t>仅确认以下工作内容</a:t>
            </a:r>
            <a:r>
              <a:rPr lang="zh-CN" altLang="en-US" sz="1400" dirty="0">
                <a:solidFill>
                  <a:schemeClr val="bg2"/>
                </a:solidFill>
                <a:latin typeface="微软雅黑" panose="020B0503020204020204" pitchFamily="34" charset="-122"/>
                <a:ea typeface="微软雅黑" panose="020B0503020204020204" pitchFamily="34" charset="-122"/>
              </a:rPr>
              <a:t>：</a:t>
            </a:r>
            <a:endParaRPr lang="en-US" altLang="zh-CN" sz="1400" dirty="0">
              <a:solidFill>
                <a:schemeClr val="bg2"/>
              </a:solidFill>
              <a:latin typeface="微软雅黑" panose="020B0503020204020204" pitchFamily="34" charset="-122"/>
              <a:ea typeface="微软雅黑" panose="020B0503020204020204" pitchFamily="34" charset="-122"/>
            </a:endParaRPr>
          </a:p>
          <a:p>
            <a:pPr lvl="0">
              <a:lnSpc>
                <a:spcPct val="110000"/>
              </a:lnSpc>
            </a:pPr>
            <a:endParaRPr lang="en-US" altLang="zh-CN" sz="1050" b="1" dirty="0" smtClean="0">
              <a:solidFill>
                <a:schemeClr val="bg2"/>
              </a:solidFill>
              <a:latin typeface="微软雅黑" panose="020B0503020204020204" pitchFamily="34" charset="-122"/>
              <a:ea typeface="微软雅黑" panose="020B0503020204020204" pitchFamily="34" charset="-122"/>
            </a:endParaRPr>
          </a:p>
          <a:p>
            <a:pPr lvl="0">
              <a:lnSpc>
                <a:spcPct val="110000"/>
              </a:lnSpc>
            </a:pPr>
            <a:r>
              <a:rPr lang="en-US" altLang="zh-CN" sz="1050" b="1" dirty="0" smtClean="0">
                <a:solidFill>
                  <a:schemeClr val="bg2"/>
                </a:solidFill>
                <a:latin typeface="微软雅黑" panose="020B0503020204020204" pitchFamily="34" charset="-122"/>
                <a:ea typeface="微软雅黑" panose="020B0503020204020204" pitchFamily="34" charset="-122"/>
              </a:rPr>
              <a:t>【</a:t>
            </a:r>
            <a:r>
              <a:rPr lang="zh-CN" altLang="en-US" sz="1050" b="1" dirty="0">
                <a:solidFill>
                  <a:schemeClr val="bg2"/>
                </a:solidFill>
                <a:latin typeface="微软雅黑" panose="020B0503020204020204" pitchFamily="34" charset="-122"/>
                <a:ea typeface="微软雅黑" panose="020B0503020204020204" pitchFamily="34" charset="-122"/>
              </a:rPr>
              <a:t>活动</a:t>
            </a:r>
            <a:r>
              <a:rPr lang="zh-CN" altLang="en-US" sz="1050" b="1" dirty="0" smtClean="0">
                <a:solidFill>
                  <a:schemeClr val="bg2"/>
                </a:solidFill>
                <a:latin typeface="微软雅黑" panose="020B0503020204020204" pitchFamily="34" charset="-122"/>
                <a:ea typeface="微软雅黑" panose="020B0503020204020204" pitchFamily="34" charset="-122"/>
              </a:rPr>
              <a:t>相关</a:t>
            </a:r>
            <a:r>
              <a:rPr lang="en-US" altLang="zh-CN" sz="1050" b="1" dirty="0">
                <a:solidFill>
                  <a:schemeClr val="bg2"/>
                </a:solidFill>
                <a:latin typeface="微软雅黑" panose="020B0503020204020204" pitchFamily="34" charset="-122"/>
                <a:ea typeface="微软雅黑" panose="020B0503020204020204" pitchFamily="34" charset="-122"/>
              </a:rPr>
              <a:t>】  </a:t>
            </a:r>
            <a:r>
              <a:rPr lang="zh-CN" altLang="en-US" sz="1050" b="1" dirty="0">
                <a:solidFill>
                  <a:schemeClr val="bg2"/>
                </a:solidFill>
                <a:latin typeface="微软雅黑" panose="020B0503020204020204" pitchFamily="34" charset="-122"/>
                <a:ea typeface="微软雅黑" panose="020B0503020204020204" pitchFamily="34" charset="-122"/>
              </a:rPr>
              <a:t>经办人：                   </a:t>
            </a:r>
            <a:r>
              <a:rPr lang="zh-CN" altLang="en-US" sz="1050" b="1" dirty="0" smtClean="0">
                <a:solidFill>
                  <a:schemeClr val="bg2"/>
                </a:solidFill>
                <a:latin typeface="微软雅黑" panose="020B0503020204020204" pitchFamily="34" charset="-122"/>
                <a:ea typeface="微软雅黑" panose="020B0503020204020204" pitchFamily="34" charset="-122"/>
              </a:rPr>
              <a:t>         三</a:t>
            </a:r>
            <a:r>
              <a:rPr lang="zh-CN" altLang="en-US" sz="1050" b="1" dirty="0">
                <a:solidFill>
                  <a:schemeClr val="bg2"/>
                </a:solidFill>
                <a:latin typeface="微软雅黑" panose="020B0503020204020204" pitchFamily="34" charset="-122"/>
                <a:ea typeface="微软雅黑" panose="020B0503020204020204" pitchFamily="34" charset="-122"/>
              </a:rPr>
              <a:t>级经理</a:t>
            </a:r>
            <a:r>
              <a:rPr lang="zh-CN" altLang="en-US" sz="1050" b="1" dirty="0" smtClean="0">
                <a:solidFill>
                  <a:schemeClr val="bg2"/>
                </a:solidFill>
                <a:latin typeface="微软雅黑" panose="020B0503020204020204" pitchFamily="34" charset="-122"/>
                <a:ea typeface="微软雅黑" panose="020B0503020204020204" pitchFamily="34" charset="-122"/>
              </a:rPr>
              <a:t>：</a:t>
            </a:r>
            <a:endParaRPr lang="en-US" altLang="zh-CN" sz="1600" dirty="0" smtClean="0">
              <a:solidFill>
                <a:schemeClr val="bg2"/>
              </a:solidFill>
              <a:latin typeface="微软雅黑" panose="020B0503020204020204" pitchFamily="34" charset="-122"/>
              <a:ea typeface="微软雅黑" panose="020B0503020204020204" pitchFamily="34" charset="-122"/>
            </a:endParaRPr>
          </a:p>
          <a:p>
            <a:pPr>
              <a:lnSpc>
                <a:spcPct val="110000"/>
              </a:lnSpc>
            </a:pPr>
            <a:endParaRPr lang="en-US" altLang="zh-CN" sz="1050" b="1" dirty="0" smtClean="0">
              <a:solidFill>
                <a:schemeClr val="bg2"/>
              </a:solidFill>
              <a:latin typeface="微软雅黑" panose="020B0503020204020204" pitchFamily="34" charset="-122"/>
              <a:ea typeface="微软雅黑" panose="020B0503020204020204" pitchFamily="34" charset="-122"/>
            </a:endParaRPr>
          </a:p>
          <a:p>
            <a:pPr>
              <a:lnSpc>
                <a:spcPct val="110000"/>
              </a:lnSpc>
            </a:pPr>
            <a:r>
              <a:rPr lang="en-US" altLang="zh-CN" sz="1050" b="1" dirty="0" smtClean="0">
                <a:solidFill>
                  <a:schemeClr val="bg2"/>
                </a:solidFill>
                <a:latin typeface="微软雅黑" panose="020B0503020204020204" pitchFamily="34" charset="-122"/>
                <a:ea typeface="微软雅黑" panose="020B0503020204020204" pitchFamily="34" charset="-122"/>
              </a:rPr>
              <a:t>【</a:t>
            </a:r>
            <a:r>
              <a:rPr lang="zh-CN" altLang="en-US" sz="1050" b="1" dirty="0" smtClean="0">
                <a:solidFill>
                  <a:schemeClr val="bg2"/>
                </a:solidFill>
                <a:latin typeface="微软雅黑" panose="020B0503020204020204" pitchFamily="34" charset="-122"/>
                <a:ea typeface="微软雅黑" panose="020B0503020204020204" pitchFamily="34" charset="-122"/>
              </a:rPr>
              <a:t>媒体相关</a:t>
            </a:r>
            <a:r>
              <a:rPr lang="en-US" altLang="zh-CN" sz="1050" b="1" dirty="0">
                <a:solidFill>
                  <a:schemeClr val="bg2"/>
                </a:solidFill>
                <a:latin typeface="微软雅黑" panose="020B0503020204020204" pitchFamily="34" charset="-122"/>
                <a:ea typeface="微软雅黑" panose="020B0503020204020204" pitchFamily="34" charset="-122"/>
              </a:rPr>
              <a:t>】  </a:t>
            </a:r>
            <a:r>
              <a:rPr lang="zh-CN" altLang="en-US" sz="1050" b="1" dirty="0" smtClean="0">
                <a:solidFill>
                  <a:schemeClr val="bg2"/>
                </a:solidFill>
                <a:latin typeface="微软雅黑" panose="020B0503020204020204" pitchFamily="34" charset="-122"/>
                <a:ea typeface="微软雅黑" panose="020B0503020204020204" pitchFamily="34" charset="-122"/>
              </a:rPr>
              <a:t>经办人</a:t>
            </a:r>
            <a:r>
              <a:rPr lang="zh-CN" altLang="en-US" sz="1050" b="1" dirty="0">
                <a:solidFill>
                  <a:schemeClr val="bg2"/>
                </a:solidFill>
                <a:latin typeface="微软雅黑" panose="020B0503020204020204" pitchFamily="34" charset="-122"/>
                <a:ea typeface="微软雅黑" panose="020B0503020204020204" pitchFamily="34" charset="-122"/>
              </a:rPr>
              <a:t>：                 </a:t>
            </a:r>
            <a:r>
              <a:rPr lang="zh-CN" altLang="en-US" sz="1050" b="1" dirty="0" smtClean="0">
                <a:solidFill>
                  <a:schemeClr val="bg2"/>
                </a:solidFill>
                <a:latin typeface="微软雅黑" panose="020B0503020204020204" pitchFamily="34" charset="-122"/>
                <a:ea typeface="微软雅黑" panose="020B0503020204020204" pitchFamily="34" charset="-122"/>
              </a:rPr>
              <a:t>           三</a:t>
            </a:r>
            <a:r>
              <a:rPr lang="zh-CN" altLang="en-US" sz="1050" b="1" dirty="0">
                <a:solidFill>
                  <a:schemeClr val="bg2"/>
                </a:solidFill>
                <a:latin typeface="微软雅黑" panose="020B0503020204020204" pitchFamily="34" charset="-122"/>
                <a:ea typeface="微软雅黑" panose="020B0503020204020204" pitchFamily="34" charset="-122"/>
              </a:rPr>
              <a:t>级经理：</a:t>
            </a:r>
            <a:endParaRPr lang="en-US" altLang="zh-CN" sz="1050" b="1" dirty="0">
              <a:solidFill>
                <a:schemeClr val="bg2"/>
              </a:solidFill>
              <a:latin typeface="微软雅黑" panose="020B0503020204020204" pitchFamily="34" charset="-122"/>
              <a:ea typeface="微软雅黑" panose="020B0503020204020204" pitchFamily="34" charset="-122"/>
            </a:endParaRPr>
          </a:p>
          <a:p>
            <a:pPr>
              <a:lnSpc>
                <a:spcPct val="110000"/>
              </a:lnSpc>
            </a:pPr>
            <a:endParaRPr lang="en-US" altLang="zh-CN" sz="1050" b="1" dirty="0">
              <a:solidFill>
                <a:schemeClr val="bg2"/>
              </a:solidFill>
              <a:latin typeface="微软雅黑" panose="020B0503020204020204" pitchFamily="34" charset="-122"/>
              <a:ea typeface="微软雅黑" panose="020B0503020204020204" pitchFamily="34" charset="-122"/>
            </a:endParaRPr>
          </a:p>
          <a:p>
            <a:pPr>
              <a:lnSpc>
                <a:spcPct val="110000"/>
              </a:lnSpc>
            </a:pPr>
            <a:endParaRPr lang="en-US" altLang="zh-CN" sz="1050" b="1" dirty="0">
              <a:solidFill>
                <a:schemeClr val="bg2"/>
              </a:solidFill>
              <a:latin typeface="微软雅黑" panose="020B0503020204020204" pitchFamily="34" charset="-122"/>
              <a:ea typeface="微软雅黑" panose="020B0503020204020204" pitchFamily="34" charset="-122"/>
            </a:endParaRPr>
          </a:p>
          <a:p>
            <a:pPr>
              <a:lnSpc>
                <a:spcPct val="110000"/>
              </a:lnSpc>
            </a:pPr>
            <a:r>
              <a:rPr lang="zh-CN" altLang="en-US" sz="1050" b="1" dirty="0">
                <a:solidFill>
                  <a:schemeClr val="bg2"/>
                </a:solidFill>
                <a:latin typeface="微软雅黑" panose="020B0503020204020204" pitchFamily="34" charset="-122"/>
                <a:ea typeface="微软雅黑" panose="020B0503020204020204" pitchFamily="34" charset="-122"/>
              </a:rPr>
              <a:t>  </a:t>
            </a:r>
            <a:endParaRPr lang="en-US" altLang="zh-CN" sz="1050" b="1" dirty="0">
              <a:solidFill>
                <a:schemeClr val="bg2"/>
              </a:solidFill>
              <a:latin typeface="微软雅黑" panose="020B0503020204020204" pitchFamily="34" charset="-122"/>
              <a:ea typeface="微软雅黑" panose="020B0503020204020204" pitchFamily="34" charset="-122"/>
            </a:endParaRPr>
          </a:p>
          <a:p>
            <a:pPr>
              <a:lnSpc>
                <a:spcPct val="150000"/>
              </a:lnSpc>
            </a:pPr>
            <a:r>
              <a:rPr lang="en-US" altLang="zh-CN" sz="1050" b="1" dirty="0">
                <a:solidFill>
                  <a:schemeClr val="bg2"/>
                </a:solidFill>
                <a:latin typeface="微软雅黑" panose="020B0503020204020204" pitchFamily="34" charset="-122"/>
                <a:ea typeface="微软雅黑" panose="020B0503020204020204" pitchFamily="34" charset="-122"/>
              </a:rPr>
              <a:t>  </a:t>
            </a:r>
            <a:r>
              <a:rPr lang="zh-CN" altLang="en-US" sz="1050" b="1" dirty="0">
                <a:solidFill>
                  <a:schemeClr val="bg2"/>
                </a:solidFill>
                <a:latin typeface="微软雅黑" panose="020B0503020204020204" pitchFamily="34" charset="-122"/>
                <a:ea typeface="微软雅黑" panose="020B0503020204020204" pitchFamily="34" charset="-122"/>
              </a:rPr>
              <a:t>项目协调人：</a:t>
            </a:r>
            <a:endParaRPr lang="en-US" altLang="zh-CN" sz="1050" b="1" dirty="0">
              <a:solidFill>
                <a:schemeClr val="bg2"/>
              </a:solidFill>
              <a:latin typeface="微软雅黑" panose="020B0503020204020204" pitchFamily="34" charset="-122"/>
              <a:ea typeface="微软雅黑" panose="020B0503020204020204" pitchFamily="34" charset="-122"/>
            </a:endParaRPr>
          </a:p>
          <a:p>
            <a:pPr>
              <a:lnSpc>
                <a:spcPct val="150000"/>
              </a:lnSpc>
            </a:pPr>
            <a:endParaRPr lang="en-US" altLang="zh-CN" sz="1050" b="1" dirty="0">
              <a:solidFill>
                <a:schemeClr val="bg2"/>
              </a:solidFill>
              <a:latin typeface="微软雅黑" panose="020B0503020204020204" pitchFamily="34" charset="-122"/>
              <a:ea typeface="微软雅黑" panose="020B0503020204020204" pitchFamily="34" charset="-122"/>
            </a:endParaRPr>
          </a:p>
          <a:p>
            <a:pPr>
              <a:lnSpc>
                <a:spcPct val="150000"/>
              </a:lnSpc>
            </a:pPr>
            <a:r>
              <a:rPr lang="zh-CN" altLang="en-US" sz="1050" b="1" dirty="0">
                <a:solidFill>
                  <a:schemeClr val="bg2"/>
                </a:solidFill>
                <a:latin typeface="微软雅黑" panose="020B0503020204020204" pitchFamily="34" charset="-122"/>
                <a:ea typeface="微软雅黑" panose="020B0503020204020204" pitchFamily="34" charset="-122"/>
              </a:rPr>
              <a:t>  二 级 经 理 </a:t>
            </a:r>
            <a:r>
              <a:rPr lang="zh-CN" altLang="en-US" sz="1050" b="1" dirty="0" smtClean="0">
                <a:solidFill>
                  <a:schemeClr val="bg2"/>
                </a:solidFill>
                <a:latin typeface="微软雅黑" panose="020B0503020204020204" pitchFamily="34" charset="-122"/>
                <a:ea typeface="微软雅黑" panose="020B0503020204020204" pitchFamily="34" charset="-122"/>
              </a:rPr>
              <a:t>：</a:t>
            </a:r>
            <a:endParaRPr lang="zh-CN" altLang="en-US" sz="1050" b="1" dirty="0" smtClean="0">
              <a:solidFill>
                <a:schemeClr val="bg2"/>
              </a:solidFill>
              <a:latin typeface="微软雅黑" panose="020B0503020204020204" pitchFamily="34" charset="-122"/>
              <a:ea typeface="微软雅黑" panose="020B0503020204020204" pitchFamily="34" charset="-122"/>
            </a:endParaRPr>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bwMode="auto">
          <a:xfrm flipH="1">
            <a:off x="11165" y="1388764"/>
            <a:ext cx="329767" cy="1664106"/>
          </a:xfrm>
          <a:prstGeom prst="rect">
            <a:avLst/>
          </a:prstGeom>
          <a:solidFill>
            <a:srgbClr val="F50537"/>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algn="ctr" fontAlgn="base">
              <a:spcBef>
                <a:spcPct val="30000"/>
              </a:spcBef>
              <a:spcAft>
                <a:spcPct val="0"/>
              </a:spcAft>
              <a:buClr>
                <a:srgbClr val="B3B3B3"/>
              </a:buClr>
              <a:buFont typeface="Audi Type" pitchFamily="34" charset="0"/>
              <a:buNone/>
            </a:pPr>
            <a:endParaRPr lang="zh-CN" altLang="en-US" sz="1400" b="1" dirty="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10" name="矩形 9"/>
          <p:cNvSpPr/>
          <p:nvPr/>
        </p:nvSpPr>
        <p:spPr bwMode="auto">
          <a:xfrm flipH="1">
            <a:off x="423948" y="1388764"/>
            <a:ext cx="140152" cy="1664106"/>
          </a:xfrm>
          <a:prstGeom prst="rect">
            <a:avLst/>
          </a:prstGeom>
          <a:solidFill>
            <a:srgbClr val="F50537"/>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algn="ctr" fontAlgn="base">
              <a:spcBef>
                <a:spcPct val="30000"/>
              </a:spcBef>
              <a:spcAft>
                <a:spcPct val="0"/>
              </a:spcAft>
              <a:buClr>
                <a:srgbClr val="B3B3B3"/>
              </a:buClr>
              <a:buFont typeface="Audi Type" pitchFamily="34" charset="0"/>
              <a:buNone/>
            </a:pPr>
            <a:endParaRPr lang="zh-CN" altLang="en-US" sz="1400" b="1" dirty="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11" name="矩形 10"/>
          <p:cNvSpPr/>
          <p:nvPr/>
        </p:nvSpPr>
        <p:spPr bwMode="auto">
          <a:xfrm flipH="1">
            <a:off x="635948" y="1388764"/>
            <a:ext cx="8508052" cy="1664106"/>
          </a:xfrm>
          <a:prstGeom prst="rect">
            <a:avLst/>
          </a:prstGeom>
          <a:solidFill>
            <a:srgbClr val="F50537"/>
          </a:solidFill>
          <a:ln w="9525" cap="flat" cmpd="sng" algn="ctr">
            <a:solidFill>
              <a:srgbClr val="BB0A30"/>
            </a:solidFill>
            <a:prstDash val="solid"/>
            <a:round/>
            <a:headEnd type="none" w="med" len="med"/>
            <a:tailEnd type="none" w="med" len="med"/>
          </a:ln>
          <a:effectLst/>
        </p:spPr>
        <p:txBody>
          <a:bodyPr vert="horz" wrap="none" lIns="91440" tIns="45720" rIns="91440" bIns="45720" numCol="1" rtlCol="0" anchor="ctr" anchorCtr="0" compatLnSpc="1"/>
          <a:lstStyle/>
          <a:p>
            <a:pPr marL="313055" indent="403225">
              <a:buFont typeface="+mj-lt"/>
              <a:buAutoNum type="romanUcPeriod"/>
              <a:defRPr/>
            </a:pPr>
            <a:r>
              <a:rPr kumimoji="1" lang="zh-CN" altLang="en-US" sz="2800" b="1" kern="0" dirty="0" smtClean="0">
                <a:solidFill>
                  <a:srgbClr val="FFFFFF"/>
                </a:solidFill>
                <a:latin typeface="微软雅黑" panose="020B0503020204020204" pitchFamily="34" charset="-122"/>
                <a:ea typeface="微软雅黑" panose="020B0503020204020204" pitchFamily="34" charset="-122"/>
                <a:cs typeface="+mn-ea"/>
                <a:sym typeface="+mn-lt"/>
              </a:rPr>
              <a:t>传播概览</a:t>
            </a:r>
            <a:r>
              <a:rPr kumimoji="1" lang="en-US" altLang="zh-CN" sz="2800" b="1" kern="0" dirty="0" smtClean="0">
                <a:solidFill>
                  <a:srgbClr val="FFFFFF"/>
                </a:solidFill>
                <a:latin typeface="微软雅黑" panose="020B0503020204020204" pitchFamily="34" charset="-122"/>
                <a:ea typeface="微软雅黑" panose="020B0503020204020204" pitchFamily="34" charset="-122"/>
                <a:cs typeface="+mn-ea"/>
                <a:sym typeface="+mn-lt"/>
              </a:rPr>
              <a:t>/Comm.</a:t>
            </a:r>
            <a:r>
              <a:rPr kumimoji="1" lang="zh-CN" altLang="en-US" sz="2800" b="1" kern="0" dirty="0" smtClean="0">
                <a:solidFill>
                  <a:srgbClr val="FFFFFF"/>
                </a:solidFill>
                <a:latin typeface="微软雅黑" panose="020B0503020204020204" pitchFamily="34" charset="-122"/>
                <a:ea typeface="微软雅黑" panose="020B0503020204020204" pitchFamily="34" charset="-122"/>
                <a:cs typeface="+mn-ea"/>
                <a:sym typeface="+mn-lt"/>
              </a:rPr>
              <a:t> </a:t>
            </a:r>
            <a:r>
              <a:rPr kumimoji="1" lang="en-US" altLang="zh-CN" sz="2800" b="1" kern="0" dirty="0" smtClean="0">
                <a:solidFill>
                  <a:srgbClr val="FFFFFF"/>
                </a:solidFill>
                <a:latin typeface="微软雅黑" panose="020B0503020204020204" pitchFamily="34" charset="-122"/>
                <a:ea typeface="微软雅黑" panose="020B0503020204020204" pitchFamily="34" charset="-122"/>
                <a:cs typeface="+mn-ea"/>
                <a:sym typeface="+mn-lt"/>
              </a:rPr>
              <a:t>Overview</a:t>
            </a:r>
            <a:endParaRPr kumimoji="1" lang="en-US" altLang="zh-CN" sz="2800" b="1" kern="0" dirty="0" smtClean="0">
              <a:solidFill>
                <a:srgbClr val="FFFFFF"/>
              </a:solidFill>
              <a:latin typeface="微软雅黑" panose="020B0503020204020204" pitchFamily="34" charset="-122"/>
              <a:ea typeface="微软雅黑" panose="020B0503020204020204" pitchFamily="34" charset="-122"/>
              <a:cs typeface="+mn-ea"/>
              <a:sym typeface="+mn-lt"/>
            </a:endParaRPr>
          </a:p>
          <a:p>
            <a:pPr marL="1033780" indent="-295275">
              <a:buFontTx/>
              <a:buChar char="-"/>
              <a:defRPr/>
            </a:pPr>
            <a:r>
              <a:rPr kumimoji="1" lang="zh-CN" altLang="en-US" sz="1800" b="1" kern="0" dirty="0" smtClean="0">
                <a:solidFill>
                  <a:srgbClr val="FFFFFF"/>
                </a:solidFill>
                <a:latin typeface="微软雅黑" panose="020B0503020204020204" pitchFamily="34" charset="-122"/>
                <a:ea typeface="微软雅黑" panose="020B0503020204020204" pitchFamily="34" charset="-122"/>
                <a:cs typeface="+mn-ea"/>
                <a:sym typeface="+mn-lt"/>
              </a:rPr>
              <a:t>项目概况</a:t>
            </a:r>
            <a:r>
              <a:rPr kumimoji="1" lang="en-US" altLang="zh-CN" sz="1800" b="1" kern="0" dirty="0" smtClean="0">
                <a:solidFill>
                  <a:srgbClr val="FFFFFF"/>
                </a:solidFill>
                <a:latin typeface="微软雅黑" panose="020B0503020204020204" pitchFamily="34" charset="-122"/>
                <a:ea typeface="微软雅黑" panose="020B0503020204020204" pitchFamily="34" charset="-122"/>
                <a:cs typeface="+mn-ea"/>
                <a:sym typeface="+mn-lt"/>
              </a:rPr>
              <a:t>/Project Overview</a:t>
            </a:r>
            <a:endParaRPr kumimoji="1" lang="en-US" altLang="zh-CN" sz="1800" b="1" kern="0" dirty="0" smtClean="0">
              <a:solidFill>
                <a:srgbClr val="FFFFFF"/>
              </a:solidFill>
              <a:latin typeface="微软雅黑" panose="020B0503020204020204" pitchFamily="34" charset="-122"/>
              <a:ea typeface="微软雅黑" panose="020B0503020204020204" pitchFamily="34" charset="-122"/>
              <a:cs typeface="+mn-ea"/>
              <a:sym typeface="+mn-lt"/>
            </a:endParaRPr>
          </a:p>
          <a:p>
            <a:pPr marL="1033780" indent="-295275">
              <a:buFontTx/>
              <a:buChar char="-"/>
            </a:pPr>
            <a:r>
              <a:rPr kumimoji="1" lang="zh-CN" altLang="en-US" sz="1800" b="1" kern="0" dirty="0" smtClean="0">
                <a:solidFill>
                  <a:srgbClr val="FFFFFF"/>
                </a:solidFill>
                <a:latin typeface="微软雅黑" panose="020B0503020204020204" pitchFamily="34" charset="-122"/>
                <a:ea typeface="微软雅黑" panose="020B0503020204020204" pitchFamily="34" charset="-122"/>
                <a:cs typeface="+mn-ea"/>
                <a:sym typeface="+mn-lt"/>
              </a:rPr>
              <a:t>传播目标及策略</a:t>
            </a:r>
            <a:r>
              <a:rPr kumimoji="1" lang="en-US" altLang="zh-CN" sz="1800" b="1" kern="0" dirty="0">
                <a:solidFill>
                  <a:srgbClr val="FFFFFF"/>
                </a:solidFill>
                <a:latin typeface="微软雅黑" panose="020B0503020204020204" pitchFamily="34" charset="-122"/>
                <a:ea typeface="微软雅黑" panose="020B0503020204020204" pitchFamily="34" charset="-122"/>
                <a:cs typeface="+mn-ea"/>
                <a:sym typeface="+mn-lt"/>
              </a:rPr>
              <a:t>/Comm. Objective &amp; </a:t>
            </a:r>
            <a:r>
              <a:rPr kumimoji="1" lang="en-US" altLang="zh-CN" sz="1800" b="1" kern="0" dirty="0" smtClean="0">
                <a:solidFill>
                  <a:srgbClr val="FFFFFF"/>
                </a:solidFill>
                <a:latin typeface="微软雅黑" panose="020B0503020204020204" pitchFamily="34" charset="-122"/>
                <a:ea typeface="微软雅黑" panose="020B0503020204020204" pitchFamily="34" charset="-122"/>
                <a:cs typeface="+mn-ea"/>
                <a:sym typeface="+mn-lt"/>
              </a:rPr>
              <a:t>Strategy</a:t>
            </a:r>
            <a:endParaRPr kumimoji="1" lang="en-US" altLang="zh-CN" sz="1800" b="1" kern="0" dirty="0" smtClean="0">
              <a:solidFill>
                <a:srgbClr val="FFFFFF"/>
              </a:solidFill>
              <a:latin typeface="微软雅黑" panose="020B0503020204020204" pitchFamily="34" charset="-122"/>
              <a:ea typeface="微软雅黑" panose="020B0503020204020204" pitchFamily="34" charset="-122"/>
              <a:cs typeface="+mn-ea"/>
              <a:sym typeface="+mn-lt"/>
            </a:endParaRPr>
          </a:p>
          <a:p>
            <a:pPr marL="1033780" indent="-295275">
              <a:buFontTx/>
              <a:buChar char="-"/>
            </a:pPr>
            <a:r>
              <a:rPr kumimoji="1" lang="zh-CN" altLang="en-US" sz="1800" b="1" kern="0" dirty="0" smtClean="0">
                <a:solidFill>
                  <a:srgbClr val="FFFFFF"/>
                </a:solidFill>
                <a:latin typeface="微软雅黑" panose="020B0503020204020204" pitchFamily="34" charset="-122"/>
                <a:ea typeface="微软雅黑" panose="020B0503020204020204" pitchFamily="34" charset="-122"/>
                <a:cs typeface="+mn-ea"/>
                <a:sym typeface="+mn-lt"/>
              </a:rPr>
              <a:t>传播效果</a:t>
            </a:r>
            <a:r>
              <a:rPr kumimoji="1" lang="en-US" altLang="zh-CN" sz="1800" b="1" kern="0" dirty="0" smtClean="0">
                <a:solidFill>
                  <a:srgbClr val="FFFFFF"/>
                </a:solidFill>
                <a:latin typeface="微软雅黑" panose="020B0503020204020204" pitchFamily="34" charset="-122"/>
                <a:ea typeface="微软雅黑" panose="020B0503020204020204" pitchFamily="34" charset="-122"/>
                <a:cs typeface="+mn-ea"/>
                <a:sym typeface="+mn-lt"/>
              </a:rPr>
              <a:t>/Communication Effect</a:t>
            </a:r>
            <a:endParaRPr kumimoji="1" lang="en-US" altLang="zh-CN" sz="1800" b="1" kern="0" dirty="0" smtClean="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12" name="矩形 11"/>
          <p:cNvSpPr/>
          <p:nvPr/>
        </p:nvSpPr>
        <p:spPr bwMode="auto">
          <a:xfrm flipH="1">
            <a:off x="1379900" y="3429000"/>
            <a:ext cx="8285871" cy="520322"/>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400050" indent="-400050">
              <a:buFont typeface="+mj-lt"/>
              <a:buAutoNum type="romanUcPeriod" startAt="2"/>
            </a:pPr>
            <a:r>
              <a:rPr kumimoji="1" lang="zh-CN" altLang="en-US" sz="1800" b="1" dirty="0" smtClean="0">
                <a:solidFill>
                  <a:srgbClr val="A0A7AA"/>
                </a:solidFill>
                <a:latin typeface="微软雅黑" panose="020B0503020204020204" pitchFamily="34" charset="-122"/>
                <a:ea typeface="微软雅黑" panose="020B0503020204020204" pitchFamily="34" charset="-122"/>
                <a:cs typeface="+mn-ea"/>
                <a:sym typeface="+mn-lt"/>
              </a:rPr>
              <a:t>执行</a:t>
            </a:r>
            <a:r>
              <a:rPr kumimoji="1" lang="zh-CN" altLang="en-US" sz="1800" b="1" dirty="0">
                <a:solidFill>
                  <a:srgbClr val="A0A7AA"/>
                </a:solidFill>
                <a:latin typeface="微软雅黑" panose="020B0503020204020204" pitchFamily="34" charset="-122"/>
                <a:ea typeface="微软雅黑" panose="020B0503020204020204" pitchFamily="34" charset="-122"/>
                <a:cs typeface="+mn-ea"/>
                <a:sym typeface="+mn-lt"/>
              </a:rPr>
              <a:t>亮点</a:t>
            </a:r>
            <a:r>
              <a:rPr kumimoji="1" lang="en-US" altLang="zh-CN" sz="1800" b="1" dirty="0" smtClean="0">
                <a:solidFill>
                  <a:srgbClr val="A0A7AA"/>
                </a:solidFill>
                <a:latin typeface="微软雅黑" panose="020B0503020204020204" pitchFamily="34" charset="-122"/>
                <a:ea typeface="微软雅黑" panose="020B0503020204020204" pitchFamily="34" charset="-122"/>
                <a:cs typeface="+mn-ea"/>
                <a:sym typeface="+mn-lt"/>
              </a:rPr>
              <a:t>/Execution Highlights</a:t>
            </a:r>
            <a:endParaRPr kumimoji="1" lang="en-US" altLang="zh-CN" sz="1800" b="1" dirty="0" smtClean="0">
              <a:solidFill>
                <a:srgbClr val="A0A7AA"/>
              </a:solidFill>
              <a:latin typeface="微软雅黑" panose="020B0503020204020204" pitchFamily="34" charset="-122"/>
              <a:ea typeface="微软雅黑" panose="020B0503020204020204" pitchFamily="34" charset="-122"/>
              <a:cs typeface="+mn-ea"/>
              <a:sym typeface="+mn-lt"/>
            </a:endParaRPr>
          </a:p>
        </p:txBody>
      </p:sp>
      <p:sp>
        <p:nvSpPr>
          <p:cNvPr id="8" name="矩形 7"/>
          <p:cNvSpPr/>
          <p:nvPr/>
        </p:nvSpPr>
        <p:spPr bwMode="auto">
          <a:xfrm flipH="1">
            <a:off x="1379900" y="4035925"/>
            <a:ext cx="8285871" cy="562705"/>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400050" lvl="1" indent="-400050">
              <a:buFont typeface="+mj-lt"/>
              <a:buAutoNum type="romanUcPeriod" startAt="3"/>
            </a:pPr>
            <a:r>
              <a:rPr kumimoji="1" lang="zh-CN" altLang="en-US" sz="1800" b="1" dirty="0">
                <a:solidFill>
                  <a:srgbClr val="A0A7AA"/>
                </a:solidFill>
                <a:latin typeface="微软雅黑" panose="020B0503020204020204" pitchFamily="34" charset="-122"/>
                <a:ea typeface="微软雅黑" panose="020B0503020204020204" pitchFamily="34" charset="-122"/>
                <a:cs typeface="+mn-ea"/>
                <a:sym typeface="+mn-lt"/>
              </a:rPr>
              <a:t>媒体反馈</a:t>
            </a:r>
            <a:r>
              <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rPr>
              <a:t>/Media</a:t>
            </a:r>
            <a:r>
              <a:rPr kumimoji="1" lang="zh-CN" altLang="en-US" sz="1800" b="1" dirty="0">
                <a:solidFill>
                  <a:srgbClr val="A0A7AA"/>
                </a:solidFill>
                <a:latin typeface="微软雅黑" panose="020B0503020204020204" pitchFamily="34" charset="-122"/>
                <a:ea typeface="微软雅黑" panose="020B0503020204020204" pitchFamily="34" charset="-122"/>
                <a:cs typeface="+mn-ea"/>
                <a:sym typeface="+mn-lt"/>
              </a:rPr>
              <a:t> </a:t>
            </a:r>
            <a:r>
              <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rPr>
              <a:t>Feedback</a:t>
            </a:r>
            <a:endPar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bwMode="auto">
          <a:xfrm flipH="1">
            <a:off x="1379855" y="4598670"/>
            <a:ext cx="5534660" cy="562610"/>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indent="0" algn="l">
              <a:lnSpc>
                <a:spcPct val="150000"/>
              </a:lnSpc>
              <a:buFont typeface="+mj-lt"/>
              <a:buNone/>
            </a:pPr>
            <a:r>
              <a:rPr kumimoji="1" lang="en-US" altLang="zh-CN" sz="1800" b="1" dirty="0">
                <a:solidFill>
                  <a:srgbClr val="A0A7AA"/>
                </a:solidFill>
                <a:latin typeface="微软雅黑" panose="020B0503020204020204" pitchFamily="34" charset="-122"/>
                <a:ea typeface="微软雅黑" panose="020B0503020204020204" pitchFamily="34" charset="-122"/>
                <a:cs typeface="微软雅黑" panose="020B0503020204020204" pitchFamily="34" charset="-122"/>
                <a:sym typeface="+mn-ea"/>
              </a:rPr>
              <a:t>Ⅳ.  </a:t>
            </a:r>
            <a:r>
              <a:rPr kumimoji="1" lang="zh-CN" altLang="en-US" sz="1800" b="1" dirty="0">
                <a:solidFill>
                  <a:srgbClr val="A0A7AA"/>
                </a:solidFill>
                <a:latin typeface="微软雅黑" panose="020B0503020204020204" pitchFamily="34" charset="-122"/>
                <a:ea typeface="微软雅黑" panose="020B0503020204020204" pitchFamily="34" charset="-122"/>
                <a:cs typeface="微软雅黑" panose="020B0503020204020204" pitchFamily="34" charset="-122"/>
                <a:sym typeface="+mn-ea"/>
              </a:rPr>
              <a:t>媒体报道总结</a:t>
            </a:r>
            <a:r>
              <a:rPr kumimoji="1" lang="zh-CN" altLang="en-US" sz="1800" b="1" dirty="0" smtClean="0">
                <a:solidFill>
                  <a:srgbClr val="A0A7AA"/>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sz="1800" b="1" dirty="0" smtClean="0">
                <a:solidFill>
                  <a:srgbClr val="A0A7AA"/>
                </a:solidFill>
                <a:latin typeface="微软雅黑" panose="020B0503020204020204" pitchFamily="34" charset="-122"/>
                <a:ea typeface="微软雅黑" panose="020B0503020204020204" pitchFamily="34" charset="-122"/>
                <a:cs typeface="微软雅黑" panose="020B0503020204020204" pitchFamily="34" charset="-122"/>
                <a:sym typeface="+mn-ea"/>
              </a:rPr>
              <a:t>/Media </a:t>
            </a:r>
            <a:r>
              <a:rPr kumimoji="1" lang="en-US" altLang="zh-CN" sz="1800" b="1" dirty="0">
                <a:solidFill>
                  <a:srgbClr val="A0A7AA"/>
                </a:solidFill>
                <a:latin typeface="微软雅黑" panose="020B0503020204020204" pitchFamily="34" charset="-122"/>
                <a:ea typeface="微软雅黑" panose="020B0503020204020204" pitchFamily="34" charset="-122"/>
                <a:cs typeface="微软雅黑" panose="020B0503020204020204" pitchFamily="34" charset="-122"/>
                <a:sym typeface="+mn-ea"/>
              </a:rPr>
              <a:t>report</a:t>
            </a:r>
            <a:endPar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540000" tIns="442768" rIns="359974" bIns="0" numCol="1" anchor="ctr"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Audi Channel</a:t>
            </a:r>
            <a:r>
              <a:rPr kumimoji="0" lang="zh-CN" altLang="en-US" sz="18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定位</a:t>
            </a:r>
            <a:r>
              <a:rPr kumimoji="0" lang="en-US" altLang="zh-CN" sz="18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 Positioning </a:t>
            </a:r>
            <a:r>
              <a:rPr kumimoji="0" lang="en-US" altLang="zh-CN" sz="1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of Audi Channel</a:t>
            </a:r>
            <a:endParaRPr kumimoji="0" lang="zh-CN" altLang="en-US" sz="1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pic>
        <p:nvPicPr>
          <p:cNvPr id="41987" name="图片 2"/>
          <p:cNvPicPr>
            <a:picLocks noChangeAspect="1"/>
          </p:cNvPicPr>
          <p:nvPr/>
        </p:nvPicPr>
        <p:blipFill>
          <a:blip r:embed="rId1" cstate="email"/>
          <a:stretch>
            <a:fillRect/>
          </a:stretch>
        </p:blipFill>
        <p:spPr>
          <a:xfrm>
            <a:off x="0" y="1201738"/>
            <a:ext cx="9144000" cy="5140325"/>
          </a:xfrm>
          <a:prstGeom prst="rect">
            <a:avLst/>
          </a:prstGeom>
          <a:noFill/>
          <a:ln w="9525">
            <a:noFill/>
          </a:ln>
        </p:spPr>
      </p:pic>
      <p:sp>
        <p:nvSpPr>
          <p:cNvPr id="4" name="矩形 3"/>
          <p:cNvSpPr/>
          <p:nvPr/>
        </p:nvSpPr>
        <p:spPr>
          <a:xfrm>
            <a:off x="1220788" y="1744663"/>
            <a:ext cx="6702425" cy="3255963"/>
          </a:xfrm>
          <a:prstGeom prst="rect">
            <a:avLst/>
          </a:prstGeom>
          <a:noFill/>
          <a:ln w="12700" cap="flat" cmpd="sng" algn="ctr">
            <a:noFill/>
            <a:prstDash val="solid"/>
          </a:ln>
          <a:effectLst/>
        </p:spPr>
        <p:txBody>
          <a:bodyPr anchor="ct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000" b="1" i="0" u="none" strike="noStrike" kern="0" cap="none" spc="225" normalizeH="0" baseline="0" noProof="0" dirty="0">
                <a:ln>
                  <a:noFill/>
                </a:ln>
                <a:solidFill>
                  <a:srgbClr val="000000"/>
                </a:solidFill>
                <a:effectLst/>
                <a:uLnTx/>
                <a:uFillTx/>
                <a:latin typeface="Audi Type"/>
                <a:ea typeface="微软雅黑" panose="020B0503020204020204" pitchFamily="34" charset="-122"/>
                <a:cs typeface="微软雅黑" panose="020B0503020204020204" pitchFamily="34" charset="-122"/>
              </a:rPr>
              <a:t>基于用户运营思维，打造</a:t>
            </a:r>
            <a:r>
              <a:rPr kumimoji="0" lang="zh-CN" altLang="en-US" sz="21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“米其林”</a:t>
            </a:r>
            <a:r>
              <a:rPr kumimoji="0" lang="zh-CN" altLang="en-US" sz="2000" b="1" i="0" u="none" strike="noStrike" kern="0" cap="none" spc="225" normalizeH="0" baseline="0" noProof="0" dirty="0">
                <a:ln>
                  <a:noFill/>
                </a:ln>
                <a:solidFill>
                  <a:srgbClr val="000000"/>
                </a:solidFill>
                <a:effectLst/>
                <a:uLnTx/>
                <a:uFillTx/>
                <a:latin typeface="Audi Type"/>
                <a:ea typeface="微软雅黑" panose="020B0503020204020204" pitchFamily="34" charset="-122"/>
                <a:cs typeface="微软雅黑" panose="020B0503020204020204" pitchFamily="34" charset="-122"/>
              </a:rPr>
              <a:t>级直播，</a:t>
            </a:r>
            <a:endParaRPr kumimoji="0" lang="zh-CN" altLang="en-US" sz="2000" b="1" i="0" u="none" strike="noStrike" kern="0" cap="none" spc="225" normalizeH="0" baseline="0" noProof="0" dirty="0">
              <a:ln>
                <a:noFill/>
              </a:ln>
              <a:solidFill>
                <a:srgbClr val="FF0000"/>
              </a:solidFill>
              <a:effectLst/>
              <a:uLnTx/>
              <a:uFillTx/>
              <a:latin typeface="Audi Type"/>
              <a:ea typeface="微软雅黑" panose="020B0503020204020204" pitchFamily="34" charset="-122"/>
              <a:cs typeface="微软雅黑" panose="020B0503020204020204" pitchFamily="34" charset="-122"/>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1800" b="1" i="1"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期期精品、引人入胜</a:t>
            </a:r>
            <a:endParaRPr kumimoji="0" lang="en-US" altLang="zh-CN" sz="1800" b="1" i="1"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en-US" altLang="zh-CN" sz="1600" b="1" i="1"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Based on users' operational thinking, to create </a:t>
            </a:r>
            <a:r>
              <a:rPr kumimoji="0" lang="en-US" altLang="zh-CN" sz="1600" b="1" i="1"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 Michelin-level live streaming, </a:t>
            </a:r>
            <a:r>
              <a:rPr kumimoji="0" lang="en-US" altLang="zh-CN" sz="1600" b="1" i="1"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ensuring </a:t>
            </a:r>
            <a:r>
              <a:rPr kumimoji="0" lang="en-US" altLang="zh-CN" sz="1600" b="1" i="1"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each episode with high quality and attractive content.</a:t>
            </a:r>
            <a:endParaRPr kumimoji="0" lang="zh-CN" altLang="en-US" sz="1600" b="1" i="1"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1400" b="1" i="0" u="none" strike="noStrike" kern="0" cap="none" spc="225" normalizeH="0" baseline="0" noProof="0" dirty="0">
                <a:ln>
                  <a:noFill/>
                </a:ln>
                <a:solidFill>
                  <a:srgbClr val="000000"/>
                </a:solidFill>
                <a:effectLst/>
                <a:uLnTx/>
                <a:uFillTx/>
                <a:latin typeface="Audi Type"/>
                <a:ea typeface="微软雅黑" panose="020B0503020204020204" pitchFamily="34" charset="-122"/>
                <a:cs typeface="微软雅黑" panose="020B0503020204020204" pitchFamily="34" charset="-122"/>
              </a:rPr>
              <a:t>基于高品质的用户场景、生活方式，打造“种草”内容，</a:t>
            </a:r>
            <a:endParaRPr kumimoji="0" lang="en-US" altLang="zh-CN" sz="1400" b="1" i="0" u="none" strike="noStrike" kern="0" cap="none" spc="225" normalizeH="0" baseline="0" noProof="0" dirty="0">
              <a:ln>
                <a:noFill/>
              </a:ln>
              <a:solidFill>
                <a:srgbClr val="000000"/>
              </a:solidFill>
              <a:effectLst/>
              <a:uLnTx/>
              <a:uFillTx/>
              <a:latin typeface="Audi Type"/>
              <a:ea typeface="微软雅黑" panose="020B0503020204020204" pitchFamily="34" charset="-122"/>
              <a:cs typeface="微软雅黑" panose="020B0503020204020204" pitchFamily="34" charset="-122"/>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1400" b="1" i="0" u="none" strike="noStrike" kern="0" cap="none" spc="225" normalizeH="0" baseline="0" noProof="0" dirty="0">
                <a:ln>
                  <a:noFill/>
                </a:ln>
                <a:solidFill>
                  <a:srgbClr val="000000"/>
                </a:solidFill>
                <a:effectLst/>
                <a:uLnTx/>
                <a:uFillTx/>
                <a:latin typeface="Audi Type"/>
                <a:ea typeface="微软雅黑" panose="020B0503020204020204" pitchFamily="34" charset="-122"/>
                <a:cs typeface="微软雅黑" panose="020B0503020204020204" pitchFamily="34" charset="-122"/>
              </a:rPr>
              <a:t>形成奥迪品牌“话题制造机”</a:t>
            </a:r>
            <a:endParaRPr kumimoji="0" lang="en-US" altLang="zh-CN" sz="1400" b="1" i="0" u="none" strike="noStrike" kern="0" cap="none" spc="225" normalizeH="0" baseline="0" noProof="0" dirty="0">
              <a:ln>
                <a:noFill/>
              </a:ln>
              <a:solidFill>
                <a:srgbClr val="000000"/>
              </a:solidFill>
              <a:effectLst/>
              <a:uLnTx/>
              <a:uFillTx/>
              <a:latin typeface="Audi Type"/>
              <a:ea typeface="微软雅黑" panose="020B0503020204020204" pitchFamily="34" charset="-122"/>
              <a:cs typeface="微软雅黑" panose="020B0503020204020204" pitchFamily="34" charset="-122"/>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Based on high-quality user scenes and lifestyles, the content of "recommending great things" was created through live streaming to form the "topic making machine" of Audi brand.</a:t>
            </a:r>
            <a:endParaRPr kumimoji="0" lang="en-US" altLang="zh-CN" sz="1200" b="1" i="0" u="none" strike="noStrike" kern="0" cap="none" spc="225" normalizeH="0" baseline="0" noProof="0" dirty="0">
              <a:ln>
                <a:noFill/>
              </a:ln>
              <a:solidFill>
                <a:srgbClr val="000000"/>
              </a:solidFill>
              <a:effectLst/>
              <a:uLnTx/>
              <a:uFillTx/>
              <a:latin typeface="Audi Type"/>
              <a:ea typeface="微软雅黑" panose="020B0503020204020204" pitchFamily="34" charset="-122"/>
              <a:cs typeface="微软雅黑" panose="020B0503020204020204" pitchFamily="34" charset="-122"/>
            </a:endParaRPr>
          </a:p>
          <a:p>
            <a:pPr marL="0" marR="0" lvl="0" indent="0" algn="ctr" defTabSz="914400" rtl="0" eaLnBrk="0" fontAlgn="base" latinLnBrk="0" hangingPunct="0">
              <a:lnSpc>
                <a:spcPct val="150000"/>
              </a:lnSpc>
              <a:spcBef>
                <a:spcPct val="0"/>
              </a:spcBef>
              <a:spcAft>
                <a:spcPct val="0"/>
              </a:spcAft>
              <a:buClrTx/>
              <a:buSzTx/>
              <a:buFontTx/>
              <a:buNone/>
              <a:defRPr/>
            </a:pPr>
            <a:endParaRPr kumimoji="0" lang="zh-CN" altLang="en-US" sz="1400" b="1" i="0" u="none" strike="noStrike" kern="0" cap="none" spc="225" normalizeH="0" baseline="0" noProof="0" dirty="0">
              <a:ln>
                <a:noFill/>
              </a:ln>
              <a:solidFill>
                <a:srgbClr val="000000"/>
              </a:solidFill>
              <a:effectLst/>
              <a:uLnTx/>
              <a:uFillTx/>
              <a:latin typeface="Audi Type"/>
              <a:ea typeface="微软雅黑" panose="020B0503020204020204" pitchFamily="34" charset="-122"/>
              <a:cs typeface="微软雅黑" panose="020B0503020204020204" pitchFamily="34" charset="-122"/>
            </a:endParaRPr>
          </a:p>
        </p:txBody>
      </p:sp>
      <p:sp>
        <p:nvSpPr>
          <p:cNvPr id="6" name="圆角矩形 5"/>
          <p:cNvSpPr/>
          <p:nvPr/>
        </p:nvSpPr>
        <p:spPr>
          <a:xfrm>
            <a:off x="2297113" y="5122863"/>
            <a:ext cx="4719638" cy="452438"/>
          </a:xfrm>
          <a:prstGeom prst="roundRect">
            <a:avLst/>
          </a:prstGeom>
          <a:solidFill>
            <a:schemeClr val="tx1"/>
          </a:solidFill>
          <a:ln w="25400">
            <a:noFill/>
            <a:prstDash val="soli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450" normalizeH="0" baseline="0" noProof="0" dirty="0">
                <a:ln>
                  <a:noFill/>
                </a:ln>
                <a:solidFill>
                  <a:srgbClr val="FFFFFF"/>
                </a:solidFill>
                <a:effectLst/>
                <a:uLnTx/>
                <a:uFillTx/>
                <a:latin typeface="Audi Type" pitchFamily="34" charset="0"/>
                <a:ea typeface="微软雅黑" panose="020B0503020204020204" pitchFamily="34" charset="-122"/>
                <a:cs typeface="+mn-cs"/>
              </a:rPr>
              <a:t>打造豪华汽车品牌首个</a:t>
            </a:r>
            <a:endParaRPr kumimoji="0" lang="zh-CN" altLang="en-US" sz="1400" b="1" i="0" u="none" strike="noStrike" kern="1200" cap="none" spc="450" normalizeH="0" baseline="0" noProof="0" dirty="0">
              <a:ln>
                <a:noFill/>
              </a:ln>
              <a:solidFill>
                <a:srgbClr val="FFFFFF"/>
              </a:solidFill>
              <a:effectLst/>
              <a:uLnTx/>
              <a:uFillTx/>
              <a:latin typeface="Audi Type" pitchFamily="34" charset="0"/>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450" normalizeH="0" baseline="0" noProof="0" dirty="0">
                <a:ln>
                  <a:noFill/>
                </a:ln>
                <a:solidFill>
                  <a:srgbClr val="FFFFFF"/>
                </a:solidFill>
                <a:effectLst/>
                <a:uLnTx/>
                <a:uFillTx/>
                <a:latin typeface="Audi Type" pitchFamily="34" charset="0"/>
                <a:ea typeface="微软雅黑" panose="020B0503020204020204" pitchFamily="34" charset="-122"/>
                <a:cs typeface="+mn-cs"/>
              </a:rPr>
              <a:t>生活方式“种草”类官方直播平台</a:t>
            </a:r>
            <a:endParaRPr kumimoji="0" lang="zh-CN" altLang="en-US" sz="1400" b="1" i="0" u="none" strike="noStrike" kern="1200" cap="none" spc="450" normalizeH="0" baseline="0" noProof="0" dirty="0">
              <a:ln>
                <a:noFill/>
              </a:ln>
              <a:solidFill>
                <a:srgbClr val="FFFFFF"/>
              </a:solidFill>
              <a:effectLst/>
              <a:uLnTx/>
              <a:uFillTx/>
              <a:latin typeface="Audi Type" pitchFamily="34" charset="0"/>
              <a:ea typeface="微软雅黑" panose="020B0503020204020204" pitchFamily="34" charset="-122"/>
              <a:cs typeface="+mn-cs"/>
            </a:endParaRPr>
          </a:p>
        </p:txBody>
      </p:sp>
      <p:sp>
        <p:nvSpPr>
          <p:cNvPr id="41990" name="矩形 8"/>
          <p:cNvSpPr/>
          <p:nvPr/>
        </p:nvSpPr>
        <p:spPr>
          <a:xfrm>
            <a:off x="966788" y="5697538"/>
            <a:ext cx="7380287" cy="276225"/>
          </a:xfrm>
          <a:prstGeom prst="rect">
            <a:avLst/>
          </a:prstGeom>
          <a:noFill/>
          <a:ln w="9525">
            <a:noFill/>
          </a:ln>
        </p:spPr>
        <p:txBody>
          <a:bodyPr>
            <a:spAutoFit/>
          </a:bodyPr>
          <a:lstStyle/>
          <a:p>
            <a:r>
              <a:rPr lang="en-US" altLang="zh-CN" b="1" dirty="0">
                <a:latin typeface="Arial" panose="020B0604020202020204" pitchFamily="34" charset="0"/>
              </a:rPr>
              <a:t>Build the first official live streaming platform of lifestyle “recommending" for premium car brands</a:t>
            </a:r>
            <a:endParaRPr lang="zh-CN" altLang="en-US" b="1" dirty="0">
              <a:latin typeface="Arial" panose="020B0604020202020204" pitchFamily="34" charset="0"/>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10" name="组合 5"/>
          <p:cNvGrpSpPr/>
          <p:nvPr/>
        </p:nvGrpSpPr>
        <p:grpSpPr>
          <a:xfrm>
            <a:off x="292100" y="1258516"/>
            <a:ext cx="8545513" cy="2103802"/>
            <a:chOff x="536" y="3550"/>
            <a:chExt cx="13457" cy="3315"/>
          </a:xfrm>
        </p:grpSpPr>
        <p:sp>
          <p:nvSpPr>
            <p:cNvPr id="43046" name="文本框 8"/>
            <p:cNvSpPr txBox="1"/>
            <p:nvPr/>
          </p:nvSpPr>
          <p:spPr>
            <a:xfrm>
              <a:off x="536" y="3550"/>
              <a:ext cx="3970" cy="3199"/>
            </a:xfrm>
            <a:prstGeom prst="rect">
              <a:avLst/>
            </a:prstGeom>
            <a:noFill/>
            <a:ln w="9525">
              <a:noFill/>
            </a:ln>
          </p:spPr>
          <p:txBody>
            <a:bodyPr wrap="none" lIns="0" tIns="0" rIns="0" bIns="0">
              <a:spAutoFit/>
            </a:bodyPr>
            <a:lstStyle/>
            <a:p>
              <a:pPr algn="ctr">
                <a:lnSpc>
                  <a:spcPct val="110000"/>
                </a:lnSpc>
              </a:pPr>
              <a:r>
                <a:rPr lang="en-US" altLang="zh-CN" sz="3600" dirty="0">
                  <a:latin typeface="Audi Type Extended" pitchFamily="34" charset="0"/>
                </a:rPr>
                <a:t>01</a:t>
              </a:r>
              <a:r>
                <a:rPr lang="en-US" altLang="zh-CN" sz="2000" dirty="0">
                  <a:latin typeface="Audi Type Extended" pitchFamily="34" charset="0"/>
                </a:rPr>
                <a:t> </a:t>
              </a:r>
              <a:endParaRPr lang="en-US" altLang="zh-CN" sz="2000" dirty="0">
                <a:latin typeface="Audi Type Extended" pitchFamily="34" charset="0"/>
              </a:endParaRPr>
            </a:p>
            <a:p>
              <a:pPr algn="ctr">
                <a:lnSpc>
                  <a:spcPct val="110000"/>
                </a:lnSpc>
              </a:pPr>
              <a:r>
                <a:rPr lang="zh-CN" altLang="en-US" sz="2000" b="1" dirty="0">
                  <a:solidFill>
                    <a:srgbClr val="FF0000"/>
                  </a:solidFill>
                  <a:latin typeface="微软雅黑" panose="020B0503020204020204" pitchFamily="34" charset="-122"/>
                  <a:ea typeface="微软雅黑" panose="020B0503020204020204" pitchFamily="34" charset="-122"/>
                </a:rPr>
                <a:t>奥迪好玩</a:t>
              </a:r>
              <a:endParaRPr lang="en-US" altLang="zh-CN" sz="2000" b="1" dirty="0">
                <a:solidFill>
                  <a:srgbClr val="FF0000"/>
                </a:solidFill>
                <a:latin typeface="微软雅黑" panose="020B0503020204020204" pitchFamily="34" charset="-122"/>
                <a:ea typeface="微软雅黑" panose="020B0503020204020204" pitchFamily="34" charset="-122"/>
              </a:endParaRPr>
            </a:p>
            <a:p>
              <a:pPr algn="ctr">
                <a:lnSpc>
                  <a:spcPct val="110000"/>
                </a:lnSpc>
              </a:pPr>
              <a:r>
                <a:rPr lang="en-US" altLang="zh-CN" sz="1600" b="1" dirty="0">
                  <a:solidFill>
                    <a:srgbClr val="FF0000"/>
                  </a:solidFill>
                  <a:latin typeface="微软雅黑" panose="020B0503020204020204" pitchFamily="34" charset="-122"/>
                  <a:ea typeface="微软雅黑" panose="020B0503020204020204" pitchFamily="34" charset="-122"/>
                </a:rPr>
                <a:t>Audi’s fun</a:t>
              </a:r>
              <a:endParaRPr lang="en-US" altLang="zh-CN" sz="1600" b="1" dirty="0">
                <a:solidFill>
                  <a:srgbClr val="FF0000"/>
                </a:solidFill>
                <a:latin typeface="微软雅黑" panose="020B0503020204020204" pitchFamily="34" charset="-122"/>
                <a:ea typeface="微软雅黑" panose="020B0503020204020204" pitchFamily="34" charset="-122"/>
              </a:endParaRPr>
            </a:p>
            <a:p>
              <a:pPr algn="ctr">
                <a:lnSpc>
                  <a:spcPct val="110000"/>
                </a:lnSpc>
              </a:pPr>
              <a:endParaRPr lang="en-US" altLang="zh-CN" b="1" dirty="0">
                <a:latin typeface="微软雅黑" panose="020B0503020204020204" pitchFamily="34" charset="-122"/>
                <a:ea typeface="微软雅黑" panose="020B0503020204020204" pitchFamily="34" charset="-122"/>
              </a:endParaRPr>
            </a:p>
            <a:p>
              <a:pPr algn="ctr">
                <a:lnSpc>
                  <a:spcPct val="110000"/>
                </a:lnSpc>
              </a:pPr>
              <a:r>
                <a:rPr lang="zh-CN" altLang="en-US" b="1" dirty="0">
                  <a:latin typeface="微软雅黑" panose="020B0503020204020204" pitchFamily="34" charset="-122"/>
                  <a:ea typeface="微软雅黑" panose="020B0503020204020204" pitchFamily="34" charset="-122"/>
                </a:rPr>
                <a:t>每期一个热点话题、</a:t>
              </a:r>
              <a:r>
                <a:rPr lang="en-US" altLang="zh-CN" b="1" dirty="0">
                  <a:latin typeface="微软雅黑" panose="020B0503020204020204" pitchFamily="34" charset="-122"/>
                  <a:ea typeface="微软雅黑" panose="020B0503020204020204" pitchFamily="34" charset="-122"/>
                </a:rPr>
                <a:t>IP</a:t>
              </a:r>
              <a:endParaRPr lang="en-US" altLang="zh-CN" b="1" dirty="0">
                <a:latin typeface="微软雅黑" panose="020B0503020204020204" pitchFamily="34" charset="-122"/>
                <a:ea typeface="微软雅黑" panose="020B0503020204020204" pitchFamily="34" charset="-122"/>
              </a:endParaRPr>
            </a:p>
            <a:p>
              <a:pPr algn="ctr">
                <a:lnSpc>
                  <a:spcPct val="110000"/>
                </a:lnSpc>
              </a:pPr>
              <a:r>
                <a:rPr lang="en-US" altLang="zh-CN" b="1" dirty="0">
                  <a:latin typeface="微软雅黑" panose="020B0503020204020204" pitchFamily="34" charset="-122"/>
                  <a:ea typeface="微软雅黑" panose="020B0503020204020204" pitchFamily="34" charset="-122"/>
                </a:rPr>
                <a:t>Each episode with a hot topic, IP</a:t>
              </a:r>
              <a:endParaRPr lang="en-US" altLang="zh-CN" b="1" dirty="0">
                <a:latin typeface="微软雅黑" panose="020B0503020204020204" pitchFamily="34" charset="-122"/>
                <a:ea typeface="微软雅黑" panose="020B0503020204020204" pitchFamily="34" charset="-122"/>
              </a:endParaRPr>
            </a:p>
            <a:p>
              <a:pPr algn="ctr">
                <a:lnSpc>
                  <a:spcPct val="110000"/>
                </a:lnSpc>
              </a:pPr>
              <a:endParaRPr lang="en-US" altLang="zh-CN" b="1" dirty="0">
                <a:latin typeface="Audi Type Extended" pitchFamily="34" charset="0"/>
              </a:endParaRPr>
            </a:p>
          </p:txBody>
        </p:sp>
        <p:sp>
          <p:nvSpPr>
            <p:cNvPr id="43047" name="文本框 9"/>
            <p:cNvSpPr txBox="1"/>
            <p:nvPr/>
          </p:nvSpPr>
          <p:spPr>
            <a:xfrm>
              <a:off x="4852" y="3550"/>
              <a:ext cx="4698" cy="2986"/>
            </a:xfrm>
            <a:prstGeom prst="rect">
              <a:avLst/>
            </a:prstGeom>
            <a:noFill/>
            <a:ln w="9525">
              <a:noFill/>
            </a:ln>
          </p:spPr>
          <p:txBody>
            <a:bodyPr wrap="none" lIns="0" tIns="0" rIns="0" bIns="0">
              <a:spAutoFit/>
            </a:bodyPr>
            <a:lstStyle/>
            <a:p>
              <a:pPr algn="ctr">
                <a:lnSpc>
                  <a:spcPct val="110000"/>
                </a:lnSpc>
              </a:pPr>
              <a:r>
                <a:rPr lang="en-US" altLang="zh-CN" sz="3600" dirty="0">
                  <a:latin typeface="Audi Type Extended" pitchFamily="34" charset="0"/>
                </a:rPr>
                <a:t>02</a:t>
              </a:r>
              <a:r>
                <a:rPr lang="en-US" altLang="zh-CN" sz="2000" b="1" dirty="0">
                  <a:latin typeface="Audi Type Extended" pitchFamily="34" charset="0"/>
                </a:rPr>
                <a:t> </a:t>
              </a:r>
              <a:endParaRPr lang="en-US" altLang="zh-CN" sz="2000" b="1" dirty="0">
                <a:latin typeface="Audi Type Extended" pitchFamily="34" charset="0"/>
              </a:endParaRPr>
            </a:p>
            <a:p>
              <a:pPr algn="ctr">
                <a:lnSpc>
                  <a:spcPct val="110000"/>
                </a:lnSpc>
              </a:pPr>
              <a:r>
                <a:rPr lang="zh-CN" altLang="en-US" sz="2000" b="1" dirty="0">
                  <a:solidFill>
                    <a:srgbClr val="FF0000"/>
                  </a:solidFill>
                  <a:latin typeface="微软雅黑" panose="020B0503020204020204" pitchFamily="34" charset="-122"/>
                  <a:ea typeface="微软雅黑" panose="020B0503020204020204" pitchFamily="34" charset="-122"/>
                </a:rPr>
                <a:t>奥迪好物</a:t>
              </a:r>
              <a:endParaRPr lang="en-US" altLang="zh-CN" sz="2000" b="1" dirty="0">
                <a:solidFill>
                  <a:srgbClr val="FF0000"/>
                </a:solidFill>
                <a:latin typeface="微软雅黑" panose="020B0503020204020204" pitchFamily="34" charset="-122"/>
                <a:ea typeface="微软雅黑" panose="020B0503020204020204" pitchFamily="34" charset="-122"/>
              </a:endParaRPr>
            </a:p>
            <a:p>
              <a:pPr algn="ctr">
                <a:lnSpc>
                  <a:spcPct val="110000"/>
                </a:lnSpc>
              </a:pPr>
              <a:r>
                <a:rPr lang="en-US" altLang="zh-CN" sz="1600" b="1" dirty="0">
                  <a:solidFill>
                    <a:srgbClr val="FF0000"/>
                  </a:solidFill>
                  <a:latin typeface="微软雅黑" panose="020B0503020204020204" pitchFamily="34" charset="-122"/>
                  <a:ea typeface="微软雅黑" panose="020B0503020204020204" pitchFamily="34" charset="-122"/>
                </a:rPr>
                <a:t>Audi’s goods</a:t>
              </a:r>
              <a:endParaRPr lang="en-US" altLang="zh-CN" sz="1600" b="1" dirty="0">
                <a:solidFill>
                  <a:srgbClr val="FF0000"/>
                </a:solidFill>
                <a:latin typeface="微软雅黑" panose="020B0503020204020204" pitchFamily="34" charset="-122"/>
                <a:ea typeface="微软雅黑" panose="020B0503020204020204" pitchFamily="34" charset="-122"/>
              </a:endParaRPr>
            </a:p>
            <a:p>
              <a:pPr algn="ctr">
                <a:lnSpc>
                  <a:spcPct val="110000"/>
                </a:lnSpc>
              </a:pPr>
              <a:endParaRPr lang="en-US" altLang="zh-CN" b="1" dirty="0">
                <a:latin typeface="微软雅黑" panose="020B0503020204020204" pitchFamily="34" charset="-122"/>
                <a:ea typeface="微软雅黑" panose="020B0503020204020204" pitchFamily="34" charset="-122"/>
              </a:endParaRPr>
            </a:p>
            <a:p>
              <a:pPr algn="ctr">
                <a:lnSpc>
                  <a:spcPct val="110000"/>
                </a:lnSpc>
              </a:pPr>
              <a:r>
                <a:rPr lang="zh-CN" altLang="en-US" b="1" dirty="0">
                  <a:latin typeface="微软雅黑" panose="020B0503020204020204" pitchFamily="34" charset="-122"/>
                  <a:ea typeface="微软雅黑" panose="020B0503020204020204" pitchFamily="34" charset="-122"/>
                </a:rPr>
                <a:t>每期一款跨界联名好物</a:t>
              </a:r>
              <a:endParaRPr lang="en-US" altLang="zh-CN" b="1" dirty="0">
                <a:latin typeface="微软雅黑" panose="020B0503020204020204" pitchFamily="34" charset="-122"/>
                <a:ea typeface="微软雅黑" panose="020B0503020204020204" pitchFamily="34" charset="-122"/>
              </a:endParaRPr>
            </a:p>
            <a:p>
              <a:pPr algn="ctr">
                <a:lnSpc>
                  <a:spcPct val="110000"/>
                </a:lnSpc>
              </a:pPr>
              <a:r>
                <a:rPr lang="en-US" altLang="zh-CN" b="1" dirty="0">
                  <a:latin typeface="微软雅黑" panose="020B0503020204020204" pitchFamily="34" charset="-122"/>
                  <a:ea typeface="微软雅黑" panose="020B0503020204020204" pitchFamily="34" charset="-122"/>
                </a:rPr>
                <a:t>Each episode with a co-branding good</a:t>
              </a:r>
              <a:endParaRPr lang="zh-CN" altLang="en-US" b="1" dirty="0">
                <a:latin typeface="微软雅黑" panose="020B0503020204020204" pitchFamily="34" charset="-122"/>
                <a:ea typeface="微软雅黑" panose="020B0503020204020204" pitchFamily="34" charset="-122"/>
              </a:endParaRPr>
            </a:p>
          </p:txBody>
        </p:sp>
        <p:sp>
          <p:nvSpPr>
            <p:cNvPr id="43048" name="文本框 10"/>
            <p:cNvSpPr txBox="1"/>
            <p:nvPr/>
          </p:nvSpPr>
          <p:spPr>
            <a:xfrm>
              <a:off x="9783" y="3557"/>
              <a:ext cx="4210" cy="3115"/>
            </a:xfrm>
            <a:prstGeom prst="rect">
              <a:avLst/>
            </a:prstGeom>
            <a:noFill/>
            <a:ln w="9525">
              <a:noFill/>
            </a:ln>
          </p:spPr>
          <p:txBody>
            <a:bodyPr lIns="0" tIns="0" rIns="0" bIns="0">
              <a:spAutoFit/>
            </a:bodyPr>
            <a:lstStyle/>
            <a:p>
              <a:pPr algn="ctr">
                <a:lnSpc>
                  <a:spcPct val="110000"/>
                </a:lnSpc>
              </a:pPr>
              <a:r>
                <a:rPr lang="en-US" altLang="zh-CN" sz="3600" dirty="0">
                  <a:latin typeface="Audi Type Extended" pitchFamily="34" charset="0"/>
                </a:rPr>
                <a:t>03</a:t>
              </a:r>
              <a:r>
                <a:rPr lang="en-US" altLang="zh-CN" sz="3600" b="1" dirty="0">
                  <a:latin typeface="Audi Type Extended" pitchFamily="34" charset="0"/>
                </a:rPr>
                <a:t> </a:t>
              </a:r>
              <a:endParaRPr lang="en-US" altLang="zh-CN" sz="3600" b="1" dirty="0">
                <a:latin typeface="Audi Type Extended" pitchFamily="34" charset="0"/>
              </a:endParaRPr>
            </a:p>
            <a:p>
              <a:pPr algn="ctr">
                <a:lnSpc>
                  <a:spcPct val="110000"/>
                </a:lnSpc>
              </a:pPr>
              <a:r>
                <a:rPr lang="zh-CN" altLang="en-US" sz="2000" b="1" dirty="0">
                  <a:solidFill>
                    <a:srgbClr val="FF0000"/>
                  </a:solidFill>
                  <a:latin typeface="微软雅黑" panose="020B0503020204020204" pitchFamily="34" charset="-122"/>
                  <a:ea typeface="微软雅黑" panose="020B0503020204020204" pitchFamily="34" charset="-122"/>
                </a:rPr>
                <a:t>奥迪好惊喜</a:t>
              </a:r>
              <a:endParaRPr lang="en-US" altLang="zh-CN" sz="2000" b="1" dirty="0">
                <a:solidFill>
                  <a:srgbClr val="FF0000"/>
                </a:solidFill>
                <a:latin typeface="微软雅黑" panose="020B0503020204020204" pitchFamily="34" charset="-122"/>
                <a:ea typeface="微软雅黑" panose="020B0503020204020204" pitchFamily="34" charset="-122"/>
              </a:endParaRPr>
            </a:p>
            <a:p>
              <a:pPr algn="ctr">
                <a:lnSpc>
                  <a:spcPct val="110000"/>
                </a:lnSpc>
              </a:pPr>
              <a:r>
                <a:rPr lang="en-US" altLang="zh-CN" sz="1600" b="1" dirty="0">
                  <a:solidFill>
                    <a:srgbClr val="FF0000"/>
                  </a:solidFill>
                  <a:latin typeface="微软雅黑" panose="020B0503020204020204" pitchFamily="34" charset="-122"/>
                  <a:ea typeface="微软雅黑" panose="020B0503020204020204" pitchFamily="34" charset="-122"/>
                </a:rPr>
                <a:t>Audi’s surprise</a:t>
              </a:r>
              <a:endParaRPr lang="en-US" altLang="zh-CN" sz="2000" b="1" dirty="0">
                <a:solidFill>
                  <a:srgbClr val="FF0000"/>
                </a:solidFill>
                <a:latin typeface="微软雅黑" panose="020B0503020204020204" pitchFamily="34" charset="-122"/>
                <a:ea typeface="微软雅黑" panose="020B0503020204020204" pitchFamily="34" charset="-122"/>
              </a:endParaRPr>
            </a:p>
            <a:p>
              <a:pPr algn="ctr">
                <a:lnSpc>
                  <a:spcPct val="110000"/>
                </a:lnSpc>
              </a:pPr>
              <a:endParaRPr lang="en-US" altLang="zh-CN" sz="900" b="1" dirty="0">
                <a:latin typeface="微软雅黑" panose="020B0503020204020204" pitchFamily="34" charset="-122"/>
                <a:ea typeface="微软雅黑" panose="020B0503020204020204" pitchFamily="34" charset="-122"/>
              </a:endParaRPr>
            </a:p>
            <a:p>
              <a:pPr algn="ctr">
                <a:lnSpc>
                  <a:spcPct val="110000"/>
                </a:lnSpc>
              </a:pPr>
              <a:r>
                <a:rPr lang="zh-CN" altLang="en-US" b="1" dirty="0">
                  <a:latin typeface="微软雅黑" panose="020B0503020204020204" pitchFamily="34" charset="-122"/>
                  <a:ea typeface="微软雅黑" panose="020B0503020204020204" pitchFamily="34" charset="-122"/>
                </a:rPr>
                <a:t>每期一个惊喜的奥迪车型</a:t>
              </a:r>
              <a:endParaRPr lang="en-US" altLang="zh-CN" b="1" dirty="0">
                <a:latin typeface="微软雅黑" panose="020B0503020204020204" pitchFamily="34" charset="-122"/>
                <a:ea typeface="微软雅黑" panose="020B0503020204020204" pitchFamily="34" charset="-122"/>
              </a:endParaRPr>
            </a:p>
            <a:p>
              <a:pPr algn="ctr">
                <a:lnSpc>
                  <a:spcPct val="110000"/>
                </a:lnSpc>
              </a:pPr>
              <a:r>
                <a:rPr lang="en-US" altLang="zh-CN" b="1" dirty="0">
                  <a:latin typeface="微软雅黑" panose="020B0503020204020204" pitchFamily="34" charset="-122"/>
                  <a:ea typeface="微软雅黑" panose="020B0503020204020204" pitchFamily="34" charset="-122"/>
                </a:rPr>
                <a:t>Each episode with a surprising Audi model</a:t>
              </a:r>
              <a:endParaRPr lang="zh-CN" altLang="en-US" b="1" dirty="0">
                <a:latin typeface="微软雅黑" panose="020B0503020204020204" pitchFamily="34" charset="-122"/>
                <a:ea typeface="微软雅黑" panose="020B0503020204020204" pitchFamily="34" charset="-122"/>
              </a:endParaRPr>
            </a:p>
          </p:txBody>
        </p:sp>
        <p:cxnSp>
          <p:nvCxnSpPr>
            <p:cNvPr id="43049" name="直线连接符 4"/>
            <p:cNvCxnSpPr/>
            <p:nvPr/>
          </p:nvCxnSpPr>
          <p:spPr>
            <a:xfrm flipH="1">
              <a:off x="3943" y="4818"/>
              <a:ext cx="965" cy="2040"/>
            </a:xfrm>
            <a:prstGeom prst="line">
              <a:avLst/>
            </a:prstGeom>
            <a:ln w="9525" cap="flat" cmpd="sng">
              <a:solidFill>
                <a:srgbClr val="FFFFFF"/>
              </a:solidFill>
              <a:prstDash val="solid"/>
              <a:headEnd type="none" w="med" len="med"/>
              <a:tailEnd type="none" w="med" len="med"/>
            </a:ln>
          </p:spPr>
        </p:cxnSp>
        <p:cxnSp>
          <p:nvCxnSpPr>
            <p:cNvPr id="43050" name="直线连接符 14"/>
            <p:cNvCxnSpPr/>
            <p:nvPr/>
          </p:nvCxnSpPr>
          <p:spPr>
            <a:xfrm flipH="1">
              <a:off x="8443" y="4823"/>
              <a:ext cx="962" cy="2042"/>
            </a:xfrm>
            <a:prstGeom prst="line">
              <a:avLst/>
            </a:prstGeom>
            <a:ln w="9525" cap="flat" cmpd="sng">
              <a:solidFill>
                <a:srgbClr val="FFFFFF"/>
              </a:solidFill>
              <a:prstDash val="solid"/>
              <a:headEnd type="none" w="med" len="med"/>
              <a:tailEnd type="none" w="med" len="med"/>
            </a:ln>
          </p:spPr>
        </p:cxnSp>
      </p:grpSp>
      <p:sp>
        <p:nvSpPr>
          <p:cNvPr id="43011" name="标题 1"/>
          <p:cNvSpPr txBox="1"/>
          <p:nvPr/>
        </p:nvSpPr>
        <p:spPr>
          <a:xfrm>
            <a:off x="0" y="6350"/>
            <a:ext cx="9144000" cy="1325563"/>
          </a:xfrm>
          <a:prstGeom prst="rect">
            <a:avLst/>
          </a:prstGeom>
          <a:noFill/>
          <a:ln w="9525">
            <a:noFill/>
          </a:ln>
        </p:spPr>
        <p:txBody>
          <a:bodyPr lIns="540000" anchor="ctr"/>
          <a:lstStyle/>
          <a:p>
            <a:r>
              <a:rPr lang="zh-CN" altLang="en-US" sz="1800" b="1" dirty="0">
                <a:solidFill>
                  <a:srgbClr val="000000"/>
                </a:solidFill>
                <a:latin typeface="Audi Type" pitchFamily="34" charset="0"/>
                <a:ea typeface="微软雅黑" panose="020B0503020204020204" pitchFamily="34" charset="-122"/>
              </a:rPr>
              <a:t>打造奥迪品牌官方直播 </a:t>
            </a:r>
            <a:r>
              <a:rPr lang="zh-CN" altLang="en-US" sz="1800" b="1" dirty="0">
                <a:latin typeface="微软雅黑" panose="020B0503020204020204" pitchFamily="34" charset="-122"/>
                <a:ea typeface="微软雅黑" panose="020B0503020204020204" pitchFamily="34" charset="-122"/>
              </a:rPr>
              <a:t>三大标签化亮点模块</a:t>
            </a:r>
            <a:endParaRPr lang="en-US" altLang="zh-CN" sz="1800" b="1" dirty="0">
              <a:latin typeface="微软雅黑" panose="020B0503020204020204" pitchFamily="34" charset="-122"/>
              <a:ea typeface="微软雅黑" panose="020B0503020204020204" pitchFamily="34" charset="-122"/>
            </a:endParaRPr>
          </a:p>
          <a:p>
            <a:r>
              <a:rPr lang="en-US" altLang="zh-CN" sz="1800" b="1" dirty="0">
                <a:latin typeface="微软雅黑" panose="020B0503020204020204" pitchFamily="34" charset="-122"/>
                <a:ea typeface="微软雅黑" panose="020B0503020204020204" pitchFamily="34" charset="-122"/>
              </a:rPr>
              <a:t>Create Audi brand official live streaming with three major highlights module</a:t>
            </a:r>
            <a:r>
              <a:rPr lang="zh-CN" altLang="en-US" sz="1800" b="1" dirty="0">
                <a:latin typeface="微软雅黑" panose="020B0503020204020204" pitchFamily="34" charset="-122"/>
                <a:ea typeface="微软雅黑" panose="020B0503020204020204" pitchFamily="34" charset="-122"/>
              </a:rPr>
              <a:t> </a:t>
            </a:r>
            <a:endParaRPr lang="en-US" altLang="zh-CN" sz="1800" b="1" dirty="0">
              <a:latin typeface="微软雅黑" panose="020B0503020204020204" pitchFamily="34" charset="-122"/>
              <a:ea typeface="微软雅黑" panose="020B0503020204020204" pitchFamily="34" charset="-122"/>
            </a:endParaRPr>
          </a:p>
        </p:txBody>
      </p:sp>
      <p:sp>
        <p:nvSpPr>
          <p:cNvPr id="31" name="矩形 30"/>
          <p:cNvSpPr/>
          <p:nvPr/>
        </p:nvSpPr>
        <p:spPr>
          <a:xfrm>
            <a:off x="306388" y="4932363"/>
            <a:ext cx="8494713" cy="1573213"/>
          </a:xfrm>
          <a:prstGeom prst="rect">
            <a:avLst/>
          </a:prstGeom>
          <a:solidFill>
            <a:schemeClr val="bg1">
              <a:lumMod val="6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lt1"/>
              </a:solidFill>
              <a:effectLst/>
              <a:uLnTx/>
              <a:uFillTx/>
              <a:latin typeface="+mn-lt"/>
              <a:ea typeface="+mn-ea"/>
              <a:cs typeface="+mn-cs"/>
            </a:endParaRPr>
          </a:p>
        </p:txBody>
      </p:sp>
      <p:sp>
        <p:nvSpPr>
          <p:cNvPr id="7" name="矩形 6"/>
          <p:cNvSpPr/>
          <p:nvPr/>
        </p:nvSpPr>
        <p:spPr>
          <a:xfrm>
            <a:off x="263525" y="3384550"/>
            <a:ext cx="8537575" cy="1427163"/>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lt1"/>
              </a:solidFill>
              <a:effectLst/>
              <a:uLnTx/>
              <a:uFillTx/>
              <a:latin typeface="+mn-lt"/>
              <a:ea typeface="+mn-ea"/>
              <a:cs typeface="+mn-cs"/>
            </a:endParaRPr>
          </a:p>
        </p:txBody>
      </p:sp>
      <p:grpSp>
        <p:nvGrpSpPr>
          <p:cNvPr id="43014" name="组合 22"/>
          <p:cNvGrpSpPr/>
          <p:nvPr/>
        </p:nvGrpSpPr>
        <p:grpSpPr>
          <a:xfrm>
            <a:off x="292100" y="3414713"/>
            <a:ext cx="8482013" cy="1262062"/>
            <a:chOff x="760" y="5349"/>
            <a:chExt cx="17903" cy="2664"/>
          </a:xfrm>
        </p:grpSpPr>
        <p:sp>
          <p:nvSpPr>
            <p:cNvPr id="4" name="文本框 3"/>
            <p:cNvSpPr txBox="1"/>
            <p:nvPr/>
          </p:nvSpPr>
          <p:spPr>
            <a:xfrm>
              <a:off x="5639" y="7219"/>
              <a:ext cx="0" cy="0"/>
            </a:xfrm>
            <a:prstGeom prst="rect">
              <a:avLst/>
            </a:prstGeom>
          </p:spPr>
          <p:txBody>
            <a:bodyPr wrap="none" lIns="121920" tIns="60960" rIns="121920" bIns="60960" anchor="ctr">
              <a:normAutofit fontScale="25000" lnSpcReduction="20000"/>
            </a:bodyPr>
            <a:lstStyle/>
            <a:p>
              <a:pPr marR="0" defTabSz="914400">
                <a:buClrTx/>
                <a:buSzTx/>
                <a:buFontTx/>
                <a:defRPr/>
              </a:pPr>
              <a:endParaRPr kumimoji="1" lang="zh-CN" altLang="en-US" sz="1865" kern="1200" cap="none" spc="0" normalizeH="0" baseline="0" noProof="0" dirty="0">
                <a:latin typeface="Audi Type"/>
                <a:ea typeface="+mj-ea"/>
                <a:cs typeface="+mn-cs"/>
              </a:endParaRPr>
            </a:p>
          </p:txBody>
        </p:sp>
        <p:sp>
          <p:nvSpPr>
            <p:cNvPr id="5" name="文本框 4"/>
            <p:cNvSpPr txBox="1"/>
            <p:nvPr/>
          </p:nvSpPr>
          <p:spPr>
            <a:xfrm>
              <a:off x="5699" y="5966"/>
              <a:ext cx="0" cy="0"/>
            </a:xfrm>
            <a:prstGeom prst="rect">
              <a:avLst/>
            </a:prstGeom>
          </p:spPr>
          <p:txBody>
            <a:bodyPr wrap="none" lIns="121920" tIns="60960" rIns="121920" bIns="60960" anchor="ctr">
              <a:normAutofit fontScale="25000" lnSpcReduction="20000"/>
            </a:bodyPr>
            <a:lstStyle/>
            <a:p>
              <a:pPr marR="0" defTabSz="914400">
                <a:buClrTx/>
                <a:buSzTx/>
                <a:buFontTx/>
                <a:defRPr/>
              </a:pPr>
              <a:endParaRPr kumimoji="1" lang="zh-CN" altLang="en-US" sz="1865" kern="1200" cap="none" spc="0" normalizeH="0" baseline="0" noProof="0" dirty="0">
                <a:latin typeface="Audi Type"/>
                <a:ea typeface="+mj-ea"/>
                <a:cs typeface="+mn-cs"/>
              </a:endParaRPr>
            </a:p>
          </p:txBody>
        </p:sp>
        <p:sp>
          <p:nvSpPr>
            <p:cNvPr id="50" name="圆角矩形 49"/>
            <p:cNvSpPr/>
            <p:nvPr/>
          </p:nvSpPr>
          <p:spPr>
            <a:xfrm>
              <a:off x="12880" y="6807"/>
              <a:ext cx="2714" cy="1206"/>
            </a:xfrm>
            <a:prstGeom prst="roundRect">
              <a:avLst/>
            </a:prstGeom>
            <a:solidFill>
              <a:schemeClr val="bg2">
                <a:lumMod val="75000"/>
                <a:lumOff val="25000"/>
              </a:schemeClr>
            </a:solidFill>
            <a:ln w="25400">
              <a:noFill/>
              <a:prstDash val="solid"/>
            </a:ln>
          </p:spPr>
          <p:txBody>
            <a:bodyPr anchor="ctr"/>
            <a:lstStyle/>
            <a:p>
              <a:pPr marL="0" marR="0" lvl="0" indent="0" algn="ctr" defTabSz="914400" rtl="0" eaLnBrk="0" fontAlgn="base" latinLnBrk="0" hangingPunct="0">
                <a:lnSpc>
                  <a:spcPct val="110000"/>
                </a:lnSpc>
                <a:spcBef>
                  <a:spcPct val="0"/>
                </a:spcBef>
                <a:spcAft>
                  <a:spcPct val="0"/>
                </a:spcAft>
                <a:buClrTx/>
                <a:buSzTx/>
                <a:buFontTx/>
                <a:buNone/>
                <a:defRPr/>
              </a:pPr>
              <a:r>
                <a:rPr kumimoji="0" lang="en-US" altLang="zh-CN"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1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款重磅产品</a:t>
              </a:r>
              <a:endParaRPr kumimoji="0" lang="en-US" altLang="zh-CN" sz="1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ctr" defTabSz="914400" rtl="0" eaLnBrk="0" fontAlgn="base" latinLnBrk="0" hangingPunct="0">
                <a:lnSpc>
                  <a:spcPct val="110000"/>
                </a:lnSpc>
                <a:spcBef>
                  <a:spcPct val="0"/>
                </a:spcBef>
                <a:spcAft>
                  <a:spcPct val="0"/>
                </a:spcAft>
                <a:buClrTx/>
                <a:buSzTx/>
                <a:buFontTx/>
                <a:buNone/>
                <a:defRPr/>
              </a:pPr>
              <a:r>
                <a:rPr kumimoji="0" lang="en-US" altLang="zh-CN" sz="11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An important model</a:t>
              </a:r>
              <a:endParaRPr kumimoji="0" lang="zh-CN" altLang="en-US" sz="11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2" name="圆角矩形 51"/>
            <p:cNvSpPr/>
            <p:nvPr/>
          </p:nvSpPr>
          <p:spPr>
            <a:xfrm>
              <a:off x="3923" y="6807"/>
              <a:ext cx="2942" cy="1186"/>
            </a:xfrm>
            <a:prstGeom prst="roundRect">
              <a:avLst/>
            </a:prstGeom>
            <a:solidFill>
              <a:schemeClr val="bg2">
                <a:lumMod val="75000"/>
                <a:lumOff val="25000"/>
              </a:schemeClr>
            </a:solidFill>
            <a:ln w="25400">
              <a:noFill/>
              <a:prstDash val="solid"/>
            </a:ln>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a:t>
              </a:r>
              <a:r>
                <a:rPr kumimoji="0" lang="zh-CN" altLang="en-US" sz="1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组重磅嘉宾</a:t>
              </a:r>
              <a:endParaRPr kumimoji="0" lang="en-US" altLang="zh-CN" sz="1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1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 group of Guests</a:t>
              </a:r>
              <a:endParaRPr kumimoji="0" lang="zh-CN" altLang="en-US" sz="11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3" name="圆角矩形 52"/>
            <p:cNvSpPr/>
            <p:nvPr/>
          </p:nvSpPr>
          <p:spPr>
            <a:xfrm>
              <a:off x="7867" y="6807"/>
              <a:ext cx="3914" cy="1206"/>
            </a:xfrm>
            <a:prstGeom prst="roundRect">
              <a:avLst/>
            </a:prstGeom>
            <a:solidFill>
              <a:schemeClr val="bg2">
                <a:lumMod val="75000"/>
                <a:lumOff val="25000"/>
              </a:schemeClr>
            </a:solidFill>
            <a:ln w="25400">
              <a:noFill/>
              <a:prstDash val="solid"/>
            </a:ln>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a:t>
              </a:r>
              <a:r>
                <a:rPr kumimoji="0" lang="zh-CN" altLang="en-US" sz="1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款奥迪好物</a:t>
              </a:r>
              <a:endParaRPr kumimoji="0" lang="en-US" altLang="zh-CN" sz="1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1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 great good of Audi</a:t>
              </a:r>
              <a:endParaRPr kumimoji="0" lang="zh-CN" altLang="en-US" sz="11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4" name="圆角矩形 53"/>
            <p:cNvSpPr/>
            <p:nvPr/>
          </p:nvSpPr>
          <p:spPr>
            <a:xfrm>
              <a:off x="15875" y="6807"/>
              <a:ext cx="2788" cy="1203"/>
            </a:xfrm>
            <a:prstGeom prst="roundRect">
              <a:avLst/>
            </a:prstGeom>
            <a:solidFill>
              <a:schemeClr val="bg2">
                <a:lumMod val="75000"/>
                <a:lumOff val="25000"/>
              </a:schemeClr>
            </a:solidFill>
            <a:ln w="25400">
              <a:noFill/>
              <a:prstDash val="solid"/>
            </a:ln>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F50537"/>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a:t>
              </a:r>
              <a:r>
                <a:rPr kumimoji="0" lang="zh-CN" altLang="en-US" sz="1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个资源入驻</a:t>
              </a:r>
              <a:endParaRPr kumimoji="0" lang="en-US" altLang="zh-CN" sz="1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914400" rtl="0" eaLnBrk="0" fontAlgn="base" latinLnBrk="0" hangingPunct="0">
                <a:lnSpc>
                  <a:spcPct val="110000"/>
                </a:lnSpc>
                <a:spcBef>
                  <a:spcPct val="0"/>
                </a:spcBef>
                <a:spcAft>
                  <a:spcPct val="0"/>
                </a:spcAft>
                <a:buClrTx/>
                <a:buSzTx/>
                <a:buFontTx/>
                <a:buNone/>
                <a:defRPr/>
              </a:pPr>
              <a:r>
                <a:rPr kumimoji="0" lang="en-US" altLang="zh-CN" sz="11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One resource to combine</a:t>
              </a:r>
              <a:endParaRPr kumimoji="0" lang="zh-CN" altLang="en-US" sz="11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圆角矩形 9"/>
            <p:cNvSpPr/>
            <p:nvPr/>
          </p:nvSpPr>
          <p:spPr>
            <a:xfrm>
              <a:off x="760" y="6807"/>
              <a:ext cx="2878" cy="1186"/>
            </a:xfrm>
            <a:prstGeom prst="roundRect">
              <a:avLst/>
            </a:prstGeom>
            <a:solidFill>
              <a:schemeClr val="bg2">
                <a:lumMod val="75000"/>
                <a:lumOff val="25000"/>
              </a:schemeClr>
            </a:solidFill>
            <a:ln w="25400">
              <a:noFill/>
              <a:prstDash val="solid"/>
            </a:ln>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a:t>
              </a:r>
              <a:r>
                <a:rPr kumimoji="0" lang="zh-CN" altLang="en-US" sz="1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位重磅领导</a:t>
              </a:r>
              <a:endParaRPr kumimoji="0" lang="en-US" altLang="zh-CN" sz="1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1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An Internal Leader</a:t>
              </a:r>
              <a:endParaRPr kumimoji="0" lang="zh-CN" altLang="en-US" sz="11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3039" name="图片 28" descr="qiche"/>
            <p:cNvPicPr>
              <a:picLocks noChangeAspect="1"/>
            </p:cNvPicPr>
            <p:nvPr/>
          </p:nvPicPr>
          <p:blipFill>
            <a:blip r:embed="rId1" cstate="email"/>
            <a:stretch>
              <a:fillRect/>
            </a:stretch>
          </p:blipFill>
          <p:spPr>
            <a:xfrm>
              <a:off x="13646" y="5542"/>
              <a:ext cx="1183" cy="1183"/>
            </a:xfrm>
            <a:prstGeom prst="rect">
              <a:avLst/>
            </a:prstGeom>
            <a:noFill/>
            <a:ln w="9525">
              <a:noFill/>
            </a:ln>
          </p:spPr>
        </p:pic>
        <p:pic>
          <p:nvPicPr>
            <p:cNvPr id="43040" name="图片 29" descr="icon-test"/>
            <p:cNvPicPr>
              <a:picLocks noChangeAspect="1"/>
            </p:cNvPicPr>
            <p:nvPr/>
          </p:nvPicPr>
          <p:blipFill>
            <a:blip r:embed="rId2" cstate="email"/>
            <a:stretch>
              <a:fillRect/>
            </a:stretch>
          </p:blipFill>
          <p:spPr>
            <a:xfrm>
              <a:off x="1579" y="5613"/>
              <a:ext cx="1040" cy="1040"/>
            </a:xfrm>
            <a:prstGeom prst="rect">
              <a:avLst/>
            </a:prstGeom>
            <a:noFill/>
            <a:ln w="9525">
              <a:noFill/>
            </a:ln>
          </p:spPr>
        </p:pic>
        <p:pic>
          <p:nvPicPr>
            <p:cNvPr id="43041" name="图片 31" descr="yunying"/>
            <p:cNvPicPr>
              <a:picLocks noChangeAspect="1"/>
            </p:cNvPicPr>
            <p:nvPr/>
          </p:nvPicPr>
          <p:blipFill>
            <a:blip r:embed="rId3" cstate="email"/>
            <a:stretch>
              <a:fillRect/>
            </a:stretch>
          </p:blipFill>
          <p:spPr>
            <a:xfrm>
              <a:off x="16602" y="5597"/>
              <a:ext cx="1101" cy="1101"/>
            </a:xfrm>
            <a:prstGeom prst="rect">
              <a:avLst/>
            </a:prstGeom>
            <a:noFill/>
            <a:ln w="9525">
              <a:noFill/>
            </a:ln>
          </p:spPr>
        </p:pic>
        <p:pic>
          <p:nvPicPr>
            <p:cNvPr id="43042" name="图片 45" descr="rexiao"/>
            <p:cNvPicPr>
              <a:picLocks noChangeAspect="1"/>
            </p:cNvPicPr>
            <p:nvPr/>
          </p:nvPicPr>
          <p:blipFill>
            <a:blip r:embed="rId4" cstate="email"/>
            <a:stretch>
              <a:fillRect/>
            </a:stretch>
          </p:blipFill>
          <p:spPr>
            <a:xfrm>
              <a:off x="4867" y="5585"/>
              <a:ext cx="1068" cy="1068"/>
            </a:xfrm>
            <a:prstGeom prst="rect">
              <a:avLst/>
            </a:prstGeom>
            <a:noFill/>
            <a:ln w="9525">
              <a:noFill/>
            </a:ln>
          </p:spPr>
        </p:pic>
        <p:pic>
          <p:nvPicPr>
            <p:cNvPr id="43043" name="图片 50" descr="aodi"/>
            <p:cNvPicPr>
              <a:picLocks noChangeAspect="1"/>
            </p:cNvPicPr>
            <p:nvPr/>
          </p:nvPicPr>
          <p:blipFill>
            <a:blip r:embed="rId5" cstate="email"/>
            <a:stretch>
              <a:fillRect/>
            </a:stretch>
          </p:blipFill>
          <p:spPr>
            <a:xfrm>
              <a:off x="9026" y="5349"/>
              <a:ext cx="1597" cy="1597"/>
            </a:xfrm>
            <a:prstGeom prst="rect">
              <a:avLst/>
            </a:prstGeom>
            <a:noFill/>
            <a:ln w="9525">
              <a:noFill/>
            </a:ln>
          </p:spPr>
        </p:pic>
        <p:pic>
          <p:nvPicPr>
            <p:cNvPr id="43044" name="Picture 2"/>
            <p:cNvPicPr>
              <a:picLocks noChangeAspect="1"/>
            </p:cNvPicPr>
            <p:nvPr/>
          </p:nvPicPr>
          <p:blipFill>
            <a:blip r:embed="rId6" cstate="email"/>
            <a:stretch>
              <a:fillRect/>
            </a:stretch>
          </p:blipFill>
          <p:spPr>
            <a:xfrm>
              <a:off x="15327" y="5742"/>
              <a:ext cx="848" cy="780"/>
            </a:xfrm>
            <a:prstGeom prst="rect">
              <a:avLst/>
            </a:prstGeom>
            <a:noFill/>
            <a:ln w="9525">
              <a:noFill/>
            </a:ln>
          </p:spPr>
        </p:pic>
        <p:pic>
          <p:nvPicPr>
            <p:cNvPr id="43045" name="Picture 2"/>
            <p:cNvPicPr>
              <a:picLocks noChangeAspect="1"/>
            </p:cNvPicPr>
            <p:nvPr/>
          </p:nvPicPr>
          <p:blipFill>
            <a:blip r:embed="rId6" cstate="email"/>
            <a:stretch>
              <a:fillRect/>
            </a:stretch>
          </p:blipFill>
          <p:spPr>
            <a:xfrm>
              <a:off x="3320" y="5901"/>
              <a:ext cx="848" cy="780"/>
            </a:xfrm>
            <a:prstGeom prst="rect">
              <a:avLst/>
            </a:prstGeom>
            <a:noFill/>
            <a:ln w="9525">
              <a:noFill/>
            </a:ln>
          </p:spPr>
        </p:pic>
      </p:grpSp>
      <p:sp>
        <p:nvSpPr>
          <p:cNvPr id="14" name="文本框 13"/>
          <p:cNvSpPr txBox="1"/>
          <p:nvPr/>
        </p:nvSpPr>
        <p:spPr>
          <a:xfrm>
            <a:off x="1130300" y="5167313"/>
            <a:ext cx="0" cy="0"/>
          </a:xfrm>
          <a:prstGeom prst="rect">
            <a:avLst/>
          </a:prstGeom>
        </p:spPr>
        <p:txBody>
          <a:bodyPr wrap="none" lIns="121920" tIns="60960" rIns="121920" bIns="60960" anchor="ctr">
            <a:normAutofit fontScale="25000" lnSpcReduction="20000"/>
          </a:bodyPr>
          <a:lstStyle/>
          <a:p>
            <a:pPr marR="0" defTabSz="914400">
              <a:buClrTx/>
              <a:buSzTx/>
              <a:buFontTx/>
              <a:defRPr/>
            </a:pPr>
            <a:endParaRPr kumimoji="1" lang="zh-CN" altLang="en-US" sz="400" kern="1200" cap="none" spc="0" normalizeH="0" baseline="0" noProof="0" dirty="0">
              <a:latin typeface="Audi Type"/>
              <a:ea typeface="+mj-ea"/>
              <a:cs typeface="+mn-cs"/>
            </a:endParaRPr>
          </a:p>
        </p:txBody>
      </p:sp>
      <p:cxnSp>
        <p:nvCxnSpPr>
          <p:cNvPr id="18" name="直线连接符 17"/>
          <p:cNvCxnSpPr/>
          <p:nvPr/>
        </p:nvCxnSpPr>
        <p:spPr>
          <a:xfrm>
            <a:off x="369888" y="4862513"/>
            <a:ext cx="8237538" cy="0"/>
          </a:xfrm>
          <a:prstGeom prst="line">
            <a:avLst/>
          </a:prstGeom>
          <a:ln w="28575">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7688263" y="5132388"/>
            <a:ext cx="1025525" cy="400050"/>
          </a:xfrm>
          <a:prstGeom prst="rect">
            <a:avLst/>
          </a:prstGeom>
          <a:noFill/>
        </p:spPr>
        <p:txBody>
          <a:bodyPr>
            <a:spAutoFit/>
          </a:bodyPr>
          <a:lstStyle>
            <a:defPPr>
              <a:defRPr lang="de-DE"/>
            </a:defPPr>
            <a:lvl1pPr marL="0" marR="0" lvl="0" indent="0" algn="ctr" defTabSz="914400" latinLnBrk="0">
              <a:buClrTx/>
              <a:buSzTx/>
              <a:buFontTx/>
              <a:buNone/>
              <a:defRPr kern="0" spc="30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品牌赞助</a:t>
            </a:r>
            <a:r>
              <a:rPr kumimoji="0" lang="en-US" altLang="zh-CN"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品牌活动</a:t>
            </a:r>
            <a:endParaRPr kumimoji="0" lang="zh-CN" altLang="en-US"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49" name="直线连接符 48"/>
          <p:cNvCxnSpPr/>
          <p:nvPr/>
        </p:nvCxnSpPr>
        <p:spPr>
          <a:xfrm>
            <a:off x="7493000" y="5073650"/>
            <a:ext cx="7938" cy="127000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符 47"/>
          <p:cNvCxnSpPr/>
          <p:nvPr/>
        </p:nvCxnSpPr>
        <p:spPr>
          <a:xfrm flipH="1">
            <a:off x="1766888" y="5092700"/>
            <a:ext cx="1588" cy="125095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1782763" y="5062538"/>
            <a:ext cx="1652588" cy="554038"/>
          </a:xfrm>
          <a:prstGeom prst="rect">
            <a:avLst/>
          </a:prstGeom>
          <a:noFill/>
        </p:spPr>
        <p:txBody>
          <a:bodyPr>
            <a:spAutoFit/>
          </a:bodyPr>
          <a:lstStyle>
            <a:defPPr>
              <a:defRPr lang="de-DE"/>
            </a:defPPr>
            <a:lvl1pPr marL="0" marR="0" lvl="0" indent="0" algn="ctr" defTabSz="914400" latinLnBrk="0">
              <a:buClrTx/>
              <a:buSzTx/>
              <a:buFontTx/>
              <a:buNone/>
              <a:defRPr kern="0" spc="30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英杰汇成员</a:t>
            </a:r>
            <a:r>
              <a:rPr kumimoji="0" lang="en-US" altLang="zh-CN"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流量名人</a:t>
            </a:r>
            <a:r>
              <a:rPr kumimoji="0" lang="en-US" altLang="zh-CN"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品牌挚友</a:t>
            </a:r>
            <a:r>
              <a:rPr kumimoji="0" lang="en-US" altLang="zh-CN"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奥迪车主</a:t>
            </a:r>
            <a:r>
              <a:rPr kumimoji="0" lang="en-US" altLang="zh-CN"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专业人士</a:t>
            </a:r>
            <a:endParaRPr kumimoji="0" lang="zh-CN" altLang="en-US"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6" name="文本框 15"/>
          <p:cNvSpPr txBox="1"/>
          <p:nvPr/>
        </p:nvSpPr>
        <p:spPr>
          <a:xfrm>
            <a:off x="6057900" y="5083175"/>
            <a:ext cx="1344613" cy="554038"/>
          </a:xfrm>
          <a:prstGeom prst="rect">
            <a:avLst/>
          </a:prstGeom>
          <a:noFill/>
        </p:spPr>
        <p:txBody>
          <a:bodyPr>
            <a:spAutoFit/>
          </a:bodyPr>
          <a:lstStyle>
            <a:defPPr>
              <a:defRPr lang="de-DE"/>
            </a:defPPr>
            <a:lvl1pPr marL="0" marR="0" lvl="0" indent="0" algn="ctr" defTabSz="914400" latinLnBrk="0">
              <a:buClrTx/>
              <a:buSzTx/>
              <a:buFontTx/>
              <a:buNone/>
              <a:defRPr kern="0" spc="30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上市新车</a:t>
            </a:r>
            <a:r>
              <a:rPr kumimoji="0" lang="en-US" altLang="zh-CN"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话题车型</a:t>
            </a:r>
            <a:r>
              <a:rPr kumimoji="0" lang="en-US" altLang="zh-CN"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明星车型</a:t>
            </a:r>
            <a:r>
              <a:rPr kumimoji="0" lang="en-US" altLang="zh-CN"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传播期产品</a:t>
            </a:r>
            <a:endParaRPr kumimoji="0" lang="zh-CN" altLang="en-US"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7" name="文本框 16"/>
          <p:cNvSpPr txBox="1"/>
          <p:nvPr/>
        </p:nvSpPr>
        <p:spPr>
          <a:xfrm>
            <a:off x="3887788" y="5181600"/>
            <a:ext cx="1525588" cy="400050"/>
          </a:xfrm>
          <a:prstGeom prst="rect">
            <a:avLst/>
          </a:prstGeom>
          <a:noFill/>
        </p:spPr>
        <p:txBody>
          <a:bodyPr>
            <a:spAutoFit/>
          </a:bodyPr>
          <a:lstStyle>
            <a:defPPr>
              <a:defRPr lang="de-DE"/>
            </a:defPPr>
            <a:lvl1pPr marL="0" marR="0" lvl="0" indent="0" algn="ctr" defTabSz="914400" latinLnBrk="0">
              <a:buClrTx/>
              <a:buSzTx/>
              <a:buFontTx/>
              <a:buNone/>
              <a:defRPr kern="0" spc="30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产品周边</a:t>
            </a:r>
            <a:r>
              <a:rPr kumimoji="0" lang="en-US" altLang="zh-CN"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名人爱物</a:t>
            </a:r>
            <a:r>
              <a:rPr kumimoji="0" lang="en-US" altLang="zh-CN"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00" b="0" i="0" u="none" strike="noStrike" kern="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奥迪</a:t>
            </a:r>
            <a:r>
              <a:rPr kumimoji="0" lang="zh-CN" altLang="en-US" sz="1000" b="0" i="0" u="none" strike="noStrike" kern="0" cap="none" spc="30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精品</a:t>
            </a:r>
            <a:endParaRPr kumimoji="0" lang="en-US" altLang="zh-CN" sz="1000" b="0" i="0" u="none" strike="noStrike" kern="0" cap="none" spc="30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48" name="直线连接符 47"/>
          <p:cNvCxnSpPr/>
          <p:nvPr/>
        </p:nvCxnSpPr>
        <p:spPr>
          <a:xfrm>
            <a:off x="3335338" y="3362325"/>
            <a:ext cx="23813" cy="3143250"/>
          </a:xfrm>
          <a:prstGeom prst="line">
            <a:avLst/>
          </a:prstGeom>
          <a:ln w="12700">
            <a:solidFill>
              <a:srgbClr val="000000"/>
            </a:solidFill>
            <a:prstDash val="dashDot"/>
          </a:ln>
        </p:spPr>
        <p:style>
          <a:lnRef idx="1">
            <a:schemeClr val="accent4"/>
          </a:lnRef>
          <a:fillRef idx="0">
            <a:schemeClr val="accent4"/>
          </a:fillRef>
          <a:effectRef idx="0">
            <a:schemeClr val="accent4"/>
          </a:effectRef>
          <a:fontRef idx="minor">
            <a:schemeClr val="tx1"/>
          </a:fontRef>
        </p:style>
      </p:cxnSp>
      <p:cxnSp>
        <p:nvCxnSpPr>
          <p:cNvPr id="33" name="直线连接符 47"/>
          <p:cNvCxnSpPr/>
          <p:nvPr/>
        </p:nvCxnSpPr>
        <p:spPr>
          <a:xfrm>
            <a:off x="5891213" y="3414713"/>
            <a:ext cx="28575" cy="3090863"/>
          </a:xfrm>
          <a:prstGeom prst="line">
            <a:avLst/>
          </a:prstGeom>
          <a:ln w="12700">
            <a:solidFill>
              <a:srgbClr val="000000"/>
            </a:solidFill>
            <a:prstDash val="dashDot"/>
          </a:ln>
        </p:spPr>
        <p:style>
          <a:lnRef idx="1">
            <a:schemeClr val="accent4"/>
          </a:lnRef>
          <a:fillRef idx="0">
            <a:schemeClr val="accent4"/>
          </a:fillRef>
          <a:effectRef idx="0">
            <a:schemeClr val="accent4"/>
          </a:effectRef>
          <a:fontRef idx="minor">
            <a:schemeClr val="tx1"/>
          </a:fontRef>
        </p:style>
      </p:cxnSp>
      <p:cxnSp>
        <p:nvCxnSpPr>
          <p:cNvPr id="34" name="直线连接符 17"/>
          <p:cNvCxnSpPr/>
          <p:nvPr/>
        </p:nvCxnSpPr>
        <p:spPr>
          <a:xfrm>
            <a:off x="406400" y="3308350"/>
            <a:ext cx="8237538" cy="0"/>
          </a:xfrm>
          <a:prstGeom prst="line">
            <a:avLst/>
          </a:prstGeom>
          <a:ln w="28575">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401638" y="5073650"/>
            <a:ext cx="1306513" cy="554038"/>
          </a:xfrm>
          <a:prstGeom prst="rect">
            <a:avLst/>
          </a:prstGeom>
          <a:noFill/>
        </p:spPr>
        <p:txBody>
          <a:bodyPr>
            <a:spAutoFit/>
          </a:bodyPr>
          <a:lstStyle/>
          <a:p>
            <a:pPr marR="0" algn="ctr" defTabSz="914400">
              <a:buClrTx/>
              <a:buSzTx/>
              <a:buFontTx/>
              <a:defRPr/>
            </a:pPr>
            <a:r>
              <a:rPr kumimoji="0" lang="zh-CN" altLang="en-US" sz="1000" kern="0" cap="none" spc="300" normalizeH="0" baseline="0" noProof="0" dirty="0">
                <a:latin typeface="微软雅黑" panose="020B0503020204020204" pitchFamily="34" charset="-122"/>
                <a:ea typeface="微软雅黑" panose="020B0503020204020204" pitchFamily="34" charset="-122"/>
                <a:cs typeface="微软雅黑" panose="020B0503020204020204" pitchFamily="34" charset="-122"/>
                <a:sym typeface="+mn-ea"/>
              </a:rPr>
              <a:t>一汽</a:t>
            </a:r>
            <a:r>
              <a:rPr kumimoji="0" lang="en-US" altLang="zh-CN" sz="1000" kern="0" cap="none" spc="300" normalizeH="0" baseline="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00" kern="0" cap="none" spc="300" normalizeH="0" baseline="0" noProof="0" dirty="0">
                <a:latin typeface="微软雅黑" panose="020B0503020204020204" pitchFamily="34" charset="-122"/>
                <a:ea typeface="微软雅黑" panose="020B0503020204020204" pitchFamily="34" charset="-122"/>
                <a:cs typeface="微软雅黑" panose="020B0503020204020204" pitchFamily="34" charset="-122"/>
                <a:sym typeface="+mn-ea"/>
              </a:rPr>
              <a:t>大众奥迪副总及以上级别高层</a:t>
            </a:r>
            <a:endParaRPr kumimoji="0" lang="en-US" altLang="zh-CN" sz="1000" kern="0" cap="none" spc="300" normalizeH="0" baseline="0" noProof="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3027" name="矩形 18"/>
          <p:cNvSpPr/>
          <p:nvPr/>
        </p:nvSpPr>
        <p:spPr>
          <a:xfrm>
            <a:off x="1739900" y="5662613"/>
            <a:ext cx="1695450" cy="862012"/>
          </a:xfrm>
          <a:prstGeom prst="rect">
            <a:avLst/>
          </a:prstGeom>
          <a:noFill/>
          <a:ln w="9525">
            <a:noFill/>
          </a:ln>
        </p:spPr>
        <p:txBody>
          <a:bodyPr>
            <a:spAutoFit/>
          </a:bodyPr>
          <a:lstStyle/>
          <a:p>
            <a:pPr algn="ctr"/>
            <a:r>
              <a:rPr lang="en-US" altLang="zh-CN" sz="1000" dirty="0">
                <a:latin typeface="微软雅黑" panose="020B0503020204020204" pitchFamily="34" charset="-122"/>
                <a:ea typeface="微软雅黑" panose="020B0503020204020204" pitchFamily="34" charset="-122"/>
              </a:rPr>
              <a:t>M</a:t>
            </a:r>
            <a:r>
              <a:rPr lang="zh-CN" altLang="en-US" sz="1000" dirty="0">
                <a:latin typeface="微软雅黑" panose="020B0503020204020204" pitchFamily="34" charset="-122"/>
                <a:ea typeface="微软雅黑" panose="020B0503020204020204" pitchFamily="34" charset="-122"/>
              </a:rPr>
              <a:t>embers</a:t>
            </a:r>
            <a:r>
              <a:rPr lang="en-US" altLang="zh-CN" sz="1000" dirty="0">
                <a:latin typeface="微软雅黑" panose="020B0503020204020204" pitchFamily="34" charset="-122"/>
                <a:ea typeface="微软雅黑" panose="020B0503020204020204" pitchFamily="34" charset="-122"/>
              </a:rPr>
              <a:t> of Audi Vorsprung Circle</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great </a:t>
            </a:r>
            <a:r>
              <a:rPr lang="zh-CN" altLang="en-US" sz="1000" dirty="0">
                <a:latin typeface="微软雅黑" panose="020B0503020204020204" pitchFamily="34" charset="-122"/>
                <a:ea typeface="微软雅黑" panose="020B0503020204020204" pitchFamily="34" charset="-122"/>
              </a:rPr>
              <a:t> celebrities/brand friends/Audi owners/professionals</a:t>
            </a:r>
            <a:endParaRPr lang="zh-CN" altLang="en-US" sz="1000" dirty="0">
              <a:latin typeface="微软雅黑" panose="020B0503020204020204" pitchFamily="34" charset="-122"/>
              <a:ea typeface="微软雅黑" panose="020B0503020204020204" pitchFamily="34" charset="-122"/>
            </a:endParaRPr>
          </a:p>
        </p:txBody>
      </p:sp>
      <p:sp>
        <p:nvSpPr>
          <p:cNvPr id="43028" name="矩形 19"/>
          <p:cNvSpPr/>
          <p:nvPr/>
        </p:nvSpPr>
        <p:spPr>
          <a:xfrm>
            <a:off x="390525" y="5888038"/>
            <a:ext cx="1311275" cy="400050"/>
          </a:xfrm>
          <a:prstGeom prst="rect">
            <a:avLst/>
          </a:prstGeom>
          <a:noFill/>
          <a:ln w="9525">
            <a:noFill/>
          </a:ln>
        </p:spPr>
        <p:txBody>
          <a:bodyPr>
            <a:spAutoFit/>
          </a:bodyPr>
          <a:lstStyle/>
          <a:p>
            <a:pPr algn="ctr"/>
            <a:r>
              <a:rPr lang="en-US" altLang="zh-CN" sz="1000" dirty="0">
                <a:latin typeface="微软雅黑" panose="020B0503020204020204" pitchFamily="34" charset="-122"/>
                <a:ea typeface="微软雅黑" panose="020B0503020204020204" pitchFamily="34" charset="-122"/>
                <a:sym typeface="+mn-ea"/>
              </a:rPr>
              <a:t>FAW-VW Audi VP or above</a:t>
            </a:r>
            <a:endParaRPr lang="zh-CN" altLang="en-US" sz="1000" dirty="0">
              <a:latin typeface="微软雅黑" panose="020B0503020204020204" pitchFamily="34" charset="-122"/>
              <a:ea typeface="微软雅黑" panose="020B0503020204020204" pitchFamily="34" charset="-122"/>
              <a:sym typeface="+mn-ea"/>
            </a:endParaRPr>
          </a:p>
        </p:txBody>
      </p:sp>
      <p:sp>
        <p:nvSpPr>
          <p:cNvPr id="43029" name="矩形 21"/>
          <p:cNvSpPr/>
          <p:nvPr/>
        </p:nvSpPr>
        <p:spPr>
          <a:xfrm>
            <a:off x="3889375" y="5789613"/>
            <a:ext cx="1812925" cy="554037"/>
          </a:xfrm>
          <a:prstGeom prst="rect">
            <a:avLst/>
          </a:prstGeom>
          <a:noFill/>
          <a:ln w="9525">
            <a:noFill/>
          </a:ln>
        </p:spPr>
        <p:txBody>
          <a:bodyPr>
            <a:spAutoFit/>
          </a:bodyPr>
          <a:lstStyle/>
          <a:p>
            <a:r>
              <a:rPr lang="en-US" altLang="zh-CN" sz="1000" dirty="0">
                <a:latin typeface="Arial" panose="020B0604020202020204" pitchFamily="34" charset="0"/>
              </a:rPr>
              <a:t>Audi co-branding good/ celebrity favorites/Audi collection</a:t>
            </a:r>
            <a:endParaRPr lang="zh-CN" altLang="en-US" sz="1000" dirty="0">
              <a:latin typeface="Arial" panose="020B0604020202020204" pitchFamily="34" charset="0"/>
            </a:endParaRPr>
          </a:p>
        </p:txBody>
      </p:sp>
      <p:sp>
        <p:nvSpPr>
          <p:cNvPr id="43030" name="矩形 23"/>
          <p:cNvSpPr/>
          <p:nvPr/>
        </p:nvSpPr>
        <p:spPr>
          <a:xfrm>
            <a:off x="6034088" y="5718175"/>
            <a:ext cx="1539875" cy="708025"/>
          </a:xfrm>
          <a:prstGeom prst="rect">
            <a:avLst/>
          </a:prstGeom>
          <a:noFill/>
          <a:ln w="9525">
            <a:noFill/>
          </a:ln>
        </p:spPr>
        <p:txBody>
          <a:bodyPr>
            <a:spAutoFit/>
          </a:bodyPr>
          <a:lstStyle/>
          <a:p>
            <a:r>
              <a:rPr lang="en-US" altLang="zh-CN" sz="1000" dirty="0">
                <a:latin typeface="Arial" panose="020B0604020202020204" pitchFamily="34" charset="0"/>
              </a:rPr>
              <a:t>New models </a:t>
            </a:r>
            <a:r>
              <a:rPr lang="zh-CN" altLang="en-US" sz="1000" dirty="0">
                <a:latin typeface="Arial" panose="020B0604020202020204" pitchFamily="34" charset="0"/>
              </a:rPr>
              <a:t>/ topic models / star models/products in the </a:t>
            </a:r>
            <a:r>
              <a:rPr lang="en-US" altLang="zh-CN" sz="1000" dirty="0">
                <a:latin typeface="Arial" panose="020B0604020202020204" pitchFamily="34" charset="0"/>
              </a:rPr>
              <a:t>communication </a:t>
            </a:r>
            <a:r>
              <a:rPr lang="zh-CN" altLang="en-US" sz="1000" dirty="0">
                <a:latin typeface="Arial" panose="020B0604020202020204" pitchFamily="34" charset="0"/>
              </a:rPr>
              <a:t>period</a:t>
            </a:r>
            <a:endParaRPr lang="zh-CN" altLang="en-US" sz="1000" dirty="0">
              <a:latin typeface="Arial" panose="020B0604020202020204" pitchFamily="34" charset="0"/>
            </a:endParaRPr>
          </a:p>
        </p:txBody>
      </p:sp>
      <p:sp>
        <p:nvSpPr>
          <p:cNvPr id="43031" name="矩形 26"/>
          <p:cNvSpPr/>
          <p:nvPr/>
        </p:nvSpPr>
        <p:spPr>
          <a:xfrm>
            <a:off x="7718425" y="5789613"/>
            <a:ext cx="1223963" cy="554037"/>
          </a:xfrm>
          <a:prstGeom prst="rect">
            <a:avLst/>
          </a:prstGeom>
          <a:noFill/>
          <a:ln w="9525">
            <a:noFill/>
          </a:ln>
        </p:spPr>
        <p:txBody>
          <a:bodyPr>
            <a:spAutoFit/>
          </a:bodyPr>
          <a:lstStyle/>
          <a:p>
            <a:r>
              <a:rPr lang="zh-CN" altLang="en-US" sz="1000" dirty="0">
                <a:latin typeface="Arial" panose="020B0604020202020204" pitchFamily="34" charset="0"/>
              </a:rPr>
              <a:t>Brand sponsorship/</a:t>
            </a:r>
            <a:endParaRPr lang="en-US" altLang="zh-CN" sz="1000" dirty="0">
              <a:latin typeface="Arial" panose="020B0604020202020204" pitchFamily="34" charset="0"/>
            </a:endParaRPr>
          </a:p>
          <a:p>
            <a:r>
              <a:rPr lang="zh-CN" altLang="en-US" sz="1000" dirty="0">
                <a:latin typeface="Arial" panose="020B0604020202020204" pitchFamily="34" charset="0"/>
              </a:rPr>
              <a:t>brand events</a:t>
            </a:r>
            <a:endParaRPr lang="zh-CN" altLang="en-US" sz="1000" dirty="0">
              <a:latin typeface="Arial" panose="020B0604020202020204" pitchFamily="34" charset="0"/>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p:cNvPicPr>
          <p:nvPr/>
        </p:nvPicPr>
        <p:blipFill>
          <a:blip r:embed="rId1" cstate="email"/>
          <a:stretch>
            <a:fillRect/>
          </a:stretch>
        </p:blipFill>
        <p:spPr>
          <a:xfrm>
            <a:off x="0" y="1154113"/>
            <a:ext cx="9144000" cy="5143500"/>
          </a:xfrm>
          <a:prstGeom prst="rect">
            <a:avLst/>
          </a:prstGeom>
          <a:noFill/>
          <a:ln w="9525">
            <a:noFill/>
          </a:ln>
        </p:spPr>
      </p:pic>
      <p:sp>
        <p:nvSpPr>
          <p:cNvPr id="9" name="矩形 8"/>
          <p:cNvSpPr/>
          <p:nvPr/>
        </p:nvSpPr>
        <p:spPr>
          <a:xfrm>
            <a:off x="0" y="1154113"/>
            <a:ext cx="9144000" cy="5143500"/>
          </a:xfrm>
          <a:prstGeom prst="rect">
            <a:avLst/>
          </a:prstGeom>
          <a:solidFill>
            <a:srgbClr val="000000">
              <a:alpha val="15000"/>
            </a:srgbClr>
          </a:solidFill>
          <a:ln w="9525" cap="sq" cmpd="sng" algn="ctr">
            <a:noFill/>
            <a:prstDash val="solid"/>
            <a:miter lim="800000"/>
          </a:ln>
          <a:effectLst/>
        </p:spPr>
        <p:txBody>
          <a:bodyPr lIns="72000" tIns="72000" rIns="72000" bIns="72000"/>
          <a:lstStyle/>
          <a:p>
            <a:pPr marL="0" marR="0" lvl="0" indent="0" algn="l" defTabSz="914400" rtl="0" eaLnBrk="1" fontAlgn="auto" latinLnBrk="0" hangingPunct="1">
              <a:lnSpc>
                <a:spcPct val="110000"/>
              </a:lnSpc>
              <a:spcBef>
                <a:spcPts val="800"/>
              </a:spcBef>
              <a:spcAft>
                <a:spcPts val="600"/>
              </a:spcAft>
              <a:buClrTx/>
              <a:buSzTx/>
              <a:buFontTx/>
              <a:buNone/>
              <a:defRPr/>
            </a:pPr>
            <a:endParaRPr kumimoji="1" lang="zh-CN" altLang="en-US" sz="1400" b="1" i="0" u="none" strike="noStrike" kern="0" cap="none" spc="0" normalizeH="0" baseline="0" noProof="0" dirty="0">
              <a:ln>
                <a:noFill/>
              </a:ln>
              <a:solidFill>
                <a:srgbClr val="000000"/>
              </a:solidFill>
              <a:effectLst/>
              <a:uLnTx/>
              <a:uFillTx/>
              <a:latin typeface="Audi Type"/>
              <a:ea typeface="宋体" panose="02010600030101010101" pitchFamily="2" charset="-122"/>
              <a:cs typeface="+mn-cs"/>
            </a:endParaRPr>
          </a:p>
        </p:txBody>
      </p:sp>
      <p:sp>
        <p:nvSpPr>
          <p:cNvPr id="10" name="文本框 9"/>
          <p:cNvSpPr txBox="1"/>
          <p:nvPr/>
        </p:nvSpPr>
        <p:spPr>
          <a:xfrm>
            <a:off x="881063" y="1581150"/>
            <a:ext cx="7381875" cy="1658916"/>
          </a:xfrm>
          <a:prstGeom prst="rect">
            <a:avLst/>
          </a:prstGeom>
          <a:noFill/>
        </p:spPr>
        <p:txBody>
          <a:bodyPr lIns="0" tIns="0" rIns="0" bIns="0">
            <a:spAutoFit/>
          </a:bodyPr>
          <a:lstStyle/>
          <a:p>
            <a:pPr algn="ctr" eaLnBrk="1" hangingPunct="1">
              <a:lnSpc>
                <a:spcPct val="110000"/>
              </a:lnSpc>
            </a:pPr>
            <a:r>
              <a:rPr lang="zh-CN" altLang="en-US" sz="3200" b="1" dirty="0" smtClean="0">
                <a:solidFill>
                  <a:srgbClr val="FFFFFF"/>
                </a:solidFill>
                <a:latin typeface="Audi Type Extended" pitchFamily="34" charset="0"/>
                <a:ea typeface="微软雅黑" panose="020B0503020204020204" pitchFamily="34" charset="-122"/>
              </a:rPr>
              <a:t>奥迪 </a:t>
            </a:r>
            <a:r>
              <a:rPr lang="en-US" altLang="zh-CN" sz="3200" b="1" dirty="0">
                <a:solidFill>
                  <a:srgbClr val="FFFFFF"/>
                </a:solidFill>
                <a:latin typeface="Audi Type Extended" pitchFamily="34" charset="0"/>
                <a:ea typeface="微软雅黑" panose="020B0503020204020204" pitchFamily="34" charset="-122"/>
              </a:rPr>
              <a:t>x</a:t>
            </a:r>
            <a:r>
              <a:rPr lang="zh-CN" altLang="en-US" sz="3200" b="1" dirty="0">
                <a:solidFill>
                  <a:srgbClr val="FFFFFF"/>
                </a:solidFill>
                <a:latin typeface="Audi Type Extended" pitchFamily="34" charset="0"/>
                <a:ea typeface="微软雅黑" panose="020B0503020204020204" pitchFamily="34" charset="-122"/>
              </a:rPr>
              <a:t> </a:t>
            </a:r>
            <a:r>
              <a:rPr lang="en-US" altLang="zh-CN" sz="3200" b="1" dirty="0">
                <a:solidFill>
                  <a:srgbClr val="FFFFFF"/>
                </a:solidFill>
                <a:latin typeface="Audi Type Extended" pitchFamily="34" charset="0"/>
                <a:ea typeface="微软雅黑" panose="020B0503020204020204" pitchFamily="34" charset="-122"/>
              </a:rPr>
              <a:t>Z</a:t>
            </a:r>
            <a:r>
              <a:rPr lang="zh-CN" altLang="en-US" sz="3200" b="1" dirty="0">
                <a:solidFill>
                  <a:srgbClr val="FFFFFF"/>
                </a:solidFill>
                <a:latin typeface="Audi Type Extended" pitchFamily="34" charset="0"/>
                <a:ea typeface="微软雅黑" panose="020B0503020204020204" pitchFamily="34" charset="-122"/>
              </a:rPr>
              <a:t>世代的异想世界</a:t>
            </a:r>
            <a:endParaRPr lang="en-US" altLang="zh-CN" sz="3200" b="1" dirty="0">
              <a:solidFill>
                <a:srgbClr val="FFFFFF"/>
              </a:solidFill>
              <a:latin typeface="Audi Type Extended" pitchFamily="34" charset="0"/>
              <a:ea typeface="微软雅黑" panose="020B0503020204020204" pitchFamily="34" charset="-122"/>
            </a:endParaRPr>
          </a:p>
          <a:p>
            <a:pPr algn="ctr" eaLnBrk="1" hangingPunct="1">
              <a:lnSpc>
                <a:spcPct val="110000"/>
              </a:lnSpc>
            </a:pPr>
            <a:r>
              <a:rPr lang="en-US" altLang="zh-CN" sz="1800" b="1" dirty="0">
                <a:solidFill>
                  <a:srgbClr val="FFFFFF"/>
                </a:solidFill>
                <a:latin typeface="Audi Type Extended" pitchFamily="34" charset="0"/>
                <a:ea typeface="微软雅黑" panose="020B0503020204020204" pitchFamily="34" charset="-122"/>
              </a:rPr>
              <a:t>Audi X Generation Z’s Fantasy World</a:t>
            </a:r>
            <a:endParaRPr lang="en-US" altLang="zh-CN" sz="1800" b="1" dirty="0">
              <a:solidFill>
                <a:srgbClr val="FFFFFF"/>
              </a:solidFill>
              <a:latin typeface="Audi Type Extended" pitchFamily="34" charset="0"/>
              <a:ea typeface="微软雅黑" panose="020B0503020204020204" pitchFamily="34" charset="-122"/>
            </a:endParaRPr>
          </a:p>
          <a:p>
            <a:pPr marR="0" algn="ctr" defTabSz="914400" fontAlgn="auto">
              <a:lnSpc>
                <a:spcPct val="110000"/>
              </a:lnSpc>
              <a:spcBef>
                <a:spcPts val="0"/>
              </a:spcBef>
              <a:spcAft>
                <a:spcPts val="0"/>
              </a:spcAft>
              <a:buClrTx/>
              <a:buSzTx/>
              <a:buFontTx/>
              <a:defRPr/>
            </a:pPr>
            <a:r>
              <a:rPr kumimoji="0" lang="zh-CN" altLang="en-US" sz="1800" b="1" u="sng" kern="0" cap="none" spc="0" normalizeH="0" baseline="0" noProof="0" dirty="0" smtClean="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mn-cs"/>
              </a:rPr>
              <a:t>奥迪</a:t>
            </a:r>
            <a:r>
              <a:rPr kumimoji="0" lang="zh-CN" altLang="en-US" sz="1800" b="1" u="sng" kern="0" cap="none" spc="0" normalizeH="0" baseline="0" noProof="0"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mn-cs"/>
              </a:rPr>
              <a:t>的创新精神 </a:t>
            </a:r>
            <a:r>
              <a:rPr kumimoji="0" lang="en-US" altLang="zh-CN" sz="1800" b="1" u="sng" kern="0" cap="none" spc="0" normalizeH="0" baseline="0" noProof="0"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mn-cs"/>
              </a:rPr>
              <a:t>x</a:t>
            </a:r>
            <a:r>
              <a:rPr kumimoji="0" lang="zh-CN" altLang="en-US" sz="1800" b="1" u="sng" kern="0" cap="none" spc="0" normalizeH="0" baseline="0" noProof="0"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mn-cs"/>
              </a:rPr>
              <a:t> </a:t>
            </a:r>
            <a:r>
              <a:rPr kumimoji="0" lang="en-US" altLang="zh-CN" sz="1800" b="1" u="sng" kern="0" cap="none" spc="0" normalizeH="0" baseline="0" noProof="0"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mn-cs"/>
              </a:rPr>
              <a:t>Z</a:t>
            </a:r>
            <a:r>
              <a:rPr kumimoji="0" lang="zh-CN" altLang="en-US" sz="1800" b="1" u="sng" kern="0" cap="none" spc="0" normalizeH="0" baseline="0" noProof="0"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mn-cs"/>
              </a:rPr>
              <a:t>世代的美好生活</a:t>
            </a:r>
            <a:endParaRPr kumimoji="0" lang="en-US" altLang="zh-CN" sz="1800" b="1" u="sng" kern="0" cap="none" spc="0" normalizeH="0" baseline="0" noProof="0"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mn-cs"/>
            </a:endParaRPr>
          </a:p>
          <a:p>
            <a:pPr marR="0" algn="ctr" defTabSz="914400" fontAlgn="auto">
              <a:lnSpc>
                <a:spcPct val="110000"/>
              </a:lnSpc>
              <a:spcBef>
                <a:spcPts val="0"/>
              </a:spcBef>
              <a:spcAft>
                <a:spcPts val="0"/>
              </a:spcAft>
              <a:buClrTx/>
              <a:buSzTx/>
              <a:buFontTx/>
              <a:defRPr/>
            </a:pPr>
            <a:r>
              <a:rPr kumimoji="0" lang="en-US" altLang="zh-CN" sz="1600" b="1" kern="0" cap="none" spc="0" normalizeH="0" baseline="0" noProof="0"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mn-cs"/>
              </a:rPr>
              <a:t>Audi of Generation Z</a:t>
            </a:r>
            <a:endParaRPr kumimoji="0" lang="en-US" altLang="zh-CN" sz="1600" b="1" kern="0" cap="none" spc="0" normalizeH="0" baseline="0" noProof="0"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mn-cs"/>
            </a:endParaRPr>
          </a:p>
          <a:p>
            <a:pPr marR="0" algn="ctr" defTabSz="914400" fontAlgn="auto">
              <a:lnSpc>
                <a:spcPct val="110000"/>
              </a:lnSpc>
              <a:spcBef>
                <a:spcPts val="0"/>
              </a:spcBef>
              <a:spcAft>
                <a:spcPts val="0"/>
              </a:spcAft>
              <a:buClrTx/>
              <a:buSzTx/>
              <a:buFontTx/>
              <a:defRPr/>
            </a:pPr>
            <a:r>
              <a:rPr kumimoji="0" lang="en-US" altLang="zh-CN" sz="1400" b="1" u="sng" kern="0" cap="none" spc="0" normalizeH="0" baseline="0" noProof="0" dirty="0">
                <a:solidFill>
                  <a:srgbClr val="FFFFFF"/>
                </a:solidFill>
                <a:effectLst>
                  <a:outerShdw blurRad="50800" dist="38100" dir="2700000" algn="tl" rotWithShape="0">
                    <a:prstClr val="black">
                      <a:alpha val="40000"/>
                    </a:prstClr>
                  </a:outerShdw>
                </a:effectLst>
                <a:latin typeface="+mn-ea"/>
                <a:ea typeface="+mn-ea"/>
                <a:cs typeface="+mn-cs"/>
              </a:rPr>
              <a:t>Audi's spirit of innovation X the good life of Generation Z</a:t>
            </a:r>
            <a:endParaRPr kumimoji="0" lang="en-US" altLang="zh-CN" sz="1400" b="1" u="sng" kern="0" cap="none" spc="0" normalizeH="0" baseline="0" noProof="0" dirty="0">
              <a:solidFill>
                <a:srgbClr val="FFFFFF"/>
              </a:solidFill>
              <a:effectLst>
                <a:outerShdw blurRad="50800" dist="38100" dir="2700000" algn="tl" rotWithShape="0">
                  <a:prstClr val="black">
                    <a:alpha val="40000"/>
                  </a:prstClr>
                </a:outerShdw>
              </a:effectLst>
              <a:latin typeface="+mn-ea"/>
              <a:ea typeface="+mn-ea"/>
              <a:cs typeface="+mn-cs"/>
            </a:endParaRPr>
          </a:p>
        </p:txBody>
      </p:sp>
      <p:sp>
        <p:nvSpPr>
          <p:cNvPr id="11" name="矩形 10"/>
          <p:cNvSpPr/>
          <p:nvPr/>
        </p:nvSpPr>
        <p:spPr>
          <a:xfrm>
            <a:off x="-328612" y="3429000"/>
            <a:ext cx="9801225" cy="2308225"/>
          </a:xfrm>
          <a:prstGeom prst="rect">
            <a:avLst/>
          </a:prstGeom>
        </p:spPr>
        <p:txBody>
          <a:bodyPr>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rPr>
              <a:t>Normal is Boring…</a:t>
            </a:r>
            <a:endParaRPr kumimoji="0" lang="zh-CN" altLang="en-US" sz="1200" b="0"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rPr>
              <a:t>这里是属于</a:t>
            </a:r>
            <a:r>
              <a:rPr kumimoji="0" lang="en-US" altLang="zh-CN" sz="1200" b="1"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rPr>
              <a:t>Z</a:t>
            </a:r>
            <a:r>
              <a:rPr kumimoji="0" lang="zh-CN" altLang="en-US" sz="1200" b="1"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rPr>
              <a:t>世代的生活方式实验室，</a:t>
            </a:r>
            <a:r>
              <a:rPr kumimoji="0" lang="zh-CN" altLang="en-US" sz="1200" b="0"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rPr>
              <a:t>一个与众不同的奥迪官方直播间</a:t>
            </a:r>
            <a:endParaRPr kumimoji="0" lang="en-US" altLang="zh-CN" sz="1200" b="0"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rPr>
              <a:t>This is a Gen Z lifestyle lab, an official Audi live streaming room different from others </a:t>
            </a:r>
            <a:endParaRPr kumimoji="0" lang="en-US" altLang="zh-CN" sz="1100" b="0"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rPr>
              <a:t>这里以奥迪的创新精神驱动，泛娱乐化直播种草</a:t>
            </a:r>
            <a:r>
              <a:rPr kumimoji="0" lang="en-US" altLang="zh-CN" sz="1200" b="1"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rPr>
              <a:t>Z</a:t>
            </a:r>
            <a:r>
              <a:rPr kumimoji="0" lang="zh-CN" altLang="en-US" sz="1200" b="1"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rPr>
              <a:t>世代奥迪的 “人、货、场”</a:t>
            </a:r>
            <a:endParaRPr kumimoji="0" lang="zh-CN" altLang="en-US" sz="1200" b="1"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rPr>
              <a:t>打造一个</a:t>
            </a:r>
            <a:r>
              <a:rPr kumimoji="0" lang="zh-CN" altLang="en-US" sz="1200" b="1"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rPr>
              <a:t>更年轻、更具魅力的 “四环次元”直播空间，成为Z世代心目中的C位“引力”</a:t>
            </a:r>
            <a:endParaRPr kumimoji="0" lang="en-US" altLang="zh-CN" sz="1200" b="1"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rPr>
              <a:t>Here, driven by Audi's spirit of innovation, pan-entertainment </a:t>
            </a:r>
            <a:r>
              <a:rPr kumimoji="0" lang="en-US" altLang="zh-CN" sz="1100" b="0" i="0" u="none" strike="noStrike" kern="1200" cap="none" spc="0" normalizeH="0" baseline="0" noProof="0" dirty="0" err="1">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rPr>
              <a:t>livestream</a:t>
            </a:r>
            <a:r>
              <a:rPr kumimoji="0" lang="en-US" altLang="zh-CN" sz="1100" b="0"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rPr>
              <a:t> about Gen Z's "People, Goods and Fields“</a:t>
            </a:r>
            <a:endParaRPr kumimoji="0" lang="en-US" altLang="zh-CN" sz="1100" b="0"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rPr>
              <a:t>Create a younger and more attractive "four-ring dimensional" live space, and become the "gravitation" in generation Z's mind.</a:t>
            </a:r>
            <a:endParaRPr kumimoji="0" lang="en-US" altLang="zh-CN" sz="1100" b="0"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endParaRPr>
          </a:p>
        </p:txBody>
      </p:sp>
      <p:sp>
        <p:nvSpPr>
          <p:cNvPr id="44038" name="标题 1"/>
          <p:cNvSpPr txBox="1"/>
          <p:nvPr/>
        </p:nvSpPr>
        <p:spPr>
          <a:xfrm>
            <a:off x="0" y="6350"/>
            <a:ext cx="9144000" cy="1325563"/>
          </a:xfrm>
          <a:prstGeom prst="rect">
            <a:avLst/>
          </a:prstGeom>
          <a:noFill/>
          <a:ln w="9525">
            <a:noFill/>
          </a:ln>
        </p:spPr>
        <p:txBody>
          <a:bodyPr lIns="540000" anchor="ctr"/>
          <a:lstStyle/>
          <a:p>
            <a:pPr>
              <a:lnSpc>
                <a:spcPct val="90000"/>
              </a:lnSpc>
            </a:pPr>
            <a:r>
              <a:rPr lang="zh-CN" altLang="en-US" sz="1800" b="1" dirty="0">
                <a:latin typeface="微软雅黑" panose="020B0503020204020204" pitchFamily="34" charset="-122"/>
                <a:ea typeface="微软雅黑" panose="020B0503020204020204" pitchFamily="34" charset="-122"/>
              </a:rPr>
              <a:t>奥迪品牌官方直播 第一期 </a:t>
            </a:r>
            <a:r>
              <a:rPr lang="en-US" altLang="zh-CN" sz="1800" b="1" dirty="0">
                <a:latin typeface="微软雅黑" panose="020B0503020204020204" pitchFamily="34" charset="-122"/>
                <a:ea typeface="微软雅黑" panose="020B0503020204020204" pitchFamily="34" charset="-122"/>
              </a:rPr>
              <a:t>Audi Channel Official Live Streaming-EP01</a:t>
            </a:r>
            <a:endParaRPr lang="zh-CN" altLang="en-US" sz="1800" b="1" dirty="0">
              <a:latin typeface="微软雅黑" panose="020B0503020204020204" pitchFamily="34" charset="-122"/>
              <a:ea typeface="微软雅黑" panose="020B0503020204020204" pitchFamily="34" charset="-122"/>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文本框 24"/>
          <p:cNvSpPr txBox="1"/>
          <p:nvPr/>
        </p:nvSpPr>
        <p:spPr>
          <a:xfrm>
            <a:off x="3127375" y="1309688"/>
            <a:ext cx="3019425" cy="828675"/>
          </a:xfrm>
          <a:prstGeom prst="rect">
            <a:avLst/>
          </a:prstGeom>
          <a:noFill/>
          <a:ln w="9525">
            <a:noFill/>
          </a:ln>
        </p:spPr>
        <p:txBody>
          <a:bodyPr wrap="none" lIns="0" tIns="0" rIns="0" bIns="0">
            <a:spAutoFit/>
          </a:bodyPr>
          <a:lstStyle/>
          <a:p>
            <a:pPr algn="ctr">
              <a:lnSpc>
                <a:spcPct val="110000"/>
              </a:lnSpc>
            </a:pPr>
            <a:r>
              <a:rPr lang="en-US" altLang="zh-CN" sz="5400" b="1" dirty="0">
                <a:latin typeface="Audi Type Extended" pitchFamily="34" charset="0"/>
              </a:rPr>
              <a:t>Audi</a:t>
            </a:r>
            <a:r>
              <a:rPr lang="zh-CN" altLang="en-US" sz="5400" b="1" dirty="0">
                <a:latin typeface="Audi Type Extended" pitchFamily="34" charset="0"/>
              </a:rPr>
              <a:t> </a:t>
            </a:r>
            <a:r>
              <a:rPr lang="en-US" altLang="zh-CN" sz="5400" b="1" dirty="0">
                <a:latin typeface="Audi Type Extended" pitchFamily="34" charset="0"/>
              </a:rPr>
              <a:t>Channel</a:t>
            </a:r>
            <a:endParaRPr lang="zh-CN" altLang="en-US" sz="5400" b="1" dirty="0">
              <a:latin typeface="Audi Type Extended" pitchFamily="34" charset="0"/>
            </a:endParaRPr>
          </a:p>
        </p:txBody>
      </p:sp>
      <p:cxnSp>
        <p:nvCxnSpPr>
          <p:cNvPr id="45059" name="直线连接符 21"/>
          <p:cNvCxnSpPr/>
          <p:nvPr/>
        </p:nvCxnSpPr>
        <p:spPr>
          <a:xfrm flipV="1">
            <a:off x="3267075" y="2905125"/>
            <a:ext cx="5486400" cy="19050"/>
          </a:xfrm>
          <a:prstGeom prst="line">
            <a:avLst/>
          </a:prstGeom>
          <a:ln w="28575" cap="flat" cmpd="sng">
            <a:solidFill>
              <a:srgbClr val="FFFFFF"/>
            </a:solidFill>
            <a:prstDash val="solid"/>
            <a:headEnd type="none" w="med" len="med"/>
            <a:tailEnd type="none" w="med" len="med"/>
          </a:ln>
        </p:spPr>
      </p:cxnSp>
      <p:grpSp>
        <p:nvGrpSpPr>
          <p:cNvPr id="45060" name="组合 35"/>
          <p:cNvGrpSpPr/>
          <p:nvPr/>
        </p:nvGrpSpPr>
        <p:grpSpPr>
          <a:xfrm>
            <a:off x="0" y="3290888"/>
            <a:ext cx="9269413" cy="2568575"/>
            <a:chOff x="0" y="3290749"/>
            <a:chExt cx="12419488" cy="2442507"/>
          </a:xfrm>
        </p:grpSpPr>
        <p:pic>
          <p:nvPicPr>
            <p:cNvPr id="45063" name="Picture 2" descr="bronze photo"/>
            <p:cNvPicPr>
              <a:picLocks noChangeAspect="1"/>
            </p:cNvPicPr>
            <p:nvPr/>
          </p:nvPicPr>
          <p:blipFill>
            <a:blip r:embed="rId1" cstate="email"/>
            <a:srcRect t="-696"/>
            <a:stretch>
              <a:fillRect/>
            </a:stretch>
          </p:blipFill>
          <p:spPr>
            <a:xfrm>
              <a:off x="4108432" y="3356473"/>
              <a:ext cx="3964114" cy="2245393"/>
            </a:xfrm>
            <a:prstGeom prst="rect">
              <a:avLst/>
            </a:prstGeom>
            <a:noFill/>
            <a:ln w="9525">
              <a:noFill/>
            </a:ln>
          </p:spPr>
        </p:pic>
        <p:pic>
          <p:nvPicPr>
            <p:cNvPr id="45064" name="图片 18"/>
            <p:cNvPicPr>
              <a:picLocks noChangeAspect="1"/>
            </p:cNvPicPr>
            <p:nvPr/>
          </p:nvPicPr>
          <p:blipFill>
            <a:blip r:embed="rId2"/>
            <a:stretch>
              <a:fillRect/>
            </a:stretch>
          </p:blipFill>
          <p:spPr>
            <a:xfrm>
              <a:off x="8183475" y="3352061"/>
              <a:ext cx="3964114" cy="2249805"/>
            </a:xfrm>
            <a:prstGeom prst="rect">
              <a:avLst/>
            </a:prstGeom>
            <a:noFill/>
            <a:ln w="9525">
              <a:noFill/>
            </a:ln>
          </p:spPr>
        </p:pic>
        <p:pic>
          <p:nvPicPr>
            <p:cNvPr id="45065" name="图片 19"/>
            <p:cNvPicPr>
              <a:picLocks noChangeAspect="1"/>
            </p:cNvPicPr>
            <p:nvPr/>
          </p:nvPicPr>
          <p:blipFill>
            <a:blip r:embed="rId3"/>
            <a:stretch>
              <a:fillRect/>
            </a:stretch>
          </p:blipFill>
          <p:spPr>
            <a:xfrm>
              <a:off x="20881" y="3369924"/>
              <a:ext cx="3964114" cy="2231942"/>
            </a:xfrm>
            <a:prstGeom prst="rect">
              <a:avLst/>
            </a:prstGeom>
            <a:noFill/>
            <a:ln w="9525">
              <a:noFill/>
            </a:ln>
          </p:spPr>
        </p:pic>
        <p:sp>
          <p:nvSpPr>
            <p:cNvPr id="21" name="矩形 20"/>
            <p:cNvSpPr/>
            <p:nvPr/>
          </p:nvSpPr>
          <p:spPr>
            <a:xfrm>
              <a:off x="0" y="3290749"/>
              <a:ext cx="12225931" cy="2442507"/>
            </a:xfrm>
            <a:prstGeom prst="rect">
              <a:avLst/>
            </a:prstGeom>
            <a:solidFill>
              <a:srgbClr val="000000">
                <a:alpha val="55000"/>
              </a:srgbClr>
            </a:solidFill>
            <a:ln w="9525" cap="sq" cmpd="sng" algn="ctr">
              <a:noFill/>
              <a:prstDash val="solid"/>
              <a:miter lim="800000"/>
            </a:ln>
            <a:effectLst/>
          </p:spPr>
          <p:txBody>
            <a:bodyPr lIns="72000" tIns="72000" rIns="72000" bIns="72000"/>
            <a:lstStyle/>
            <a:p>
              <a:pPr marL="0" marR="0" lvl="0" indent="0" algn="l" defTabSz="914400" rtl="0" eaLnBrk="1" fontAlgn="auto" latinLnBrk="0" hangingPunct="1">
                <a:lnSpc>
                  <a:spcPct val="110000"/>
                </a:lnSpc>
                <a:spcBef>
                  <a:spcPts val="800"/>
                </a:spcBef>
                <a:spcAft>
                  <a:spcPts val="600"/>
                </a:spcAft>
                <a:buClrTx/>
                <a:buSzTx/>
                <a:buFontTx/>
                <a:buNone/>
                <a:defRPr/>
              </a:pPr>
              <a:endParaRPr kumimoji="1" lang="zh-CN" altLang="en-US" sz="1100" b="1" i="0" u="none" strike="noStrike" kern="0" cap="none" spc="0" normalizeH="0" baseline="0" noProof="0" dirty="0">
                <a:ln>
                  <a:noFill/>
                </a:ln>
                <a:solidFill>
                  <a:srgbClr val="000000"/>
                </a:solidFill>
                <a:effectLst/>
                <a:uLnTx/>
                <a:uFillTx/>
                <a:latin typeface="Audi Type"/>
                <a:ea typeface="+mn-ea"/>
                <a:cs typeface="+mn-cs"/>
              </a:endParaRPr>
            </a:p>
          </p:txBody>
        </p:sp>
        <p:sp>
          <p:nvSpPr>
            <p:cNvPr id="22" name="矩形 21"/>
            <p:cNvSpPr/>
            <p:nvPr/>
          </p:nvSpPr>
          <p:spPr>
            <a:xfrm>
              <a:off x="306286" y="3856843"/>
              <a:ext cx="3392548" cy="4966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Audi Type"/>
                  <a:ea typeface="+mn-ea"/>
                  <a:cs typeface="+mn-cs"/>
                </a:rPr>
                <a:t>人：</a:t>
              </a:r>
              <a:r>
                <a:rPr kumimoji="0" lang="en-US" altLang="zh-CN" sz="1400" b="1" i="0" u="none" strike="noStrike" kern="0" cap="none" spc="0" normalizeH="0" baseline="0" noProof="0" dirty="0">
                  <a:ln>
                    <a:noFill/>
                  </a:ln>
                  <a:solidFill>
                    <a:srgbClr val="FFFFFF"/>
                  </a:solidFill>
                  <a:effectLst/>
                  <a:uLnTx/>
                  <a:uFillTx/>
                  <a:latin typeface="Audi Type"/>
                  <a:ea typeface="+mn-ea"/>
                  <a:cs typeface="+mn-cs"/>
                </a:rPr>
                <a:t>Z</a:t>
              </a:r>
              <a:r>
                <a:rPr kumimoji="0" lang="zh-CN" altLang="en-US" sz="1400" b="1" i="0" u="none" strike="noStrike" kern="0" cap="none" spc="0" normalizeH="0" baseline="0" noProof="0" dirty="0">
                  <a:ln>
                    <a:noFill/>
                  </a:ln>
                  <a:solidFill>
                    <a:srgbClr val="FFFFFF"/>
                  </a:solidFill>
                  <a:effectLst/>
                  <a:uLnTx/>
                  <a:uFillTx/>
                  <a:latin typeface="Audi Type"/>
                  <a:ea typeface="+mn-ea"/>
                  <a:cs typeface="+mn-cs"/>
                </a:rPr>
                <a:t>世代圈子</a:t>
              </a:r>
              <a:endParaRPr kumimoji="0" lang="en-US" altLang="zh-CN" sz="1400" b="1" i="0" u="none" strike="noStrike" kern="0" cap="none" spc="0" normalizeH="0" baseline="0" noProof="0" dirty="0">
                <a:ln>
                  <a:noFill/>
                </a:ln>
                <a:solidFill>
                  <a:srgbClr val="FFFFFF"/>
                </a:solidFill>
                <a:effectLst/>
                <a:uLnTx/>
                <a:uFillTx/>
                <a:latin typeface="Audi Type"/>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FFFFFF"/>
                  </a:solidFill>
                  <a:effectLst/>
                  <a:uLnTx/>
                  <a:uFillTx/>
                  <a:latin typeface="Audi Type"/>
                  <a:ea typeface="+mn-ea"/>
                  <a:cs typeface="+mn-cs"/>
                </a:rPr>
                <a:t>People: Generation Z Circle</a:t>
              </a:r>
              <a:endParaRPr kumimoji="0" lang="en-US" altLang="zh-CN" sz="1400" b="1" i="0" u="none" strike="noStrike" kern="0" cap="none" spc="0" normalizeH="0" baseline="0" noProof="0" dirty="0">
                <a:ln>
                  <a:noFill/>
                </a:ln>
                <a:solidFill>
                  <a:srgbClr val="FFFFFF"/>
                </a:solidFill>
                <a:effectLst/>
                <a:uLnTx/>
                <a:uFillTx/>
                <a:latin typeface="Audi Type"/>
                <a:ea typeface="+mn-ea"/>
                <a:cs typeface="+mn-cs"/>
              </a:endParaRPr>
            </a:p>
          </p:txBody>
        </p:sp>
        <p:sp>
          <p:nvSpPr>
            <p:cNvPr id="45068" name="矩形 22"/>
            <p:cNvSpPr/>
            <p:nvPr/>
          </p:nvSpPr>
          <p:spPr>
            <a:xfrm>
              <a:off x="3890263" y="3856843"/>
              <a:ext cx="4400739" cy="498163"/>
            </a:xfrm>
            <a:prstGeom prst="rect">
              <a:avLst/>
            </a:prstGeom>
            <a:noFill/>
            <a:ln w="9525">
              <a:noFill/>
            </a:ln>
          </p:spPr>
          <p:txBody>
            <a:bodyPr>
              <a:spAutoFit/>
            </a:bodyPr>
            <a:lstStyle/>
            <a:p>
              <a:pPr algn="ctr"/>
              <a:r>
                <a:rPr lang="zh-CN" altLang="en-US" sz="1400" b="1" dirty="0">
                  <a:solidFill>
                    <a:srgbClr val="FFFFFF"/>
                  </a:solidFill>
                  <a:latin typeface="Audi Type" pitchFamily="34" charset="0"/>
                </a:rPr>
                <a:t>货：</a:t>
              </a:r>
              <a:r>
                <a:rPr lang="en-US" altLang="zh-CN" sz="1400" b="1" dirty="0">
                  <a:solidFill>
                    <a:srgbClr val="FFFFFF"/>
                  </a:solidFill>
                  <a:latin typeface="Audi Type" pitchFamily="34" charset="0"/>
                </a:rPr>
                <a:t>Z</a:t>
              </a:r>
              <a:r>
                <a:rPr lang="zh-CN" altLang="en-US" sz="1400" b="1" dirty="0">
                  <a:solidFill>
                    <a:srgbClr val="FFFFFF"/>
                  </a:solidFill>
                  <a:latin typeface="Audi Type" pitchFamily="34" charset="0"/>
                </a:rPr>
                <a:t>世代</a:t>
              </a:r>
              <a:r>
                <a:rPr lang="en-US" altLang="zh-CN" sz="1400" b="1" dirty="0">
                  <a:solidFill>
                    <a:srgbClr val="FFFFFF"/>
                  </a:solidFill>
                  <a:latin typeface="Audi Type" pitchFamily="34" charset="0"/>
                </a:rPr>
                <a:t>x</a:t>
              </a:r>
              <a:r>
                <a:rPr lang="zh-CN" altLang="en-US" sz="1400" b="1" dirty="0">
                  <a:solidFill>
                    <a:srgbClr val="FFFFFF"/>
                  </a:solidFill>
                  <a:latin typeface="Audi Type" pitchFamily="34" charset="0"/>
                </a:rPr>
                <a:t>奥迪限定好物</a:t>
              </a:r>
              <a:endParaRPr lang="en-US" altLang="zh-CN" sz="1400" b="1" dirty="0">
                <a:solidFill>
                  <a:srgbClr val="FFFFFF"/>
                </a:solidFill>
                <a:latin typeface="Audi Type" pitchFamily="34" charset="0"/>
              </a:endParaRPr>
            </a:p>
            <a:p>
              <a:pPr algn="ctr"/>
              <a:r>
                <a:rPr lang="en-US" altLang="zh-CN" sz="1400" b="1" dirty="0">
                  <a:solidFill>
                    <a:schemeClr val="bg1"/>
                  </a:solidFill>
                  <a:latin typeface="Audi Type" pitchFamily="34" charset="0"/>
                </a:rPr>
                <a:t>Goods: Z-Gen X Audi limited goods</a:t>
              </a:r>
              <a:endParaRPr lang="zh-CN" altLang="en-US" sz="1400" b="1" dirty="0">
                <a:solidFill>
                  <a:schemeClr val="bg1"/>
                </a:solidFill>
                <a:latin typeface="Audi Type" pitchFamily="34" charset="0"/>
              </a:endParaRPr>
            </a:p>
          </p:txBody>
        </p:sp>
        <p:sp>
          <p:nvSpPr>
            <p:cNvPr id="45069" name="矩形 23"/>
            <p:cNvSpPr/>
            <p:nvPr/>
          </p:nvSpPr>
          <p:spPr>
            <a:xfrm>
              <a:off x="8310146" y="3853823"/>
              <a:ext cx="3734992" cy="498163"/>
            </a:xfrm>
            <a:prstGeom prst="rect">
              <a:avLst/>
            </a:prstGeom>
            <a:noFill/>
            <a:ln w="9525">
              <a:noFill/>
            </a:ln>
          </p:spPr>
          <p:txBody>
            <a:bodyPr wrap="none">
              <a:spAutoFit/>
            </a:bodyPr>
            <a:lstStyle/>
            <a:p>
              <a:pPr algn="ctr"/>
              <a:r>
                <a:rPr lang="zh-CN" altLang="en-US" sz="1400" b="1" dirty="0">
                  <a:solidFill>
                    <a:srgbClr val="FFFFFF"/>
                  </a:solidFill>
                  <a:latin typeface="Audi Type" pitchFamily="34" charset="0"/>
                </a:rPr>
                <a:t>场：奥迪的</a:t>
              </a:r>
              <a:r>
                <a:rPr lang="en-US" altLang="zh-CN" sz="1400" b="1" dirty="0">
                  <a:solidFill>
                    <a:srgbClr val="FFFFFF"/>
                  </a:solidFill>
                  <a:latin typeface="Audi Type" pitchFamily="34" charset="0"/>
                </a:rPr>
                <a:t>Z</a:t>
              </a:r>
              <a:r>
                <a:rPr lang="zh-CN" altLang="en-US" sz="1400" b="1" dirty="0">
                  <a:solidFill>
                    <a:srgbClr val="FFFFFF"/>
                  </a:solidFill>
                  <a:latin typeface="Audi Type" pitchFamily="34" charset="0"/>
                </a:rPr>
                <a:t>世代“栖息地”</a:t>
              </a:r>
              <a:endParaRPr lang="en-US" altLang="zh-CN" sz="1400" b="1" dirty="0">
                <a:solidFill>
                  <a:srgbClr val="FFFFFF"/>
                </a:solidFill>
                <a:latin typeface="Audi Type" pitchFamily="34" charset="0"/>
              </a:endParaRPr>
            </a:p>
            <a:p>
              <a:pPr algn="ctr"/>
              <a:r>
                <a:rPr lang="en-US" altLang="zh-CN" sz="1400" b="1" dirty="0">
                  <a:solidFill>
                    <a:schemeClr val="bg1"/>
                  </a:solidFill>
                  <a:latin typeface="Audi Type" pitchFamily="34" charset="0"/>
                </a:rPr>
                <a:t>Field: Audi's Gen Z 'Habitat'</a:t>
              </a:r>
              <a:endParaRPr lang="zh-CN" altLang="en-US" sz="1400" b="1" dirty="0">
                <a:solidFill>
                  <a:schemeClr val="bg1"/>
                </a:solidFill>
                <a:latin typeface="Audi Type" pitchFamily="34" charset="0"/>
              </a:endParaRPr>
            </a:p>
          </p:txBody>
        </p:sp>
        <p:cxnSp>
          <p:nvCxnSpPr>
            <p:cNvPr id="45070" name="直线连接符 27"/>
            <p:cNvCxnSpPr/>
            <p:nvPr/>
          </p:nvCxnSpPr>
          <p:spPr>
            <a:xfrm>
              <a:off x="4898549" y="4454640"/>
              <a:ext cx="2383877" cy="0"/>
            </a:xfrm>
            <a:prstGeom prst="line">
              <a:avLst/>
            </a:prstGeom>
            <a:ln w="19050" cap="flat" cmpd="sng">
              <a:solidFill>
                <a:srgbClr val="FFFFFF"/>
              </a:solidFill>
              <a:prstDash val="solid"/>
              <a:headEnd type="none" w="med" len="med"/>
              <a:tailEnd type="none" w="med" len="med"/>
            </a:ln>
          </p:spPr>
        </p:cxnSp>
        <p:sp>
          <p:nvSpPr>
            <p:cNvPr id="45071" name="矩形 27"/>
            <p:cNvSpPr/>
            <p:nvPr/>
          </p:nvSpPr>
          <p:spPr>
            <a:xfrm>
              <a:off x="121239" y="4531627"/>
              <a:ext cx="3930675" cy="892164"/>
            </a:xfrm>
            <a:prstGeom prst="rect">
              <a:avLst/>
            </a:prstGeom>
            <a:noFill/>
            <a:ln w="9525">
              <a:noFill/>
            </a:ln>
          </p:spPr>
          <p:txBody>
            <a:bodyPr>
              <a:spAutoFit/>
            </a:bodyPr>
            <a:lstStyle/>
            <a:p>
              <a:pPr algn="ctr"/>
              <a:r>
                <a:rPr lang="zh-CN" altLang="en-US" sz="1100" b="1" dirty="0">
                  <a:solidFill>
                    <a:srgbClr val="FFFFFF"/>
                  </a:solidFill>
                  <a:latin typeface="微软雅黑" panose="020B0503020204020204" pitchFamily="34" charset="-122"/>
                  <a:ea typeface="微软雅黑" panose="020B0503020204020204" pitchFamily="34" charset="-122"/>
                </a:rPr>
                <a:t>动漫、音乐、潮流、科技、运动等</a:t>
              </a:r>
              <a:r>
                <a:rPr lang="en-US" altLang="zh-CN" sz="1100" b="1" dirty="0">
                  <a:solidFill>
                    <a:srgbClr val="FFFFFF"/>
                  </a:solidFill>
                  <a:latin typeface="微软雅黑" panose="020B0503020204020204" pitchFamily="34" charset="-122"/>
                  <a:ea typeface="微软雅黑" panose="020B0503020204020204" pitchFamily="34" charset="-122"/>
                </a:rPr>
                <a:t>Z</a:t>
              </a:r>
              <a:r>
                <a:rPr lang="zh-CN" altLang="en-US" sz="1100" b="1" dirty="0">
                  <a:solidFill>
                    <a:srgbClr val="FFFFFF"/>
                  </a:solidFill>
                  <a:latin typeface="微软雅黑" panose="020B0503020204020204" pitchFamily="34" charset="-122"/>
                  <a:ea typeface="微软雅黑" panose="020B0503020204020204" pitchFamily="34" charset="-122"/>
                </a:rPr>
                <a:t>世代话题设定</a:t>
              </a:r>
              <a:r>
                <a:rPr lang="en-US" altLang="zh-CN" sz="1100" b="1" dirty="0">
                  <a:solidFill>
                    <a:srgbClr val="FFFFFF"/>
                  </a:solidFill>
                  <a:latin typeface="微软雅黑" panose="020B0503020204020204" pitchFamily="34" charset="-122"/>
                  <a:ea typeface="微软雅黑" panose="020B0503020204020204" pitchFamily="34" charset="-122"/>
                </a:rPr>
                <a:t>;</a:t>
              </a:r>
              <a:r>
                <a:rPr lang="zh-CN" altLang="en-US" sz="1100" b="1" dirty="0">
                  <a:solidFill>
                    <a:srgbClr val="FFFFFF"/>
                  </a:solidFill>
                  <a:latin typeface="微软雅黑" panose="020B0503020204020204" pitchFamily="34" charset="-122"/>
                  <a:ea typeface="微软雅黑" panose="020B0503020204020204" pitchFamily="34" charset="-122"/>
                </a:rPr>
                <a:t>顶级流量</a:t>
              </a:r>
              <a:r>
                <a:rPr lang="en-US" altLang="zh-CN" sz="1100" b="1" dirty="0">
                  <a:solidFill>
                    <a:srgbClr val="FFFFFF"/>
                  </a:solidFill>
                  <a:latin typeface="微软雅黑" panose="020B0503020204020204" pitchFamily="34" charset="-122"/>
                  <a:ea typeface="微软雅黑" panose="020B0503020204020204" pitchFamily="34" charset="-122"/>
                </a:rPr>
                <a:t>idol+</a:t>
              </a:r>
              <a:r>
                <a:rPr lang="zh-CN" altLang="en-US" sz="1100" b="1" dirty="0">
                  <a:solidFill>
                    <a:srgbClr val="FFFFFF"/>
                  </a:solidFill>
                  <a:latin typeface="微软雅黑" panose="020B0503020204020204" pitchFamily="34" charset="-122"/>
                  <a:ea typeface="微软雅黑" panose="020B0503020204020204" pitchFamily="34" charset="-122"/>
                </a:rPr>
                <a:t>圈层代表</a:t>
              </a:r>
              <a:endParaRPr lang="en-US" altLang="zh-CN" sz="1100" b="1" dirty="0">
                <a:solidFill>
                  <a:srgbClr val="FFFFFF"/>
                </a:solidFill>
                <a:latin typeface="微软雅黑" panose="020B0503020204020204" pitchFamily="34" charset="-122"/>
                <a:ea typeface="微软雅黑" panose="020B0503020204020204" pitchFamily="34" charset="-122"/>
              </a:endParaRPr>
            </a:p>
            <a:p>
              <a:pPr algn="ctr"/>
              <a:r>
                <a:rPr lang="en-US" altLang="zh-CN" sz="1100" dirty="0">
                  <a:solidFill>
                    <a:srgbClr val="FFFFFF"/>
                  </a:solidFill>
                  <a:latin typeface="微软雅黑" panose="020B0503020204020204" pitchFamily="34" charset="-122"/>
                  <a:ea typeface="微软雅黑" panose="020B0503020204020204" pitchFamily="34" charset="-122"/>
                </a:rPr>
                <a:t>Generation Z topics such as animation, music, fashion, technology, sports, etc; Top Idol + circle layer representative</a:t>
              </a:r>
              <a:endParaRPr lang="en-US" altLang="zh-CN" sz="1100" dirty="0">
                <a:solidFill>
                  <a:srgbClr val="FFFFFF"/>
                </a:solidFill>
                <a:latin typeface="微软雅黑" panose="020B0503020204020204" pitchFamily="34" charset="-122"/>
                <a:ea typeface="微软雅黑" panose="020B0503020204020204" pitchFamily="34" charset="-122"/>
              </a:endParaRPr>
            </a:p>
          </p:txBody>
        </p:sp>
        <p:cxnSp>
          <p:nvCxnSpPr>
            <p:cNvPr id="45072" name="直线连接符 30"/>
            <p:cNvCxnSpPr/>
            <p:nvPr/>
          </p:nvCxnSpPr>
          <p:spPr>
            <a:xfrm>
              <a:off x="871745" y="4438038"/>
              <a:ext cx="2383877" cy="0"/>
            </a:xfrm>
            <a:prstGeom prst="line">
              <a:avLst/>
            </a:prstGeom>
            <a:ln w="19050" cap="flat" cmpd="sng">
              <a:solidFill>
                <a:srgbClr val="FFFFFF"/>
              </a:solidFill>
              <a:prstDash val="solid"/>
              <a:headEnd type="none" w="med" len="med"/>
              <a:tailEnd type="none" w="med" len="med"/>
            </a:ln>
          </p:spPr>
        </p:cxnSp>
        <p:sp>
          <p:nvSpPr>
            <p:cNvPr id="45073" name="矩形 29"/>
            <p:cNvSpPr/>
            <p:nvPr/>
          </p:nvSpPr>
          <p:spPr>
            <a:xfrm>
              <a:off x="4404994" y="4525589"/>
              <a:ext cx="3439340" cy="892164"/>
            </a:xfrm>
            <a:prstGeom prst="rect">
              <a:avLst/>
            </a:prstGeom>
            <a:noFill/>
            <a:ln w="9525">
              <a:noFill/>
            </a:ln>
          </p:spPr>
          <p:txBody>
            <a:bodyPr>
              <a:spAutoFit/>
            </a:bodyPr>
            <a:lstStyle/>
            <a:p>
              <a:pPr algn="ctr"/>
              <a:r>
                <a:rPr lang="zh-CN" altLang="en-US" sz="1100" b="1" dirty="0">
                  <a:solidFill>
                    <a:srgbClr val="FFFFFF"/>
                  </a:solidFill>
                  <a:latin typeface="微软雅黑" panose="020B0503020204020204" pitchFamily="34" charset="-122"/>
                  <a:ea typeface="微软雅黑" panose="020B0503020204020204" pitchFamily="34" charset="-122"/>
                </a:rPr>
                <a:t>跨界重磅联名开发</a:t>
              </a:r>
              <a:endParaRPr lang="en-US" altLang="zh-CN" sz="1100" b="1" dirty="0">
                <a:solidFill>
                  <a:srgbClr val="FFFFFF"/>
                </a:solidFill>
                <a:latin typeface="微软雅黑" panose="020B0503020204020204" pitchFamily="34" charset="-122"/>
                <a:ea typeface="微软雅黑" panose="020B0503020204020204" pitchFamily="34" charset="-122"/>
              </a:endParaRPr>
            </a:p>
            <a:p>
              <a:pPr algn="ctr"/>
              <a:r>
                <a:rPr lang="en-US" altLang="zh-CN" sz="1100" b="1" dirty="0">
                  <a:solidFill>
                    <a:srgbClr val="FFFFFF"/>
                  </a:solidFill>
                  <a:latin typeface="微软雅黑" panose="020B0503020204020204" pitchFamily="34" charset="-122"/>
                  <a:ea typeface="微软雅黑" panose="020B0503020204020204" pitchFamily="34" charset="-122"/>
                </a:rPr>
                <a:t>IP</a:t>
              </a:r>
              <a:r>
                <a:rPr lang="zh-CN" altLang="en-US" sz="1100" b="1" dirty="0">
                  <a:solidFill>
                    <a:srgbClr val="FFFFFF"/>
                  </a:solidFill>
                  <a:latin typeface="微软雅黑" panose="020B0503020204020204" pitchFamily="34" charset="-122"/>
                  <a:ea typeface="微软雅黑" panose="020B0503020204020204" pitchFamily="34" charset="-122"/>
                </a:rPr>
                <a:t>周边好物</a:t>
              </a:r>
              <a:endParaRPr lang="en-US" altLang="zh-CN" sz="1100" b="1" dirty="0">
                <a:solidFill>
                  <a:srgbClr val="FFFFFF"/>
                </a:solidFill>
                <a:latin typeface="微软雅黑" panose="020B0503020204020204" pitchFamily="34" charset="-122"/>
                <a:ea typeface="微软雅黑" panose="020B0503020204020204" pitchFamily="34" charset="-122"/>
              </a:endParaRPr>
            </a:p>
            <a:p>
              <a:pPr algn="ctr"/>
              <a:r>
                <a:rPr lang="en-US" altLang="zh-CN" sz="1100" dirty="0">
                  <a:solidFill>
                    <a:srgbClr val="FFFFFF"/>
                  </a:solidFill>
                  <a:latin typeface="微软雅黑" panose="020B0503020204020204" pitchFamily="34" charset="-122"/>
                  <a:ea typeface="微软雅黑" panose="020B0503020204020204" pitchFamily="34" charset="-122"/>
                </a:rPr>
                <a:t>Cross - boundary blockbuster </a:t>
              </a:r>
              <a:endParaRPr lang="en-US" altLang="zh-CN" sz="1100" dirty="0">
                <a:solidFill>
                  <a:srgbClr val="FFFFFF"/>
                </a:solidFill>
                <a:latin typeface="微软雅黑" panose="020B0503020204020204" pitchFamily="34" charset="-122"/>
                <a:ea typeface="微软雅黑" panose="020B0503020204020204" pitchFamily="34" charset="-122"/>
              </a:endParaRPr>
            </a:p>
            <a:p>
              <a:pPr algn="ctr"/>
              <a:r>
                <a:rPr lang="en-US" altLang="zh-CN" sz="1100" dirty="0">
                  <a:solidFill>
                    <a:srgbClr val="FFFFFF"/>
                  </a:solidFill>
                  <a:latin typeface="微软雅黑" panose="020B0503020204020204" pitchFamily="34" charset="-122"/>
                  <a:ea typeface="微软雅黑" panose="020B0503020204020204" pitchFamily="34" charset="-122"/>
                </a:rPr>
                <a:t>joint development</a:t>
              </a:r>
              <a:endParaRPr lang="en-US" altLang="zh-CN" sz="1100" dirty="0">
                <a:solidFill>
                  <a:srgbClr val="FFFFFF"/>
                </a:solidFill>
                <a:latin typeface="微软雅黑" panose="020B0503020204020204" pitchFamily="34" charset="-122"/>
                <a:ea typeface="微软雅黑" panose="020B0503020204020204" pitchFamily="34" charset="-122"/>
              </a:endParaRPr>
            </a:p>
            <a:p>
              <a:pPr algn="ctr"/>
              <a:r>
                <a:rPr lang="en-US" altLang="zh-CN" sz="1100" dirty="0">
                  <a:solidFill>
                    <a:srgbClr val="FFFFFF"/>
                  </a:solidFill>
                  <a:latin typeface="微软雅黑" panose="020B0503020204020204" pitchFamily="34" charset="-122"/>
                  <a:ea typeface="微软雅黑" panose="020B0503020204020204" pitchFamily="34" charset="-122"/>
                </a:rPr>
                <a:t>IP Good things</a:t>
              </a:r>
              <a:endParaRPr lang="en-US" altLang="zh-CN" sz="1100" dirty="0">
                <a:solidFill>
                  <a:srgbClr val="FFFFFF"/>
                </a:solidFill>
                <a:latin typeface="微软雅黑" panose="020B0503020204020204" pitchFamily="34" charset="-122"/>
                <a:ea typeface="微软雅黑" panose="020B0503020204020204" pitchFamily="34" charset="-122"/>
              </a:endParaRPr>
            </a:p>
          </p:txBody>
        </p:sp>
        <p:cxnSp>
          <p:nvCxnSpPr>
            <p:cNvPr id="45074" name="直线连接符 32"/>
            <p:cNvCxnSpPr/>
            <p:nvPr/>
          </p:nvCxnSpPr>
          <p:spPr>
            <a:xfrm>
              <a:off x="8985263" y="4467874"/>
              <a:ext cx="2383877" cy="0"/>
            </a:xfrm>
            <a:prstGeom prst="line">
              <a:avLst/>
            </a:prstGeom>
            <a:ln w="19050" cap="flat" cmpd="sng">
              <a:solidFill>
                <a:srgbClr val="FFFFFF"/>
              </a:solidFill>
              <a:prstDash val="solid"/>
              <a:headEnd type="none" w="med" len="med"/>
              <a:tailEnd type="none" w="med" len="med"/>
            </a:ln>
          </p:spPr>
        </p:cxnSp>
        <p:sp>
          <p:nvSpPr>
            <p:cNvPr id="45075" name="矩形 31"/>
            <p:cNvSpPr/>
            <p:nvPr/>
          </p:nvSpPr>
          <p:spPr>
            <a:xfrm>
              <a:off x="7969828" y="4533136"/>
              <a:ext cx="4449660" cy="893674"/>
            </a:xfrm>
            <a:prstGeom prst="rect">
              <a:avLst/>
            </a:prstGeom>
            <a:noFill/>
            <a:ln w="9525">
              <a:noFill/>
            </a:ln>
          </p:spPr>
          <p:txBody>
            <a:bodyPr>
              <a:spAutoFit/>
            </a:bodyPr>
            <a:lstStyle/>
            <a:p>
              <a:pPr algn="ctr"/>
              <a:r>
                <a:rPr lang="zh-CN" altLang="en-US" sz="1100" b="1" dirty="0">
                  <a:solidFill>
                    <a:srgbClr val="FFFFFF"/>
                  </a:solidFill>
                  <a:latin typeface="微软雅黑" panose="020B0503020204020204" pitchFamily="34" charset="-122"/>
                  <a:ea typeface="微软雅黑" panose="020B0503020204020204" pitchFamily="34" charset="-122"/>
                </a:rPr>
                <a:t>炫酷、多场景、多元文化交流地</a:t>
              </a:r>
              <a:endParaRPr lang="en-US" altLang="zh-CN" sz="1100" b="1" dirty="0">
                <a:solidFill>
                  <a:srgbClr val="FFFFFF"/>
                </a:solidFill>
                <a:latin typeface="微软雅黑" panose="020B0503020204020204" pitchFamily="34" charset="-122"/>
                <a:ea typeface="微软雅黑" panose="020B0503020204020204" pitchFamily="34" charset="-122"/>
              </a:endParaRPr>
            </a:p>
            <a:p>
              <a:pPr algn="ctr"/>
              <a:r>
                <a:rPr lang="zh-CN" altLang="en-US" sz="1100" b="1" dirty="0">
                  <a:solidFill>
                    <a:srgbClr val="FFFFFF"/>
                  </a:solidFill>
                  <a:latin typeface="微软雅黑" panose="020B0503020204020204" pitchFamily="34" charset="-122"/>
                  <a:ea typeface="微软雅黑" panose="020B0503020204020204" pitchFamily="34" charset="-122"/>
                </a:rPr>
                <a:t>平等互动小嗨的社交化沟通方式（标签模式化）</a:t>
              </a:r>
              <a:endParaRPr lang="en-US" altLang="zh-CN" sz="1100" b="1" dirty="0">
                <a:solidFill>
                  <a:srgbClr val="FFFFFF"/>
                </a:solidFill>
                <a:latin typeface="微软雅黑" panose="020B0503020204020204" pitchFamily="34" charset="-122"/>
                <a:ea typeface="微软雅黑" panose="020B0503020204020204" pitchFamily="34" charset="-122"/>
              </a:endParaRPr>
            </a:p>
            <a:p>
              <a:pPr algn="ctr"/>
              <a:r>
                <a:rPr lang="en-US" altLang="zh-CN" sz="1100" dirty="0">
                  <a:solidFill>
                    <a:srgbClr val="FFFFFF"/>
                  </a:solidFill>
                  <a:latin typeface="微软雅黑" panose="020B0503020204020204" pitchFamily="34" charset="-122"/>
                  <a:ea typeface="微软雅黑" panose="020B0503020204020204" pitchFamily="34" charset="-122"/>
                </a:rPr>
                <a:t>Cool, multi - scene, multi - cultural exchange</a:t>
              </a:r>
              <a:endParaRPr lang="en-US" altLang="zh-CN" sz="1100" dirty="0">
                <a:solidFill>
                  <a:srgbClr val="FFFFFF"/>
                </a:solidFill>
                <a:latin typeface="微软雅黑" panose="020B0503020204020204" pitchFamily="34" charset="-122"/>
                <a:ea typeface="微软雅黑" panose="020B0503020204020204" pitchFamily="34" charset="-122"/>
              </a:endParaRPr>
            </a:p>
            <a:p>
              <a:pPr algn="ctr"/>
              <a:r>
                <a:rPr lang="en-US" altLang="zh-CN" sz="1100" dirty="0">
                  <a:solidFill>
                    <a:srgbClr val="FFFFFF"/>
                  </a:solidFill>
                  <a:latin typeface="微软雅黑" panose="020B0503020204020204" pitchFamily="34" charset="-122"/>
                  <a:ea typeface="微软雅黑" panose="020B0503020204020204" pitchFamily="34" charset="-122"/>
                </a:rPr>
                <a:t>Equal Interaction </a:t>
              </a:r>
              <a:endParaRPr lang="en-US" altLang="zh-CN" sz="1100" dirty="0">
                <a:solidFill>
                  <a:srgbClr val="FFFFFF"/>
                </a:solidFill>
                <a:latin typeface="微软雅黑" panose="020B0503020204020204" pitchFamily="34" charset="-122"/>
                <a:ea typeface="微软雅黑" panose="020B0503020204020204" pitchFamily="34" charset="-122"/>
              </a:endParaRPr>
            </a:p>
            <a:p>
              <a:pPr algn="ctr"/>
              <a:r>
                <a:rPr lang="en-US" altLang="zh-CN" sz="1100" dirty="0">
                  <a:solidFill>
                    <a:srgbClr val="FFFFFF"/>
                  </a:solidFill>
                  <a:latin typeface="微软雅黑" panose="020B0503020204020204" pitchFamily="34" charset="-122"/>
                  <a:ea typeface="微软雅黑" panose="020B0503020204020204" pitchFamily="34" charset="-122"/>
                </a:rPr>
                <a:t>- social communication mode</a:t>
              </a:r>
              <a:endParaRPr lang="en-US" altLang="zh-CN" sz="1100" dirty="0">
                <a:solidFill>
                  <a:srgbClr val="FFFFFF"/>
                </a:solidFill>
                <a:latin typeface="微软雅黑" panose="020B0503020204020204" pitchFamily="34" charset="-122"/>
                <a:ea typeface="微软雅黑" panose="020B0503020204020204" pitchFamily="34" charset="-122"/>
              </a:endParaRPr>
            </a:p>
          </p:txBody>
        </p:sp>
      </p:grpSp>
      <p:sp>
        <p:nvSpPr>
          <p:cNvPr id="45061" name="标题 1"/>
          <p:cNvSpPr txBox="1"/>
          <p:nvPr/>
        </p:nvSpPr>
        <p:spPr>
          <a:xfrm>
            <a:off x="0" y="6350"/>
            <a:ext cx="9144000" cy="1325563"/>
          </a:xfrm>
          <a:prstGeom prst="rect">
            <a:avLst/>
          </a:prstGeom>
          <a:noFill/>
          <a:ln w="9525">
            <a:noFill/>
          </a:ln>
        </p:spPr>
        <p:txBody>
          <a:bodyPr lIns="540000" anchor="ctr"/>
          <a:lstStyle/>
          <a:p>
            <a:pPr>
              <a:lnSpc>
                <a:spcPct val="90000"/>
              </a:lnSpc>
            </a:pPr>
            <a:r>
              <a:rPr lang="zh-CN" altLang="en-US" sz="1800" b="1" dirty="0">
                <a:latin typeface="微软雅黑" panose="020B0503020204020204" pitchFamily="34" charset="-122"/>
                <a:ea typeface="微软雅黑" panose="020B0503020204020204" pitchFamily="34" charset="-122"/>
              </a:rPr>
              <a:t>核心要素</a:t>
            </a:r>
            <a:r>
              <a:rPr lang="en-US" altLang="zh-CN" sz="1800" b="1" dirty="0">
                <a:latin typeface="微软雅黑" panose="020B0503020204020204" pitchFamily="34" charset="-122"/>
                <a:ea typeface="微软雅黑" panose="020B0503020204020204" pitchFamily="34" charset="-122"/>
              </a:rPr>
              <a:t> Core Elements</a:t>
            </a:r>
            <a:endParaRPr lang="zh-CN" altLang="en-US" sz="1800" b="1" dirty="0">
              <a:latin typeface="微软雅黑" panose="020B0503020204020204" pitchFamily="34" charset="-122"/>
              <a:ea typeface="微软雅黑" panose="020B0503020204020204" pitchFamily="34" charset="-122"/>
            </a:endParaRPr>
          </a:p>
        </p:txBody>
      </p:sp>
      <p:sp>
        <p:nvSpPr>
          <p:cNvPr id="45062" name="矩形 34"/>
          <p:cNvSpPr/>
          <p:nvPr/>
        </p:nvSpPr>
        <p:spPr>
          <a:xfrm>
            <a:off x="2287588" y="2200275"/>
            <a:ext cx="4700587" cy="615950"/>
          </a:xfrm>
          <a:prstGeom prst="rect">
            <a:avLst/>
          </a:prstGeom>
          <a:noFill/>
          <a:ln w="9525">
            <a:noFill/>
          </a:ln>
        </p:spPr>
        <p:txBody>
          <a:bodyPr wrap="none">
            <a:spAutoFit/>
          </a:bodyPr>
          <a:lstStyle/>
          <a:p>
            <a:pPr algn="ctr"/>
            <a:r>
              <a:rPr lang="zh-CN" altLang="en-US" sz="1800" b="1" dirty="0">
                <a:latin typeface="微软雅黑" panose="020B0503020204020204" pitchFamily="34" charset="-122"/>
                <a:ea typeface="微软雅黑" panose="020B0503020204020204" pitchFamily="34" charset="-122"/>
              </a:rPr>
              <a:t>奥迪 </a:t>
            </a:r>
            <a:r>
              <a:rPr lang="en-US" altLang="zh-CN" sz="1800" b="1" dirty="0">
                <a:latin typeface="微软雅黑" panose="020B0503020204020204" pitchFamily="34" charset="-122"/>
                <a:ea typeface="微软雅黑" panose="020B0503020204020204" pitchFamily="34" charset="-122"/>
              </a:rPr>
              <a:t>x</a:t>
            </a:r>
            <a:r>
              <a:rPr lang="zh-CN" altLang="en-US" sz="1800" b="1" dirty="0">
                <a:latin typeface="微软雅黑" panose="020B0503020204020204" pitchFamily="34" charset="-122"/>
                <a:ea typeface="微软雅黑" panose="020B0503020204020204" pitchFamily="34" charset="-122"/>
              </a:rPr>
              <a:t> </a:t>
            </a:r>
            <a:r>
              <a:rPr lang="en-US" altLang="zh-CN" sz="1800" b="1" dirty="0">
                <a:latin typeface="微软雅黑" panose="020B0503020204020204" pitchFamily="34" charset="-122"/>
                <a:ea typeface="微软雅黑" panose="020B0503020204020204" pitchFamily="34" charset="-122"/>
              </a:rPr>
              <a:t>Z</a:t>
            </a:r>
            <a:r>
              <a:rPr lang="zh-CN" altLang="en-US" sz="1800" b="1" dirty="0">
                <a:latin typeface="微软雅黑" panose="020B0503020204020204" pitchFamily="34" charset="-122"/>
                <a:ea typeface="微软雅黑" panose="020B0503020204020204" pitchFamily="34" charset="-122"/>
              </a:rPr>
              <a:t>世代的</a:t>
            </a:r>
            <a:r>
              <a:rPr lang="zh-CN" altLang="zh-CN" sz="1800" b="1" dirty="0">
                <a:latin typeface="微软雅黑" panose="020B0503020204020204" pitchFamily="34" charset="-122"/>
                <a:ea typeface="微软雅黑" panose="020B0503020204020204" pitchFamily="34" charset="-122"/>
              </a:rPr>
              <a:t>人</a:t>
            </a:r>
            <a:r>
              <a:rPr lang="zh-CN" altLang="en-US" sz="1800" b="1" dirty="0">
                <a:latin typeface="微软雅黑" panose="020B0503020204020204" pitchFamily="34" charset="-122"/>
                <a:ea typeface="微软雅黑" panose="020B0503020204020204" pitchFamily="34" charset="-122"/>
              </a:rPr>
              <a:t>、货、场</a:t>
            </a:r>
            <a:endParaRPr lang="en-US" altLang="zh-CN" sz="1800" b="1" dirty="0">
              <a:latin typeface="微软雅黑" panose="020B0503020204020204" pitchFamily="34" charset="-122"/>
              <a:ea typeface="微软雅黑" panose="020B0503020204020204" pitchFamily="34" charset="-122"/>
            </a:endParaRPr>
          </a:p>
          <a:p>
            <a:pPr algn="ctr"/>
            <a:r>
              <a:rPr lang="en-US" altLang="zh-CN" sz="1600" b="1" dirty="0">
                <a:latin typeface="微软雅黑" panose="020B0503020204020204" pitchFamily="34" charset="-122"/>
                <a:ea typeface="微软雅黑" panose="020B0503020204020204" pitchFamily="34" charset="-122"/>
              </a:rPr>
              <a:t>Audi x Z Generation’s People, Goods, Field</a:t>
            </a:r>
            <a:endParaRPr lang="zh-CN" altLang="zh-CN" sz="1600" b="1" dirty="0">
              <a:latin typeface="微软雅黑" panose="020B0503020204020204" pitchFamily="34" charset="-122"/>
              <a:ea typeface="微软雅黑" panose="020B0503020204020204" pitchFamily="34" charset="-122"/>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矩形 3"/>
          <p:cNvSpPr/>
          <p:nvPr/>
        </p:nvSpPr>
        <p:spPr>
          <a:xfrm>
            <a:off x="0" y="930275"/>
            <a:ext cx="9144000" cy="5478463"/>
          </a:xfrm>
          <a:prstGeom prst="rect">
            <a:avLst/>
          </a:prstGeom>
          <a:solidFill>
            <a:schemeClr val="tx1"/>
          </a:solidFill>
          <a:ln w="19050">
            <a:noFill/>
          </a:ln>
        </p:spPr>
        <p:txBody>
          <a:bodyPr lIns="36000" tIns="36000" rIns="36000" bIns="36000">
            <a:spAutoFit/>
          </a:bodyPr>
          <a:lstStyle/>
          <a:p>
            <a:pPr eaLnBrk="1" hangingPunct="1">
              <a:spcBef>
                <a:spcPct val="30000"/>
              </a:spcBef>
              <a:buClr>
                <a:schemeClr val="accent2"/>
              </a:buClr>
              <a:buFont typeface="Audi Type" pitchFamily="34" charset="0"/>
            </a:pPr>
            <a:endParaRPr lang="zh-CN" altLang="en-US" sz="1600" dirty="0">
              <a:latin typeface="Arial" panose="020B0604020202020204" pitchFamily="34" charset="0"/>
            </a:endParaRPr>
          </a:p>
        </p:txBody>
      </p:sp>
      <p:sp>
        <p:nvSpPr>
          <p:cNvPr id="46083" name="标题 1"/>
          <p:cNvSpPr txBox="1"/>
          <p:nvPr/>
        </p:nvSpPr>
        <p:spPr>
          <a:xfrm>
            <a:off x="0" y="6350"/>
            <a:ext cx="9144000" cy="1325563"/>
          </a:xfrm>
          <a:prstGeom prst="rect">
            <a:avLst/>
          </a:prstGeom>
          <a:noFill/>
          <a:ln w="9525">
            <a:noFill/>
          </a:ln>
        </p:spPr>
        <p:txBody>
          <a:bodyPr lIns="540000" anchor="ctr"/>
          <a:lstStyle/>
          <a:p>
            <a:pPr>
              <a:lnSpc>
                <a:spcPct val="90000"/>
              </a:lnSpc>
            </a:pPr>
            <a:r>
              <a:rPr lang="zh-CN" altLang="en-US" sz="1800" b="1" dirty="0">
                <a:latin typeface="Audi Type" pitchFamily="34" charset="0"/>
                <a:ea typeface="微软雅黑" panose="020B0503020204020204" pitchFamily="34" charset="-122"/>
              </a:rPr>
              <a:t>首期直播规划 </a:t>
            </a:r>
            <a:r>
              <a:rPr lang="en-US" altLang="zh-CN" sz="1800" b="1" dirty="0">
                <a:solidFill>
                  <a:schemeClr val="tx2"/>
                </a:solidFill>
                <a:latin typeface="微软雅黑" panose="020B0503020204020204" pitchFamily="34" charset="-122"/>
                <a:ea typeface="微软雅黑" panose="020B0503020204020204" pitchFamily="34" charset="-122"/>
              </a:rPr>
              <a:t>EP01</a:t>
            </a:r>
            <a:r>
              <a:rPr lang="en-US" altLang="zh-CN" sz="1800" b="1" dirty="0">
                <a:latin typeface="Audi Type" pitchFamily="34" charset="0"/>
                <a:ea typeface="微软雅黑" panose="020B0503020204020204" pitchFamily="34" charset="-122"/>
              </a:rPr>
              <a:t> </a:t>
            </a:r>
            <a:r>
              <a:rPr lang="en-US" altLang="zh-CN" sz="1800" b="1" dirty="0">
                <a:solidFill>
                  <a:schemeClr val="tx2"/>
                </a:solidFill>
                <a:latin typeface="微软雅黑" panose="020B0503020204020204" pitchFamily="34" charset="-122"/>
                <a:ea typeface="微软雅黑" panose="020B0503020204020204" pitchFamily="34" charset="-122"/>
                <a:sym typeface="+mn-ea"/>
              </a:rPr>
              <a:t>Content Planning</a:t>
            </a:r>
            <a:endParaRPr lang="zh-CN" altLang="en-US" sz="1800" b="1" dirty="0">
              <a:solidFill>
                <a:schemeClr val="tx2"/>
              </a:solidFill>
              <a:latin typeface="微软雅黑" panose="020B0503020204020204" pitchFamily="34" charset="-122"/>
              <a:ea typeface="微软雅黑" panose="020B0503020204020204" pitchFamily="34" charset="-122"/>
              <a:sym typeface="+mn-ea"/>
            </a:endParaRPr>
          </a:p>
        </p:txBody>
      </p:sp>
      <p:sp>
        <p:nvSpPr>
          <p:cNvPr id="77" name="矩形 76"/>
          <p:cNvSpPr/>
          <p:nvPr/>
        </p:nvSpPr>
        <p:spPr>
          <a:xfrm>
            <a:off x="754063" y="1776413"/>
            <a:ext cx="2630488" cy="735013"/>
          </a:xfrm>
          <a:prstGeom prst="rect">
            <a:avLst/>
          </a:prstGeom>
          <a:solidFill>
            <a:srgbClr val="FFFFFF"/>
          </a:solidFill>
          <a:ln w="9525" cap="sq" cmpd="sng" algn="ctr">
            <a:noFill/>
            <a:prstDash val="solid"/>
            <a:miter lim="800000"/>
          </a:ln>
          <a:effectLst/>
        </p:spPr>
        <p:txBody>
          <a:bodyPr lIns="72000" tIns="72000" rIns="72000" bIns="7200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奥迪好玩 </a:t>
            </a:r>
            <a:r>
              <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Audi’s Fun</a:t>
            </a:r>
            <a:endPar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未来：二次元幻想</a:t>
            </a:r>
            <a:endParaRPr kumimoji="0" lang="en-US" altLang="zh-CN"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The future: Two dimensional fantasy</a:t>
            </a:r>
            <a:endParaRPr kumimoji="0" lang="en-US" altLang="zh-CN"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6085" name="矩形 77"/>
          <p:cNvSpPr/>
          <p:nvPr/>
        </p:nvSpPr>
        <p:spPr>
          <a:xfrm>
            <a:off x="2457450" y="930275"/>
            <a:ext cx="4229100" cy="701675"/>
          </a:xfrm>
          <a:prstGeom prst="rect">
            <a:avLst/>
          </a:prstGeom>
          <a:noFill/>
          <a:ln w="9525">
            <a:noFill/>
          </a:ln>
        </p:spPr>
        <p:txBody>
          <a:bodyPr wrap="none">
            <a:spAutoFit/>
          </a:bodyPr>
          <a:lstStyle/>
          <a:p>
            <a:pPr algn="ctr" eaLnBrk="1" hangingPunct="1">
              <a:lnSpc>
                <a:spcPct val="110000"/>
              </a:lnSpc>
            </a:pPr>
            <a:r>
              <a:rPr lang="zh-CN" altLang="en-US" sz="1800" b="1" dirty="0">
                <a:solidFill>
                  <a:srgbClr val="FFFFFF"/>
                </a:solidFill>
                <a:latin typeface="Audi Type Extended" pitchFamily="34" charset="0"/>
                <a:ea typeface="微软雅黑" panose="020B0503020204020204" pitchFamily="34" charset="-122"/>
              </a:rPr>
              <a:t>奥迪 </a:t>
            </a:r>
            <a:r>
              <a:rPr lang="en-US" altLang="zh-CN" sz="1800" b="1" dirty="0">
                <a:solidFill>
                  <a:srgbClr val="FFFFFF"/>
                </a:solidFill>
                <a:latin typeface="Audi Type Extended" pitchFamily="34" charset="0"/>
                <a:ea typeface="微软雅黑" panose="020B0503020204020204" pitchFamily="34" charset="-122"/>
              </a:rPr>
              <a:t>x</a:t>
            </a:r>
            <a:r>
              <a:rPr lang="zh-CN" altLang="en-US" sz="1800" b="1" dirty="0">
                <a:solidFill>
                  <a:srgbClr val="FFFFFF"/>
                </a:solidFill>
                <a:latin typeface="Audi Type Extended" pitchFamily="34" charset="0"/>
                <a:ea typeface="微软雅黑" panose="020B0503020204020204" pitchFamily="34" charset="-122"/>
              </a:rPr>
              <a:t> </a:t>
            </a:r>
            <a:r>
              <a:rPr lang="en-US" altLang="zh-CN" sz="1800" b="1" dirty="0">
                <a:solidFill>
                  <a:srgbClr val="FFFFFF"/>
                </a:solidFill>
                <a:latin typeface="Audi Type Extended" pitchFamily="34" charset="0"/>
                <a:ea typeface="微软雅黑" panose="020B0503020204020204" pitchFamily="34" charset="-122"/>
              </a:rPr>
              <a:t>Z</a:t>
            </a:r>
            <a:r>
              <a:rPr lang="zh-CN" altLang="en-US" sz="1800" b="1" dirty="0">
                <a:solidFill>
                  <a:srgbClr val="FFFFFF"/>
                </a:solidFill>
                <a:latin typeface="Audi Type Extended" pitchFamily="34" charset="0"/>
                <a:ea typeface="微软雅黑" panose="020B0503020204020204" pitchFamily="34" charset="-122"/>
              </a:rPr>
              <a:t>世代的异想世界</a:t>
            </a:r>
            <a:endParaRPr lang="en-US" altLang="zh-CN" sz="1800" b="1" dirty="0">
              <a:solidFill>
                <a:srgbClr val="FFFFFF"/>
              </a:solidFill>
              <a:latin typeface="Audi Type Extended" pitchFamily="34" charset="0"/>
              <a:ea typeface="微软雅黑" panose="020B0503020204020204" pitchFamily="34" charset="-122"/>
            </a:endParaRPr>
          </a:p>
          <a:p>
            <a:pPr algn="ctr" eaLnBrk="1" hangingPunct="1">
              <a:lnSpc>
                <a:spcPct val="110000"/>
              </a:lnSpc>
            </a:pPr>
            <a:r>
              <a:rPr lang="en-US" altLang="zh-CN" sz="1800" b="1" dirty="0">
                <a:solidFill>
                  <a:srgbClr val="FFFFFF"/>
                </a:solidFill>
                <a:latin typeface="Audi Type Extended" pitchFamily="34" charset="0"/>
                <a:ea typeface="微软雅黑" panose="020B0503020204020204" pitchFamily="34" charset="-122"/>
              </a:rPr>
              <a:t>Audi X Generation Z’s Fantasy World</a:t>
            </a:r>
            <a:endParaRPr lang="en-US" altLang="zh-CN" sz="1800" b="1" dirty="0">
              <a:solidFill>
                <a:srgbClr val="FFFFFF"/>
              </a:solidFill>
              <a:latin typeface="Audi Type Extended" pitchFamily="34" charset="0"/>
              <a:ea typeface="微软雅黑" panose="020B0503020204020204" pitchFamily="34" charset="-122"/>
            </a:endParaRPr>
          </a:p>
        </p:txBody>
      </p:sp>
      <p:sp>
        <p:nvSpPr>
          <p:cNvPr id="46086" name="矩形 78"/>
          <p:cNvSpPr/>
          <p:nvPr/>
        </p:nvSpPr>
        <p:spPr>
          <a:xfrm>
            <a:off x="3487738" y="1773238"/>
            <a:ext cx="2630487" cy="738187"/>
          </a:xfrm>
          <a:prstGeom prst="rect">
            <a:avLst/>
          </a:prstGeom>
          <a:solidFill>
            <a:srgbClr val="FFFFFF"/>
          </a:solidFill>
          <a:ln w="9525">
            <a:noFill/>
          </a:ln>
        </p:spPr>
        <p:txBody>
          <a:bodyPr lIns="72000" tIns="72000" rIns="72000" bIns="72000" anchor="ctr"/>
          <a:lstStyle/>
          <a:p>
            <a:pPr algn="ctr" eaLnBrk="1" hangingPunct="1">
              <a:lnSpc>
                <a:spcPct val="120000"/>
              </a:lnSpc>
            </a:pPr>
            <a:r>
              <a:rPr lang="zh-CN" altLang="en-US" sz="1400" b="1" dirty="0">
                <a:solidFill>
                  <a:srgbClr val="000000"/>
                </a:solidFill>
                <a:latin typeface="微软雅黑" panose="020B0503020204020204" pitchFamily="34" charset="-122"/>
                <a:ea typeface="微软雅黑" panose="020B0503020204020204" pitchFamily="34" charset="-122"/>
              </a:rPr>
              <a:t>奥迪好物 </a:t>
            </a:r>
            <a:r>
              <a:rPr lang="en-US" altLang="zh-CN" sz="1400" b="1" dirty="0">
                <a:solidFill>
                  <a:srgbClr val="000000"/>
                </a:solidFill>
                <a:latin typeface="微软雅黑" panose="020B0503020204020204" pitchFamily="34" charset="-122"/>
                <a:ea typeface="微软雅黑" panose="020B0503020204020204" pitchFamily="34" charset="-122"/>
              </a:rPr>
              <a:t>Audi’s Goods</a:t>
            </a:r>
            <a:endParaRPr lang="zh-CN" altLang="en-US" sz="1400" b="1" dirty="0">
              <a:solidFill>
                <a:srgbClr val="000000"/>
              </a:solidFill>
              <a:latin typeface="微软雅黑" panose="020B0503020204020204" pitchFamily="34" charset="-122"/>
              <a:ea typeface="微软雅黑" panose="020B0503020204020204" pitchFamily="34" charset="-122"/>
            </a:endParaRPr>
          </a:p>
          <a:p>
            <a:pPr algn="ctr" eaLnBrk="1" hangingPunct="1">
              <a:lnSpc>
                <a:spcPct val="120000"/>
              </a:lnSpc>
            </a:pPr>
            <a:r>
              <a:rPr lang="zh-CN" altLang="en-US" sz="1400" dirty="0">
                <a:solidFill>
                  <a:srgbClr val="000000"/>
                </a:solidFill>
                <a:latin typeface="微软雅黑" panose="020B0503020204020204" pitchFamily="34" charset="-122"/>
                <a:ea typeface="微软雅黑" panose="020B0503020204020204" pitchFamily="34" charset="-122"/>
              </a:rPr>
              <a:t>现实：三次元创想</a:t>
            </a:r>
            <a:endParaRPr lang="en-US" altLang="zh-CN" sz="1400" dirty="0">
              <a:solidFill>
                <a:srgbClr val="000000"/>
              </a:solidFill>
              <a:latin typeface="微软雅黑" panose="020B0503020204020204" pitchFamily="34" charset="-122"/>
              <a:ea typeface="微软雅黑" panose="020B0503020204020204" pitchFamily="34" charset="-122"/>
            </a:endParaRPr>
          </a:p>
          <a:p>
            <a:pPr algn="ctr" eaLnBrk="1" hangingPunct="1">
              <a:lnSpc>
                <a:spcPct val="120000"/>
              </a:lnSpc>
            </a:pPr>
            <a:r>
              <a:rPr lang="en-US" altLang="zh-CN" sz="1000" dirty="0">
                <a:solidFill>
                  <a:srgbClr val="000000"/>
                </a:solidFill>
                <a:latin typeface="微软雅黑" panose="020B0503020204020204" pitchFamily="34" charset="-122"/>
                <a:ea typeface="微软雅黑" panose="020B0503020204020204" pitchFamily="34" charset="-122"/>
              </a:rPr>
              <a:t>The reality: Third dimensional thinking</a:t>
            </a:r>
            <a:endParaRPr lang="en-US" altLang="zh-CN" sz="1000" dirty="0">
              <a:solidFill>
                <a:srgbClr val="000000"/>
              </a:solidFill>
              <a:latin typeface="微软雅黑" panose="020B0503020204020204" pitchFamily="34" charset="-122"/>
              <a:ea typeface="微软雅黑" panose="020B0503020204020204" pitchFamily="34" charset="-122"/>
            </a:endParaRPr>
          </a:p>
        </p:txBody>
      </p:sp>
      <p:sp>
        <p:nvSpPr>
          <p:cNvPr id="46087" name="矩形 79"/>
          <p:cNvSpPr/>
          <p:nvPr/>
        </p:nvSpPr>
        <p:spPr>
          <a:xfrm>
            <a:off x="6221413" y="1773238"/>
            <a:ext cx="2630487" cy="738187"/>
          </a:xfrm>
          <a:prstGeom prst="rect">
            <a:avLst/>
          </a:prstGeom>
          <a:solidFill>
            <a:srgbClr val="FFFFFF"/>
          </a:solidFill>
          <a:ln w="9525">
            <a:noFill/>
          </a:ln>
        </p:spPr>
        <p:txBody>
          <a:bodyPr lIns="72000" tIns="72000" rIns="72000" bIns="72000" anchor="ctr"/>
          <a:lstStyle/>
          <a:p>
            <a:pPr algn="ctr" eaLnBrk="1" hangingPunct="1">
              <a:lnSpc>
                <a:spcPct val="120000"/>
              </a:lnSpc>
            </a:pPr>
            <a:r>
              <a:rPr lang="zh-CN" altLang="en-US" sz="1400" b="1" dirty="0">
                <a:solidFill>
                  <a:srgbClr val="000000"/>
                </a:solidFill>
                <a:latin typeface="微软雅黑" panose="020B0503020204020204" pitchFamily="34" charset="-122"/>
                <a:ea typeface="微软雅黑" panose="020B0503020204020204" pitchFamily="34" charset="-122"/>
              </a:rPr>
              <a:t>奥迪好惊喜 </a:t>
            </a:r>
            <a:r>
              <a:rPr lang="en-US" altLang="zh-CN" sz="1400" b="1" dirty="0">
                <a:solidFill>
                  <a:srgbClr val="000000"/>
                </a:solidFill>
                <a:latin typeface="微软雅黑" panose="020B0503020204020204" pitchFamily="34" charset="-122"/>
                <a:ea typeface="微软雅黑" panose="020B0503020204020204" pitchFamily="34" charset="-122"/>
              </a:rPr>
              <a:t>Audi’s Surprise</a:t>
            </a:r>
            <a:endParaRPr lang="zh-CN" altLang="en-US" sz="1400" b="1" dirty="0">
              <a:solidFill>
                <a:srgbClr val="000000"/>
              </a:solidFill>
              <a:latin typeface="微软雅黑" panose="020B0503020204020204" pitchFamily="34" charset="-122"/>
              <a:ea typeface="微软雅黑" panose="020B0503020204020204" pitchFamily="34" charset="-122"/>
            </a:endParaRPr>
          </a:p>
          <a:p>
            <a:pPr algn="ctr" eaLnBrk="1" hangingPunct="1">
              <a:lnSpc>
                <a:spcPct val="120000"/>
              </a:lnSpc>
            </a:pPr>
            <a:r>
              <a:rPr lang="zh-CN" altLang="en-US" sz="1400" dirty="0">
                <a:solidFill>
                  <a:srgbClr val="000000"/>
                </a:solidFill>
                <a:latin typeface="微软雅黑" panose="020B0503020204020204" pitchFamily="34" charset="-122"/>
                <a:ea typeface="微软雅黑" panose="020B0503020204020204" pitchFamily="34" charset="-122"/>
              </a:rPr>
              <a:t>近未来的现实异想</a:t>
            </a:r>
            <a:endParaRPr lang="en-US" altLang="zh-CN" sz="1400" dirty="0">
              <a:solidFill>
                <a:srgbClr val="000000"/>
              </a:solidFill>
              <a:latin typeface="微软雅黑" panose="020B0503020204020204" pitchFamily="34" charset="-122"/>
              <a:ea typeface="微软雅黑" panose="020B0503020204020204" pitchFamily="34" charset="-122"/>
            </a:endParaRPr>
          </a:p>
          <a:p>
            <a:pPr algn="ctr" eaLnBrk="1" hangingPunct="1">
              <a:lnSpc>
                <a:spcPct val="120000"/>
              </a:lnSpc>
            </a:pPr>
            <a:r>
              <a:rPr lang="en-US" altLang="zh-CN" sz="1000" dirty="0">
                <a:solidFill>
                  <a:srgbClr val="000000"/>
                </a:solidFill>
                <a:latin typeface="微软雅黑" panose="020B0503020204020204" pitchFamily="34" charset="-122"/>
                <a:ea typeface="微软雅黑" panose="020B0503020204020204" pitchFamily="34" charset="-122"/>
              </a:rPr>
              <a:t>Visions of the near future</a:t>
            </a:r>
            <a:endParaRPr lang="en-US" altLang="zh-CN" sz="1000" dirty="0">
              <a:solidFill>
                <a:srgbClr val="000000"/>
              </a:solidFill>
              <a:latin typeface="微软雅黑" panose="020B0503020204020204" pitchFamily="34" charset="-122"/>
              <a:ea typeface="微软雅黑" panose="020B0503020204020204" pitchFamily="34" charset="-122"/>
            </a:endParaRPr>
          </a:p>
        </p:txBody>
      </p:sp>
      <p:sp>
        <p:nvSpPr>
          <p:cNvPr id="46088" name="矩形 80"/>
          <p:cNvSpPr/>
          <p:nvPr/>
        </p:nvSpPr>
        <p:spPr>
          <a:xfrm>
            <a:off x="747713" y="2566988"/>
            <a:ext cx="2635250" cy="539750"/>
          </a:xfrm>
          <a:prstGeom prst="rect">
            <a:avLst/>
          </a:prstGeom>
          <a:noFill/>
          <a:ln w="9525">
            <a:noFill/>
          </a:ln>
        </p:spPr>
        <p:txBody>
          <a:bodyPr anchor="ctr">
            <a:spAutoFit/>
          </a:bodyPr>
          <a:lstStyle/>
          <a:p>
            <a:pPr algn="ctr" eaLnBrk="1" hangingPunct="1">
              <a:spcBef>
                <a:spcPts val="600"/>
              </a:spcBef>
              <a:buSzPct val="100000"/>
            </a:pPr>
            <a:r>
              <a:rPr lang="zh-CN" altLang="en-US" b="1" dirty="0">
                <a:solidFill>
                  <a:srgbClr val="FFFFFF"/>
                </a:solidFill>
                <a:latin typeface="Audi Type" pitchFamily="34" charset="0"/>
                <a:ea typeface="微软雅黑" panose="020B0503020204020204" pitchFamily="34" charset="-122"/>
              </a:rPr>
              <a:t>奥迪 </a:t>
            </a:r>
            <a:r>
              <a:rPr lang="en-US" altLang="zh-CN" b="1" dirty="0">
                <a:solidFill>
                  <a:srgbClr val="FFFFFF"/>
                </a:solidFill>
                <a:latin typeface="Audi Type" pitchFamily="34" charset="0"/>
                <a:ea typeface="微软雅黑" panose="020B0503020204020204" pitchFamily="34" charset="-122"/>
              </a:rPr>
              <a:t>x</a:t>
            </a:r>
            <a:r>
              <a:rPr lang="zh-CN" altLang="en-US" b="1" dirty="0">
                <a:solidFill>
                  <a:srgbClr val="FFFFFF"/>
                </a:solidFill>
                <a:latin typeface="Audi Type" pitchFamily="34" charset="0"/>
                <a:ea typeface="微软雅黑" panose="020B0503020204020204" pitchFamily="34" charset="-122"/>
              </a:rPr>
              <a:t> 国漫</a:t>
            </a:r>
            <a:endParaRPr lang="en-US" altLang="zh-CN"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en-US" altLang="zh-CN" sz="1100" b="1" dirty="0">
                <a:solidFill>
                  <a:srgbClr val="FFFFFF"/>
                </a:solidFill>
                <a:latin typeface="Audi Type" pitchFamily="34" charset="0"/>
                <a:ea typeface="微软雅黑" panose="020B0503020204020204" pitchFamily="34" charset="-122"/>
              </a:rPr>
              <a:t>Audi X Chinese Animation</a:t>
            </a:r>
            <a:endParaRPr lang="en-US" altLang="zh-CN" sz="1100" b="1" dirty="0">
              <a:solidFill>
                <a:srgbClr val="FFFFFF"/>
              </a:solidFill>
              <a:latin typeface="Audi Type" pitchFamily="34" charset="0"/>
              <a:ea typeface="微软雅黑" panose="020B0503020204020204" pitchFamily="34" charset="-122"/>
            </a:endParaRPr>
          </a:p>
        </p:txBody>
      </p:sp>
      <p:sp>
        <p:nvSpPr>
          <p:cNvPr id="46089" name="矩形 81"/>
          <p:cNvSpPr/>
          <p:nvPr/>
        </p:nvSpPr>
        <p:spPr>
          <a:xfrm>
            <a:off x="3497263" y="2566988"/>
            <a:ext cx="2635250" cy="539750"/>
          </a:xfrm>
          <a:prstGeom prst="rect">
            <a:avLst/>
          </a:prstGeom>
          <a:noFill/>
          <a:ln w="9525">
            <a:noFill/>
          </a:ln>
        </p:spPr>
        <p:txBody>
          <a:bodyPr anchor="ctr">
            <a:spAutoFit/>
          </a:bodyPr>
          <a:lstStyle/>
          <a:p>
            <a:pPr algn="ctr" eaLnBrk="1" hangingPunct="1">
              <a:spcBef>
                <a:spcPts val="600"/>
              </a:spcBef>
              <a:buSzPct val="100000"/>
            </a:pPr>
            <a:r>
              <a:rPr lang="zh-CN" altLang="en-US" b="1" dirty="0">
                <a:solidFill>
                  <a:srgbClr val="FFFFFF"/>
                </a:solidFill>
                <a:latin typeface="Audi Type" pitchFamily="34" charset="0"/>
                <a:ea typeface="微软雅黑" panose="020B0503020204020204" pitchFamily="34" charset="-122"/>
              </a:rPr>
              <a:t>奥迪 </a:t>
            </a:r>
            <a:r>
              <a:rPr lang="en-US" altLang="zh-CN" b="1" dirty="0">
                <a:solidFill>
                  <a:srgbClr val="FFFFFF"/>
                </a:solidFill>
                <a:latin typeface="Audi Type" pitchFamily="34" charset="0"/>
                <a:ea typeface="微软雅黑" panose="020B0503020204020204" pitchFamily="34" charset="-122"/>
              </a:rPr>
              <a:t>x</a:t>
            </a:r>
            <a:r>
              <a:rPr lang="zh-CN" altLang="en-US" b="1" dirty="0">
                <a:solidFill>
                  <a:srgbClr val="FFFFFF"/>
                </a:solidFill>
                <a:latin typeface="Audi Type" pitchFamily="34" charset="0"/>
                <a:ea typeface="微软雅黑" panose="020B0503020204020204" pitchFamily="34" charset="-122"/>
              </a:rPr>
              <a:t> 极限运动</a:t>
            </a:r>
            <a:endParaRPr lang="en-US" altLang="zh-CN"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en-US" altLang="zh-CN" sz="1100" b="1" dirty="0">
                <a:solidFill>
                  <a:srgbClr val="FFFFFF"/>
                </a:solidFill>
                <a:latin typeface="Audi Type" pitchFamily="34" charset="0"/>
                <a:ea typeface="微软雅黑" panose="020B0503020204020204" pitchFamily="34" charset="-122"/>
              </a:rPr>
              <a:t>Audi X Extreme Sport</a:t>
            </a:r>
            <a:endParaRPr lang="en-US" altLang="zh-CN" sz="1100" b="1" dirty="0">
              <a:solidFill>
                <a:srgbClr val="FFFFFF"/>
              </a:solidFill>
              <a:latin typeface="Audi Type" pitchFamily="34" charset="0"/>
              <a:ea typeface="微软雅黑" panose="020B0503020204020204" pitchFamily="34" charset="-122"/>
            </a:endParaRPr>
          </a:p>
        </p:txBody>
      </p:sp>
      <p:sp>
        <p:nvSpPr>
          <p:cNvPr id="46090" name="矩形 82"/>
          <p:cNvSpPr/>
          <p:nvPr/>
        </p:nvSpPr>
        <p:spPr>
          <a:xfrm>
            <a:off x="6246813" y="2566988"/>
            <a:ext cx="2633662" cy="539750"/>
          </a:xfrm>
          <a:prstGeom prst="rect">
            <a:avLst/>
          </a:prstGeom>
          <a:noFill/>
          <a:ln w="9525">
            <a:noFill/>
          </a:ln>
        </p:spPr>
        <p:txBody>
          <a:bodyPr anchor="ctr">
            <a:spAutoFit/>
          </a:bodyPr>
          <a:lstStyle/>
          <a:p>
            <a:pPr algn="ctr" eaLnBrk="1" hangingPunct="1">
              <a:spcBef>
                <a:spcPts val="600"/>
              </a:spcBef>
              <a:buSzPct val="100000"/>
            </a:pPr>
            <a:r>
              <a:rPr lang="zh-CN" altLang="en-US" b="1" dirty="0">
                <a:solidFill>
                  <a:srgbClr val="FFFFFF"/>
                </a:solidFill>
                <a:latin typeface="Audi Type" pitchFamily="34" charset="0"/>
                <a:ea typeface="微软雅黑" panose="020B0503020204020204" pitchFamily="34" charset="-122"/>
              </a:rPr>
              <a:t>奥迪 </a:t>
            </a:r>
            <a:r>
              <a:rPr lang="en-US" altLang="zh-CN" b="1" dirty="0">
                <a:solidFill>
                  <a:srgbClr val="FFFFFF"/>
                </a:solidFill>
                <a:latin typeface="Audi Type" pitchFamily="34" charset="0"/>
                <a:ea typeface="微软雅黑" panose="020B0503020204020204" pitchFamily="34" charset="-122"/>
              </a:rPr>
              <a:t>x</a:t>
            </a:r>
            <a:r>
              <a:rPr lang="zh-CN" altLang="en-US" b="1" dirty="0">
                <a:solidFill>
                  <a:srgbClr val="FFFFFF"/>
                </a:solidFill>
                <a:latin typeface="Audi Type" pitchFamily="34" charset="0"/>
                <a:ea typeface="微软雅黑" panose="020B0503020204020204" pitchFamily="34" charset="-122"/>
              </a:rPr>
              <a:t> 移动出行</a:t>
            </a:r>
            <a:endParaRPr lang="en-US" altLang="zh-CN"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en-US" altLang="zh-CN" sz="1100" b="1" dirty="0">
                <a:solidFill>
                  <a:srgbClr val="FFFFFF"/>
                </a:solidFill>
                <a:latin typeface="Audi Type" pitchFamily="34" charset="0"/>
                <a:ea typeface="微软雅黑" panose="020B0503020204020204" pitchFamily="34" charset="-122"/>
              </a:rPr>
              <a:t>Audi X Mobile Travel</a:t>
            </a:r>
            <a:endParaRPr lang="en-US" altLang="zh-CN" sz="1100" b="1" dirty="0">
              <a:solidFill>
                <a:srgbClr val="FFFFFF"/>
              </a:solidFill>
              <a:latin typeface="Audi Type" pitchFamily="34" charset="0"/>
              <a:ea typeface="微软雅黑" panose="020B0503020204020204" pitchFamily="34" charset="-122"/>
            </a:endParaRPr>
          </a:p>
        </p:txBody>
      </p:sp>
      <p:sp>
        <p:nvSpPr>
          <p:cNvPr id="46091" name="矩形 83"/>
          <p:cNvSpPr/>
          <p:nvPr/>
        </p:nvSpPr>
        <p:spPr>
          <a:xfrm>
            <a:off x="82550" y="2543175"/>
            <a:ext cx="650875" cy="515938"/>
          </a:xfrm>
          <a:prstGeom prst="rect">
            <a:avLst/>
          </a:prstGeom>
          <a:noFill/>
          <a:ln w="9525">
            <a:noFill/>
          </a:ln>
        </p:spPr>
        <p:txBody>
          <a:bodyPr anchor="ctr">
            <a:spAutoFit/>
          </a:bodyPr>
          <a:lstStyle/>
          <a:p>
            <a:pPr algn="ctr" eaLnBrk="1" hangingPunct="1">
              <a:spcBef>
                <a:spcPts val="600"/>
              </a:spcBef>
              <a:buSzPct val="100000"/>
            </a:pPr>
            <a:r>
              <a:rPr lang="zh-CN" altLang="en-US" b="1" dirty="0">
                <a:solidFill>
                  <a:srgbClr val="FFFFFF"/>
                </a:solidFill>
                <a:latin typeface="Audi Type" pitchFamily="34" charset="0"/>
                <a:ea typeface="微软雅黑" panose="020B0503020204020204" pitchFamily="34" charset="-122"/>
              </a:rPr>
              <a:t>圈层</a:t>
            </a:r>
            <a:endParaRPr lang="en-US" altLang="zh-CN"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en-US" altLang="zh-CN" sz="1000" b="1" dirty="0">
                <a:solidFill>
                  <a:srgbClr val="FFFFFF"/>
                </a:solidFill>
                <a:latin typeface="Audi Type" pitchFamily="34" charset="0"/>
                <a:ea typeface="微软雅黑" panose="020B0503020204020204" pitchFamily="34" charset="-122"/>
              </a:rPr>
              <a:t>Circle</a:t>
            </a:r>
            <a:endParaRPr lang="en-US" altLang="zh-CN" sz="1000" b="1" dirty="0">
              <a:solidFill>
                <a:srgbClr val="FFFFFF"/>
              </a:solidFill>
              <a:latin typeface="Audi Type" pitchFamily="34" charset="0"/>
              <a:ea typeface="微软雅黑" panose="020B0503020204020204" pitchFamily="34" charset="-122"/>
            </a:endParaRPr>
          </a:p>
        </p:txBody>
      </p:sp>
      <p:sp>
        <p:nvSpPr>
          <p:cNvPr id="46092" name="矩形 84"/>
          <p:cNvSpPr/>
          <p:nvPr/>
        </p:nvSpPr>
        <p:spPr>
          <a:xfrm>
            <a:off x="77788" y="3289300"/>
            <a:ext cx="635000" cy="508000"/>
          </a:xfrm>
          <a:prstGeom prst="rect">
            <a:avLst/>
          </a:prstGeom>
          <a:noFill/>
          <a:ln w="9525">
            <a:noFill/>
          </a:ln>
        </p:spPr>
        <p:txBody>
          <a:bodyPr anchor="ctr">
            <a:spAutoFit/>
          </a:bodyPr>
          <a:lstStyle/>
          <a:p>
            <a:pPr algn="ctr" eaLnBrk="1" hangingPunct="1">
              <a:spcBef>
                <a:spcPts val="600"/>
              </a:spcBef>
              <a:buSzPct val="100000"/>
            </a:pPr>
            <a:r>
              <a:rPr lang="en-US" altLang="zh-CN" b="1" dirty="0">
                <a:solidFill>
                  <a:srgbClr val="FFFFFF"/>
                </a:solidFill>
                <a:latin typeface="Audi Type" pitchFamily="34" charset="0"/>
                <a:ea typeface="微软雅黑" panose="020B0503020204020204" pitchFamily="34" charset="-122"/>
              </a:rPr>
              <a:t>IP</a:t>
            </a:r>
            <a:r>
              <a:rPr lang="zh-CN" altLang="en-US" b="1" dirty="0">
                <a:solidFill>
                  <a:srgbClr val="FFFFFF"/>
                </a:solidFill>
                <a:latin typeface="Audi Type" pitchFamily="34" charset="0"/>
                <a:ea typeface="微软雅黑" panose="020B0503020204020204" pitchFamily="34" charset="-122"/>
              </a:rPr>
              <a:t>话题</a:t>
            </a:r>
            <a:endParaRPr lang="en-US" altLang="zh-CN"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en-US" altLang="zh-CN" sz="1000" b="1" dirty="0">
                <a:solidFill>
                  <a:srgbClr val="FFFFFF"/>
                </a:solidFill>
                <a:latin typeface="Audi Type" pitchFamily="34" charset="0"/>
                <a:ea typeface="微软雅黑" panose="020B0503020204020204" pitchFamily="34" charset="-122"/>
              </a:rPr>
              <a:t>IP Topic</a:t>
            </a:r>
            <a:endParaRPr lang="en-US" altLang="zh-CN" sz="1000" b="1" dirty="0">
              <a:solidFill>
                <a:srgbClr val="FFFFFF"/>
              </a:solidFill>
              <a:latin typeface="Audi Type" pitchFamily="34" charset="0"/>
              <a:ea typeface="微软雅黑" panose="020B0503020204020204" pitchFamily="34" charset="-122"/>
            </a:endParaRPr>
          </a:p>
        </p:txBody>
      </p:sp>
      <p:sp>
        <p:nvSpPr>
          <p:cNvPr id="46093" name="矩形 85"/>
          <p:cNvSpPr/>
          <p:nvPr/>
        </p:nvSpPr>
        <p:spPr>
          <a:xfrm>
            <a:off x="1331913" y="3227388"/>
            <a:ext cx="1474787" cy="523875"/>
          </a:xfrm>
          <a:prstGeom prst="rect">
            <a:avLst/>
          </a:prstGeom>
          <a:noFill/>
          <a:ln w="9525">
            <a:noFill/>
          </a:ln>
        </p:spPr>
        <p:txBody>
          <a:bodyPr wrap="none">
            <a:spAutoFit/>
          </a:bodyPr>
          <a:lstStyle/>
          <a:p>
            <a:pPr algn="ctr" eaLnBrk="1" hangingPunct="1">
              <a:spcBef>
                <a:spcPts val="600"/>
              </a:spcBef>
              <a:buSzPct val="100000"/>
            </a:pPr>
            <a:r>
              <a:rPr lang="en-US" altLang="zh-CN" b="1" dirty="0">
                <a:solidFill>
                  <a:srgbClr val="FFFFFF"/>
                </a:solidFill>
                <a:latin typeface="Audi Type" pitchFamily="34" charset="0"/>
                <a:ea typeface="微软雅黑" panose="020B0503020204020204" pitchFamily="34" charset="-122"/>
              </a:rPr>
              <a:t>《</a:t>
            </a:r>
            <a:r>
              <a:rPr lang="zh-CN" altLang="en-US" b="1" dirty="0">
                <a:solidFill>
                  <a:srgbClr val="FFFFFF"/>
                </a:solidFill>
                <a:latin typeface="Audi Type" pitchFamily="34" charset="0"/>
                <a:ea typeface="微软雅黑" panose="020B0503020204020204" pitchFamily="34" charset="-122"/>
              </a:rPr>
              <a:t>灵笼</a:t>
            </a:r>
            <a:r>
              <a:rPr lang="en-US" altLang="zh-CN" b="1" dirty="0">
                <a:solidFill>
                  <a:srgbClr val="FFFFFF"/>
                </a:solidFill>
                <a:latin typeface="Audi Type" pitchFamily="34" charset="0"/>
                <a:ea typeface="微软雅黑" panose="020B0503020204020204" pitchFamily="34" charset="-122"/>
              </a:rPr>
              <a:t>》</a:t>
            </a:r>
            <a:r>
              <a:rPr lang="zh-CN" altLang="en-US" b="1" dirty="0">
                <a:solidFill>
                  <a:srgbClr val="FFFFFF"/>
                </a:solidFill>
                <a:latin typeface="Audi Type" pitchFamily="34" charset="0"/>
                <a:ea typeface="微软雅黑" panose="020B0503020204020204" pitchFamily="34" charset="-122"/>
              </a:rPr>
              <a:t>创作幕后</a:t>
            </a:r>
            <a:endParaRPr lang="en-US" altLang="zh-CN"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en-US" altLang="zh-CN" sz="1100" b="1" dirty="0">
                <a:solidFill>
                  <a:srgbClr val="FFFFFF"/>
                </a:solidFill>
                <a:latin typeface="Audi Type" pitchFamily="34" charset="0"/>
                <a:ea typeface="微软雅黑" panose="020B0503020204020204" pitchFamily="34" charset="-122"/>
              </a:rPr>
              <a:t>《INCARNATION》</a:t>
            </a:r>
            <a:endParaRPr lang="en-US" altLang="zh-CN" sz="1100" b="1" dirty="0">
              <a:solidFill>
                <a:srgbClr val="FFFFFF"/>
              </a:solidFill>
              <a:latin typeface="Audi Type" pitchFamily="34" charset="0"/>
              <a:ea typeface="微软雅黑" panose="020B0503020204020204" pitchFamily="34" charset="-122"/>
            </a:endParaRPr>
          </a:p>
        </p:txBody>
      </p:sp>
      <p:sp>
        <p:nvSpPr>
          <p:cNvPr id="46094" name="矩形 86"/>
          <p:cNvSpPr/>
          <p:nvPr/>
        </p:nvSpPr>
        <p:spPr>
          <a:xfrm>
            <a:off x="3402013" y="3230563"/>
            <a:ext cx="2820987" cy="523875"/>
          </a:xfrm>
          <a:prstGeom prst="rect">
            <a:avLst/>
          </a:prstGeom>
          <a:noFill/>
          <a:ln w="9525">
            <a:noFill/>
          </a:ln>
        </p:spPr>
        <p:txBody>
          <a:bodyPr wrap="none">
            <a:spAutoFit/>
          </a:bodyPr>
          <a:lstStyle/>
          <a:p>
            <a:pPr algn="ctr" eaLnBrk="1" hangingPunct="1">
              <a:spcBef>
                <a:spcPts val="600"/>
              </a:spcBef>
              <a:buSzPct val="100000"/>
            </a:pPr>
            <a:r>
              <a:rPr lang="zh-CN" altLang="en-US" b="1" dirty="0">
                <a:solidFill>
                  <a:srgbClr val="FFFFFF"/>
                </a:solidFill>
                <a:latin typeface="Audi Type" pitchFamily="34" charset="0"/>
                <a:ea typeface="微软雅黑" panose="020B0503020204020204" pitchFamily="34" charset="-122"/>
              </a:rPr>
              <a:t>奥迪</a:t>
            </a:r>
            <a:r>
              <a:rPr lang="en-US" altLang="zh-CN" b="1" dirty="0">
                <a:solidFill>
                  <a:srgbClr val="FFFFFF"/>
                </a:solidFill>
                <a:latin typeface="Audi Type" pitchFamily="34" charset="0"/>
                <a:ea typeface="微软雅黑" panose="020B0503020204020204" pitchFamily="34" charset="-122"/>
              </a:rPr>
              <a:t>x</a:t>
            </a:r>
            <a:r>
              <a:rPr lang="zh-CN" altLang="en-US" b="1" dirty="0">
                <a:solidFill>
                  <a:srgbClr val="FFFFFF"/>
                </a:solidFill>
                <a:latin typeface="Audi Type" pitchFamily="34" charset="0"/>
                <a:ea typeface="微软雅黑" panose="020B0503020204020204" pitchFamily="34" charset="-122"/>
              </a:rPr>
              <a:t>王一博联名滑板</a:t>
            </a:r>
            <a:endParaRPr lang="en-US" altLang="zh-CN"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en-US" altLang="zh-CN" sz="1100" b="1" dirty="0">
                <a:solidFill>
                  <a:srgbClr val="FFFFFF"/>
                </a:solidFill>
                <a:latin typeface="Audi Type" pitchFamily="34" charset="0"/>
                <a:ea typeface="微软雅黑" panose="020B0503020204020204" pitchFamily="34" charset="-122"/>
              </a:rPr>
              <a:t>Audi X Wang Yibo co-branded skateboard</a:t>
            </a:r>
            <a:endParaRPr lang="en-US" altLang="zh-CN" sz="1100" b="1" dirty="0">
              <a:solidFill>
                <a:srgbClr val="FFFFFF"/>
              </a:solidFill>
              <a:latin typeface="Audi Type" pitchFamily="34" charset="0"/>
              <a:ea typeface="微软雅黑" panose="020B0503020204020204" pitchFamily="34" charset="-122"/>
            </a:endParaRPr>
          </a:p>
        </p:txBody>
      </p:sp>
      <p:sp>
        <p:nvSpPr>
          <p:cNvPr id="46095" name="矩形 87"/>
          <p:cNvSpPr/>
          <p:nvPr/>
        </p:nvSpPr>
        <p:spPr>
          <a:xfrm>
            <a:off x="6292850" y="3230563"/>
            <a:ext cx="2781300" cy="523875"/>
          </a:xfrm>
          <a:prstGeom prst="rect">
            <a:avLst/>
          </a:prstGeom>
          <a:noFill/>
          <a:ln w="9525">
            <a:noFill/>
          </a:ln>
        </p:spPr>
        <p:txBody>
          <a:bodyPr wrap="none">
            <a:spAutoFit/>
          </a:bodyPr>
          <a:lstStyle/>
          <a:p>
            <a:pPr algn="ctr" defTabSz="685800">
              <a:spcBef>
                <a:spcPts val="450"/>
              </a:spcBef>
              <a:buSzPct val="100000"/>
            </a:pPr>
            <a:r>
              <a:rPr lang="zh-CN" altLang="en-US" b="1" dirty="0">
                <a:solidFill>
                  <a:srgbClr val="FFFFFF"/>
                </a:solidFill>
                <a:latin typeface="Audi Type" pitchFamily="34" charset="0"/>
                <a:ea typeface="微软雅黑" panose="020B0503020204020204" pitchFamily="34" charset="-122"/>
              </a:rPr>
              <a:t>奥迪 </a:t>
            </a:r>
            <a:r>
              <a:rPr lang="en-US" altLang="zh-CN" b="1" dirty="0">
                <a:solidFill>
                  <a:srgbClr val="FFFFFF"/>
                </a:solidFill>
                <a:latin typeface="Audi Type" pitchFamily="34" charset="0"/>
                <a:ea typeface="微软雅黑" panose="020B0503020204020204" pitchFamily="34" charset="-122"/>
              </a:rPr>
              <a:t>x</a:t>
            </a:r>
            <a:r>
              <a:rPr lang="zh-CN" altLang="en-US" b="1" dirty="0">
                <a:solidFill>
                  <a:srgbClr val="FFFFFF"/>
                </a:solidFill>
                <a:latin typeface="Audi Type" pitchFamily="34" charset="0"/>
                <a:ea typeface="微软雅黑" panose="020B0503020204020204" pitchFamily="34" charset="-122"/>
              </a:rPr>
              <a:t> 王一博联名全新奥迪</a:t>
            </a:r>
            <a:r>
              <a:rPr lang="en-US" altLang="zh-CN" b="1" dirty="0">
                <a:solidFill>
                  <a:srgbClr val="FFFFFF"/>
                </a:solidFill>
                <a:latin typeface="Audi Type" pitchFamily="34" charset="0"/>
                <a:ea typeface="微软雅黑" panose="020B0503020204020204" pitchFamily="34" charset="-122"/>
              </a:rPr>
              <a:t>A3</a:t>
            </a:r>
            <a:endParaRPr lang="en-US" altLang="zh-CN" u="sng" dirty="0">
              <a:solidFill>
                <a:srgbClr val="FFFFFF"/>
              </a:solidFill>
              <a:latin typeface="Audi Type" pitchFamily="34" charset="0"/>
              <a:ea typeface="微软雅黑" panose="020B0503020204020204" pitchFamily="34" charset="-122"/>
            </a:endParaRPr>
          </a:p>
          <a:p>
            <a:pPr algn="ctr" defTabSz="685800" eaLnBrk="1" hangingPunct="1">
              <a:spcBef>
                <a:spcPts val="600"/>
              </a:spcBef>
              <a:buSzPct val="100000"/>
            </a:pPr>
            <a:r>
              <a:rPr lang="en-US" altLang="zh-CN" sz="1100" b="1" dirty="0">
                <a:solidFill>
                  <a:srgbClr val="FFFFFF"/>
                </a:solidFill>
                <a:latin typeface="Audi Type" pitchFamily="34" charset="0"/>
                <a:ea typeface="微软雅黑" panose="020B0503020204020204" pitchFamily="34" charset="-122"/>
              </a:rPr>
              <a:t>Audi X Wang Yibo co-branded Audi A3</a:t>
            </a:r>
            <a:endParaRPr lang="en-US" altLang="zh-CN" sz="1100" dirty="0">
              <a:solidFill>
                <a:srgbClr val="FFFFFF"/>
              </a:solidFill>
              <a:latin typeface="Audi Type" pitchFamily="34" charset="0"/>
              <a:ea typeface="微软雅黑" panose="020B0503020204020204" pitchFamily="34" charset="-122"/>
            </a:endParaRPr>
          </a:p>
        </p:txBody>
      </p:sp>
      <p:sp>
        <p:nvSpPr>
          <p:cNvPr id="46096" name="矩形 88"/>
          <p:cNvSpPr/>
          <p:nvPr/>
        </p:nvSpPr>
        <p:spPr>
          <a:xfrm>
            <a:off x="-11112" y="4156075"/>
            <a:ext cx="838200" cy="923925"/>
          </a:xfrm>
          <a:prstGeom prst="rect">
            <a:avLst/>
          </a:prstGeom>
          <a:noFill/>
          <a:ln w="9525">
            <a:noFill/>
          </a:ln>
        </p:spPr>
        <p:txBody>
          <a:bodyPr anchor="ctr">
            <a:spAutoFit/>
          </a:bodyPr>
          <a:lstStyle/>
          <a:p>
            <a:pPr algn="ctr" eaLnBrk="1" hangingPunct="1">
              <a:spcBef>
                <a:spcPts val="600"/>
              </a:spcBef>
              <a:buSzPct val="100000"/>
            </a:pPr>
            <a:r>
              <a:rPr lang="zh-CN" altLang="en-US" b="1" dirty="0">
                <a:solidFill>
                  <a:srgbClr val="FFFFFF"/>
                </a:solidFill>
                <a:latin typeface="Audi Type" pitchFamily="34" charset="0"/>
                <a:ea typeface="微软雅黑" panose="020B0503020204020204" pitchFamily="34" charset="-122"/>
              </a:rPr>
              <a:t>互动</a:t>
            </a:r>
            <a:endParaRPr lang="en-US" altLang="zh-CN"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zh-CN" altLang="en-US" b="1" dirty="0">
                <a:solidFill>
                  <a:srgbClr val="FFFFFF"/>
                </a:solidFill>
                <a:latin typeface="Audi Type" pitchFamily="34" charset="0"/>
                <a:ea typeface="微软雅黑" panose="020B0503020204020204" pitchFamily="34" charset="-122"/>
              </a:rPr>
              <a:t>内容</a:t>
            </a:r>
            <a:endParaRPr lang="en-US" altLang="zh-CN"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en-US" altLang="zh-CN" sz="1000" b="1" dirty="0">
                <a:solidFill>
                  <a:srgbClr val="FFFFFF"/>
                </a:solidFill>
                <a:latin typeface="Audi Type" pitchFamily="34" charset="0"/>
                <a:ea typeface="微软雅黑" panose="020B0503020204020204" pitchFamily="34" charset="-122"/>
              </a:rPr>
              <a:t>Interactive Content</a:t>
            </a:r>
            <a:endParaRPr lang="en-US" altLang="zh-CN" sz="1000" b="1" dirty="0">
              <a:solidFill>
                <a:srgbClr val="FFC000"/>
              </a:solidFill>
              <a:latin typeface="Audi Type" pitchFamily="34" charset="0"/>
              <a:ea typeface="微软雅黑" panose="020B0503020204020204" pitchFamily="34" charset="-122"/>
            </a:endParaRPr>
          </a:p>
        </p:txBody>
      </p:sp>
      <p:cxnSp>
        <p:nvCxnSpPr>
          <p:cNvPr id="46097" name="直线连接符 11"/>
          <p:cNvCxnSpPr/>
          <p:nvPr/>
        </p:nvCxnSpPr>
        <p:spPr>
          <a:xfrm>
            <a:off x="747713" y="3106738"/>
            <a:ext cx="8129587" cy="0"/>
          </a:xfrm>
          <a:prstGeom prst="line">
            <a:avLst/>
          </a:prstGeom>
          <a:ln w="9525" cap="flat" cmpd="sng">
            <a:solidFill>
              <a:srgbClr val="FFFFFF"/>
            </a:solidFill>
            <a:prstDash val="solid"/>
            <a:headEnd type="none" w="med" len="med"/>
            <a:tailEnd type="none" w="med" len="med"/>
          </a:ln>
        </p:spPr>
      </p:cxnSp>
      <p:cxnSp>
        <p:nvCxnSpPr>
          <p:cNvPr id="46098" name="直线连接符 36"/>
          <p:cNvCxnSpPr/>
          <p:nvPr/>
        </p:nvCxnSpPr>
        <p:spPr>
          <a:xfrm>
            <a:off x="739775" y="3883025"/>
            <a:ext cx="8128000" cy="0"/>
          </a:xfrm>
          <a:prstGeom prst="line">
            <a:avLst/>
          </a:prstGeom>
          <a:ln w="9525" cap="flat" cmpd="sng">
            <a:solidFill>
              <a:srgbClr val="FFFFFF"/>
            </a:solidFill>
            <a:prstDash val="solid"/>
            <a:headEnd type="none" w="med" len="med"/>
            <a:tailEnd type="none" w="med" len="med"/>
          </a:ln>
        </p:spPr>
      </p:cxnSp>
      <p:sp>
        <p:nvSpPr>
          <p:cNvPr id="46099" name="矩形 91"/>
          <p:cNvSpPr/>
          <p:nvPr/>
        </p:nvSpPr>
        <p:spPr>
          <a:xfrm>
            <a:off x="798513" y="4038600"/>
            <a:ext cx="2541587" cy="1184275"/>
          </a:xfrm>
          <a:prstGeom prst="rect">
            <a:avLst/>
          </a:prstGeom>
          <a:noFill/>
          <a:ln w="9525">
            <a:noFill/>
          </a:ln>
        </p:spPr>
        <p:txBody>
          <a:bodyPr wrap="none">
            <a:spAutoFit/>
          </a:bodyPr>
          <a:lstStyle/>
          <a:p>
            <a:pPr algn="ctr" eaLnBrk="1" hangingPunct="1">
              <a:spcBef>
                <a:spcPts val="600"/>
              </a:spcBef>
              <a:buSzPct val="100000"/>
            </a:pPr>
            <a:r>
              <a:rPr lang="zh-CN" altLang="en-US" sz="1100" b="1" dirty="0">
                <a:solidFill>
                  <a:srgbClr val="FFFFFF"/>
                </a:solidFill>
                <a:latin typeface="Audi Type" pitchFamily="34" charset="0"/>
                <a:ea typeface="微软雅黑" panose="020B0503020204020204" pitchFamily="34" charset="-122"/>
              </a:rPr>
              <a:t>国漫崛起</a:t>
            </a:r>
            <a:r>
              <a:rPr lang="en-US" altLang="zh-CN" sz="1100" b="1" dirty="0">
                <a:solidFill>
                  <a:srgbClr val="FFFFFF"/>
                </a:solidFill>
                <a:latin typeface="Audi Type" pitchFamily="34" charset="0"/>
                <a:ea typeface="微软雅黑" panose="020B0503020204020204" pitchFamily="34" charset="-122"/>
              </a:rPr>
              <a:t>《</a:t>
            </a:r>
            <a:r>
              <a:rPr lang="zh-CN" altLang="en-US" sz="1100" b="1" dirty="0">
                <a:solidFill>
                  <a:srgbClr val="FFFFFF"/>
                </a:solidFill>
                <a:latin typeface="Audi Type" pitchFamily="34" charset="0"/>
                <a:ea typeface="微软雅黑" panose="020B0503020204020204" pitchFamily="34" charset="-122"/>
              </a:rPr>
              <a:t>灵笼</a:t>
            </a:r>
            <a:r>
              <a:rPr lang="en-US" altLang="zh-CN" sz="1100" b="1" dirty="0">
                <a:solidFill>
                  <a:srgbClr val="FFFFFF"/>
                </a:solidFill>
                <a:latin typeface="Audi Type" pitchFamily="34" charset="0"/>
                <a:ea typeface="微软雅黑" panose="020B0503020204020204" pitchFamily="34" charset="-122"/>
              </a:rPr>
              <a:t>》</a:t>
            </a:r>
            <a:r>
              <a:rPr lang="zh-CN" altLang="en-US" sz="1100" b="1" dirty="0">
                <a:solidFill>
                  <a:srgbClr val="FFFFFF"/>
                </a:solidFill>
                <a:latin typeface="Audi Type" pitchFamily="34" charset="0"/>
                <a:ea typeface="微软雅黑" panose="020B0503020204020204" pitchFamily="34" charset="-122"/>
              </a:rPr>
              <a:t>创作灵感</a:t>
            </a:r>
            <a:endParaRPr lang="en-US" altLang="zh-CN" sz="1100"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zh-CN" altLang="en-US" sz="1100" b="1" dirty="0">
                <a:solidFill>
                  <a:srgbClr val="FFFFFF"/>
                </a:solidFill>
                <a:latin typeface="Audi Type" pitchFamily="34" charset="0"/>
                <a:ea typeface="微软雅黑" panose="020B0503020204020204" pitchFamily="34" charset="-122"/>
              </a:rPr>
              <a:t>与奥迪合作，白月魁</a:t>
            </a:r>
            <a:r>
              <a:rPr lang="en-US" altLang="zh-CN" sz="1100" b="1" dirty="0">
                <a:solidFill>
                  <a:srgbClr val="FFFFFF"/>
                </a:solidFill>
                <a:latin typeface="Audi Type" pitchFamily="34" charset="0"/>
                <a:ea typeface="微软雅黑" panose="020B0503020204020204" pitchFamily="34" charset="-122"/>
              </a:rPr>
              <a:t>+</a:t>
            </a:r>
            <a:r>
              <a:rPr lang="zh-CN" altLang="en-US" sz="1100" b="1" dirty="0">
                <a:solidFill>
                  <a:srgbClr val="FFFFFF"/>
                </a:solidFill>
                <a:latin typeface="Audi Type" pitchFamily="34" charset="0"/>
                <a:ea typeface="微软雅黑" panose="020B0503020204020204" pitchFamily="34" charset="-122"/>
              </a:rPr>
              <a:t>奥迪概念车</a:t>
            </a:r>
            <a:endParaRPr lang="en-US" altLang="zh-CN" sz="1100"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zh-CN" altLang="en-US" sz="1100" b="1" dirty="0">
                <a:solidFill>
                  <a:srgbClr val="FFFFFF"/>
                </a:solidFill>
                <a:latin typeface="Audi Type" pitchFamily="34" charset="0"/>
                <a:ea typeface="微软雅黑" panose="020B0503020204020204" pitchFamily="34" charset="-122"/>
              </a:rPr>
              <a:t>独家白月魁手稿揭秘</a:t>
            </a:r>
            <a:endParaRPr lang="en-US" altLang="zh-CN" sz="1100"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en-US" altLang="zh-CN" sz="900" b="1" dirty="0">
                <a:solidFill>
                  <a:srgbClr val="FFFFFF"/>
                </a:solidFill>
                <a:latin typeface="Audi Type" pitchFamily="34" charset="0"/>
                <a:ea typeface="微软雅黑" panose="020B0503020204020204" pitchFamily="34" charset="-122"/>
              </a:rPr>
              <a:t>The Creative inspiration of 《INCARNATION》</a:t>
            </a:r>
            <a:endParaRPr lang="en-US" altLang="zh-CN" sz="900"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en-US" altLang="zh-CN" sz="900" b="1" dirty="0">
                <a:solidFill>
                  <a:srgbClr val="FFFFFF"/>
                </a:solidFill>
                <a:latin typeface="Audi Type" pitchFamily="34" charset="0"/>
                <a:ea typeface="微软雅黑" panose="020B0503020204020204" pitchFamily="34" charset="-122"/>
              </a:rPr>
              <a:t>Bai Yuekui + Audi AI:TRAIL </a:t>
            </a:r>
            <a:endParaRPr lang="en-US" altLang="zh-CN" sz="900" b="1" dirty="0">
              <a:solidFill>
                <a:srgbClr val="FFFFFF"/>
              </a:solidFill>
              <a:latin typeface="Audi Type" pitchFamily="34" charset="0"/>
              <a:ea typeface="微软雅黑" panose="020B0503020204020204" pitchFamily="34" charset="-122"/>
            </a:endParaRPr>
          </a:p>
        </p:txBody>
      </p:sp>
      <p:cxnSp>
        <p:nvCxnSpPr>
          <p:cNvPr id="46100" name="直线连接符 25"/>
          <p:cNvCxnSpPr/>
          <p:nvPr/>
        </p:nvCxnSpPr>
        <p:spPr>
          <a:xfrm>
            <a:off x="723900" y="5400102"/>
            <a:ext cx="8128000" cy="0"/>
          </a:xfrm>
          <a:prstGeom prst="line">
            <a:avLst/>
          </a:prstGeom>
          <a:ln w="9525" cap="flat" cmpd="sng">
            <a:solidFill>
              <a:srgbClr val="FFFFFF"/>
            </a:solidFill>
            <a:prstDash val="solid"/>
            <a:headEnd type="none" w="med" len="med"/>
            <a:tailEnd type="none" w="med" len="med"/>
          </a:ln>
        </p:spPr>
      </p:cxnSp>
      <p:sp>
        <p:nvSpPr>
          <p:cNvPr id="46101" name="矩形 93"/>
          <p:cNvSpPr/>
          <p:nvPr/>
        </p:nvSpPr>
        <p:spPr>
          <a:xfrm>
            <a:off x="82550" y="5427663"/>
            <a:ext cx="604838" cy="661987"/>
          </a:xfrm>
          <a:prstGeom prst="rect">
            <a:avLst/>
          </a:prstGeom>
          <a:noFill/>
          <a:ln w="9525">
            <a:noFill/>
          </a:ln>
        </p:spPr>
        <p:txBody>
          <a:bodyPr anchor="ctr">
            <a:spAutoFit/>
          </a:bodyPr>
          <a:lstStyle/>
          <a:p>
            <a:pPr algn="ctr" eaLnBrk="1" hangingPunct="1">
              <a:spcBef>
                <a:spcPts val="600"/>
              </a:spcBef>
              <a:buSzPct val="100000"/>
            </a:pPr>
            <a:r>
              <a:rPr lang="zh-CN" altLang="en-US" b="1" dirty="0">
                <a:solidFill>
                  <a:srgbClr val="FFFFFF"/>
                </a:solidFill>
                <a:latin typeface="Audi Type" pitchFamily="34" charset="0"/>
                <a:ea typeface="微软雅黑" panose="020B0503020204020204" pitchFamily="34" charset="-122"/>
              </a:rPr>
              <a:t>好物</a:t>
            </a:r>
            <a:endParaRPr lang="en-US" altLang="zh-CN"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en-US" altLang="zh-CN" sz="1000" b="1" dirty="0">
                <a:solidFill>
                  <a:srgbClr val="FFFFFF"/>
                </a:solidFill>
                <a:latin typeface="Audi Type" pitchFamily="34" charset="0"/>
                <a:ea typeface="微软雅黑" panose="020B0503020204020204" pitchFamily="34" charset="-122"/>
              </a:rPr>
              <a:t>Great Goods</a:t>
            </a:r>
            <a:endParaRPr lang="en-US" altLang="zh-CN" sz="1000" b="1" dirty="0">
              <a:solidFill>
                <a:srgbClr val="FFC000"/>
              </a:solidFill>
              <a:latin typeface="Audi Type" pitchFamily="34" charset="0"/>
              <a:ea typeface="微软雅黑" panose="020B0503020204020204" pitchFamily="34" charset="-122"/>
            </a:endParaRPr>
          </a:p>
        </p:txBody>
      </p:sp>
      <p:sp>
        <p:nvSpPr>
          <p:cNvPr id="46102" name="矩形 94"/>
          <p:cNvSpPr/>
          <p:nvPr/>
        </p:nvSpPr>
        <p:spPr>
          <a:xfrm>
            <a:off x="625475" y="5526625"/>
            <a:ext cx="2879725" cy="492443"/>
          </a:xfrm>
          <a:prstGeom prst="rect">
            <a:avLst/>
          </a:prstGeom>
          <a:noFill/>
          <a:ln w="9525">
            <a:noFill/>
          </a:ln>
        </p:spPr>
        <p:txBody>
          <a:bodyPr>
            <a:spAutoFit/>
          </a:bodyPr>
          <a:lstStyle/>
          <a:p>
            <a:pPr algn="ctr" defTabSz="685800">
              <a:spcBef>
                <a:spcPts val="450"/>
              </a:spcBef>
              <a:buSzPct val="100000"/>
            </a:pPr>
            <a:r>
              <a:rPr lang="en-US" altLang="zh-CN" sz="1100" b="1" dirty="0">
                <a:solidFill>
                  <a:srgbClr val="FFFFFF"/>
                </a:solidFill>
                <a:latin typeface="Audi Type" pitchFamily="34" charset="0"/>
                <a:ea typeface="微软雅黑" panose="020B0503020204020204" pitchFamily="34" charset="-122"/>
              </a:rPr>
              <a:t>《</a:t>
            </a:r>
            <a:r>
              <a:rPr lang="zh-CN" altLang="en-US" sz="1100" b="1" dirty="0">
                <a:solidFill>
                  <a:srgbClr val="FFFFFF"/>
                </a:solidFill>
                <a:latin typeface="Audi Type" pitchFamily="34" charset="0"/>
                <a:ea typeface="微软雅黑" panose="020B0503020204020204" pitchFamily="34" charset="-122"/>
              </a:rPr>
              <a:t>灵笼</a:t>
            </a:r>
            <a:r>
              <a:rPr lang="en-US" altLang="zh-CN" sz="1100" b="1" dirty="0">
                <a:solidFill>
                  <a:srgbClr val="FFFFFF"/>
                </a:solidFill>
                <a:latin typeface="Audi Type" pitchFamily="34" charset="0"/>
                <a:ea typeface="微软雅黑" panose="020B0503020204020204" pitchFamily="34" charset="-122"/>
              </a:rPr>
              <a:t>》</a:t>
            </a:r>
            <a:r>
              <a:rPr lang="zh-CN" altLang="en-US" sz="1100" b="1" dirty="0">
                <a:solidFill>
                  <a:srgbClr val="FFFFFF"/>
                </a:solidFill>
                <a:latin typeface="Audi Type" pitchFamily="34" charset="0"/>
                <a:ea typeface="微软雅黑" panose="020B0503020204020204" pitchFamily="34" charset="-122"/>
              </a:rPr>
              <a:t>手稿、笔记本、</a:t>
            </a:r>
            <a:r>
              <a:rPr lang="en-US" altLang="zh-CN" sz="1100" b="1" dirty="0">
                <a:solidFill>
                  <a:srgbClr val="FFFFFF"/>
                </a:solidFill>
                <a:latin typeface="Audi Type" pitchFamily="34" charset="0"/>
                <a:ea typeface="微软雅黑" panose="020B0503020204020204" pitchFamily="34" charset="-122"/>
              </a:rPr>
              <a:t>T</a:t>
            </a:r>
            <a:r>
              <a:rPr lang="zh-CN" altLang="en-US" sz="1100" b="1" dirty="0">
                <a:solidFill>
                  <a:srgbClr val="FFFFFF"/>
                </a:solidFill>
                <a:latin typeface="Audi Type" pitchFamily="34" charset="0"/>
                <a:ea typeface="微软雅黑" panose="020B0503020204020204" pitchFamily="34" charset="-122"/>
              </a:rPr>
              <a:t>恤、帽子</a:t>
            </a:r>
            <a:endParaRPr lang="en-US" altLang="zh-CN" sz="1100" b="1" dirty="0">
              <a:solidFill>
                <a:srgbClr val="FFFFFF"/>
              </a:solidFill>
              <a:latin typeface="Audi Type" pitchFamily="34" charset="0"/>
              <a:ea typeface="微软雅黑" panose="020B0503020204020204" pitchFamily="34" charset="-122"/>
            </a:endParaRPr>
          </a:p>
          <a:p>
            <a:pPr algn="ctr" defTabSz="685800" eaLnBrk="1" hangingPunct="1">
              <a:spcBef>
                <a:spcPts val="600"/>
              </a:spcBef>
              <a:buSzPct val="100000"/>
            </a:pPr>
            <a:r>
              <a:rPr lang="en-US" altLang="zh-CN" sz="1000" b="1" dirty="0" smtClean="0">
                <a:solidFill>
                  <a:srgbClr val="FFFFFF"/>
                </a:solidFill>
                <a:latin typeface="Audi Type" pitchFamily="34" charset="0"/>
                <a:ea typeface="微软雅黑" panose="020B0503020204020204" pitchFamily="34" charset="-122"/>
              </a:rPr>
              <a:t>Manuscripts</a:t>
            </a:r>
            <a:r>
              <a:rPr lang="en-US" altLang="zh-CN" sz="1000" b="1" dirty="0">
                <a:solidFill>
                  <a:srgbClr val="FFFFFF"/>
                </a:solidFill>
                <a:latin typeface="Audi Type" pitchFamily="34" charset="0"/>
                <a:ea typeface="微软雅黑" panose="020B0503020204020204" pitchFamily="34" charset="-122"/>
              </a:rPr>
              <a:t>, posters, notebooks, </a:t>
            </a:r>
            <a:r>
              <a:rPr lang="en-US" altLang="zh-CN" sz="1000" b="1" dirty="0" smtClean="0">
                <a:solidFill>
                  <a:srgbClr val="FFFFFF"/>
                </a:solidFill>
                <a:latin typeface="Audi Type" pitchFamily="34" charset="0"/>
                <a:ea typeface="微软雅黑" panose="020B0503020204020204" pitchFamily="34" charset="-122"/>
              </a:rPr>
              <a:t>T-shirts</a:t>
            </a:r>
            <a:endParaRPr lang="en-US" altLang="zh-CN" sz="1000" b="1" dirty="0">
              <a:solidFill>
                <a:srgbClr val="FFFFFF"/>
              </a:solidFill>
              <a:latin typeface="Audi Type" pitchFamily="34" charset="0"/>
              <a:ea typeface="微软雅黑" panose="020B0503020204020204" pitchFamily="34" charset="-122"/>
            </a:endParaRPr>
          </a:p>
        </p:txBody>
      </p:sp>
      <p:sp>
        <p:nvSpPr>
          <p:cNvPr id="46103" name="矩形 95"/>
          <p:cNvSpPr/>
          <p:nvPr/>
        </p:nvSpPr>
        <p:spPr>
          <a:xfrm>
            <a:off x="3521075" y="3956050"/>
            <a:ext cx="2582863" cy="1400175"/>
          </a:xfrm>
          <a:prstGeom prst="rect">
            <a:avLst/>
          </a:prstGeom>
          <a:noFill/>
          <a:ln w="9525">
            <a:noFill/>
          </a:ln>
        </p:spPr>
        <p:txBody>
          <a:bodyPr wrap="none">
            <a:spAutoFit/>
          </a:bodyPr>
          <a:lstStyle/>
          <a:p>
            <a:pPr algn="ctr" eaLnBrk="1" hangingPunct="1">
              <a:spcBef>
                <a:spcPts val="600"/>
              </a:spcBef>
              <a:buSzPct val="100000"/>
            </a:pPr>
            <a:r>
              <a:rPr lang="zh-CN" altLang="en-US" sz="1100" b="1" dirty="0">
                <a:solidFill>
                  <a:srgbClr val="FFFFFF"/>
                </a:solidFill>
                <a:latin typeface="Audi Type" pitchFamily="34" charset="0"/>
                <a:ea typeface="微软雅黑" panose="020B0503020204020204" pitchFamily="34" charset="-122"/>
              </a:rPr>
              <a:t>滑板文化（极限运动鼻祖）</a:t>
            </a:r>
            <a:endParaRPr lang="en-US" altLang="zh-CN" sz="1100"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zh-CN" altLang="en-US" sz="1100" b="1" dirty="0">
                <a:solidFill>
                  <a:srgbClr val="FFFFFF"/>
                </a:solidFill>
                <a:latin typeface="Audi Type" pitchFamily="34" charset="0"/>
                <a:ea typeface="微软雅黑" panose="020B0503020204020204" pitchFamily="34" charset="-122"/>
              </a:rPr>
              <a:t>王一博的梦想滑板（设计、功能诉求）</a:t>
            </a:r>
            <a:endParaRPr lang="en-US" altLang="zh-CN" sz="1100"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zh-CN" altLang="en-US" sz="1100" b="1" dirty="0">
                <a:solidFill>
                  <a:srgbClr val="FFFFFF"/>
                </a:solidFill>
                <a:latin typeface="Audi Type" pitchFamily="34" charset="0"/>
                <a:ea typeface="微软雅黑" panose="020B0503020204020204" pitchFamily="34" charset="-122"/>
              </a:rPr>
              <a:t>滑板 </a:t>
            </a:r>
            <a:r>
              <a:rPr lang="en-US" altLang="zh-CN" sz="1100" b="1" dirty="0">
                <a:solidFill>
                  <a:srgbClr val="FFFFFF"/>
                </a:solidFill>
                <a:latin typeface="Audi Type" pitchFamily="34" charset="0"/>
                <a:ea typeface="微软雅黑" panose="020B0503020204020204" pitchFamily="34" charset="-122"/>
              </a:rPr>
              <a:t>x</a:t>
            </a:r>
            <a:r>
              <a:rPr lang="zh-CN" altLang="en-US" sz="1100" b="1" dirty="0">
                <a:solidFill>
                  <a:srgbClr val="FFFFFF"/>
                </a:solidFill>
                <a:latin typeface="Audi Type" pitchFamily="34" charset="0"/>
                <a:ea typeface="微软雅黑" panose="020B0503020204020204" pitchFamily="34" charset="-122"/>
              </a:rPr>
              <a:t> 奥迪科技，联名滑板揭秘</a:t>
            </a:r>
            <a:endParaRPr lang="en-US" altLang="zh-CN" sz="1100"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en-US" altLang="zh-CN" sz="900" b="1" dirty="0">
                <a:solidFill>
                  <a:srgbClr val="FFFFFF"/>
                </a:solidFill>
                <a:latin typeface="Audi Type" pitchFamily="34" charset="0"/>
                <a:ea typeface="微软雅黑" panose="020B0503020204020204" pitchFamily="34" charset="-122"/>
              </a:rPr>
              <a:t>The dream skateboard of Wang Yibo</a:t>
            </a:r>
            <a:endParaRPr lang="en-US" altLang="zh-CN" sz="900"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en-US" altLang="zh-CN" sz="900" b="1" dirty="0">
                <a:solidFill>
                  <a:srgbClr val="FFFFFF"/>
                </a:solidFill>
                <a:latin typeface="Audi Type" pitchFamily="34" charset="0"/>
                <a:ea typeface="微软雅黑" panose="020B0503020204020204" pitchFamily="34" charset="-122"/>
              </a:rPr>
              <a:t>Skateboard x Audi Tech</a:t>
            </a:r>
            <a:endParaRPr lang="en-US" altLang="zh-CN" sz="900"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en-US" altLang="zh-CN" sz="900" b="1" dirty="0">
                <a:solidFill>
                  <a:srgbClr val="FFFFFF"/>
                </a:solidFill>
                <a:latin typeface="Audi Type" pitchFamily="34" charset="0"/>
                <a:ea typeface="微软雅黑" panose="020B0503020204020204" pitchFamily="34" charset="-122"/>
              </a:rPr>
              <a:t>The design story of the skateboard</a:t>
            </a:r>
            <a:endParaRPr lang="en-US" altLang="zh-CN" sz="900" b="1" dirty="0">
              <a:solidFill>
                <a:srgbClr val="FFFFFF"/>
              </a:solidFill>
              <a:latin typeface="Audi Type" pitchFamily="34" charset="0"/>
              <a:ea typeface="微软雅黑" panose="020B0503020204020204" pitchFamily="34" charset="-122"/>
            </a:endParaRPr>
          </a:p>
        </p:txBody>
      </p:sp>
      <p:sp>
        <p:nvSpPr>
          <p:cNvPr id="46104" name="矩形 96"/>
          <p:cNvSpPr/>
          <p:nvPr/>
        </p:nvSpPr>
        <p:spPr>
          <a:xfrm>
            <a:off x="3424238" y="5542309"/>
            <a:ext cx="2727325" cy="492443"/>
          </a:xfrm>
          <a:prstGeom prst="rect">
            <a:avLst/>
          </a:prstGeom>
          <a:noFill/>
          <a:ln w="9525">
            <a:noFill/>
          </a:ln>
        </p:spPr>
        <p:txBody>
          <a:bodyPr>
            <a:spAutoFit/>
          </a:bodyPr>
          <a:lstStyle/>
          <a:p>
            <a:pPr algn="ctr" defTabSz="685800">
              <a:spcBef>
                <a:spcPts val="450"/>
              </a:spcBef>
              <a:buSzPct val="100000"/>
            </a:pPr>
            <a:r>
              <a:rPr lang="zh-CN" altLang="en-US" sz="1100" b="1" dirty="0">
                <a:solidFill>
                  <a:srgbClr val="FFFFFF"/>
                </a:solidFill>
                <a:latin typeface="Audi Type" pitchFamily="34" charset="0"/>
                <a:ea typeface="微软雅黑" panose="020B0503020204020204" pitchFamily="34" charset="-122"/>
              </a:rPr>
              <a:t>王一博联名</a:t>
            </a:r>
            <a:r>
              <a:rPr lang="zh-CN" altLang="en-US" sz="1100" b="1" dirty="0" smtClean="0">
                <a:solidFill>
                  <a:srgbClr val="FFFFFF"/>
                </a:solidFill>
                <a:latin typeface="Audi Type" pitchFamily="34" charset="0"/>
                <a:ea typeface="微软雅黑" panose="020B0503020204020204" pitchFamily="34" charset="-122"/>
              </a:rPr>
              <a:t>滑板</a:t>
            </a:r>
            <a:endParaRPr lang="en-US" altLang="zh-CN" sz="1100" b="1" dirty="0">
              <a:solidFill>
                <a:srgbClr val="FFFFFF"/>
              </a:solidFill>
              <a:latin typeface="Audi Type" pitchFamily="34" charset="0"/>
              <a:ea typeface="微软雅黑" panose="020B0503020204020204" pitchFamily="34" charset="-122"/>
            </a:endParaRPr>
          </a:p>
          <a:p>
            <a:pPr algn="ctr" defTabSz="685800" eaLnBrk="1" hangingPunct="1">
              <a:spcBef>
                <a:spcPts val="600"/>
              </a:spcBef>
              <a:buSzPct val="100000"/>
            </a:pPr>
            <a:r>
              <a:rPr lang="en-US" altLang="zh-CN" sz="1000" b="1" dirty="0" smtClean="0">
                <a:solidFill>
                  <a:srgbClr val="FFFFFF"/>
                </a:solidFill>
                <a:latin typeface="Audi Type" pitchFamily="34" charset="0"/>
                <a:ea typeface="微软雅黑" panose="020B0503020204020204" pitchFamily="34" charset="-122"/>
              </a:rPr>
              <a:t>Wang </a:t>
            </a:r>
            <a:r>
              <a:rPr lang="en-US" altLang="zh-CN" sz="1000" b="1" dirty="0">
                <a:solidFill>
                  <a:srgbClr val="FFFFFF"/>
                </a:solidFill>
                <a:latin typeface="Audi Type" pitchFamily="34" charset="0"/>
                <a:ea typeface="微软雅黑" panose="020B0503020204020204" pitchFamily="34" charset="-122"/>
              </a:rPr>
              <a:t>Yibo co-branded </a:t>
            </a:r>
            <a:r>
              <a:rPr lang="en-US" altLang="zh-CN" sz="1000" b="1" dirty="0" smtClean="0">
                <a:solidFill>
                  <a:srgbClr val="FFFFFF"/>
                </a:solidFill>
                <a:latin typeface="Audi Type" pitchFamily="34" charset="0"/>
                <a:ea typeface="微软雅黑" panose="020B0503020204020204" pitchFamily="34" charset="-122"/>
              </a:rPr>
              <a:t>skateboard</a:t>
            </a:r>
            <a:endParaRPr lang="en-US" altLang="zh-CN" sz="1000" b="1" dirty="0">
              <a:solidFill>
                <a:srgbClr val="FFFFFF"/>
              </a:solidFill>
              <a:latin typeface="Audi Type" pitchFamily="34" charset="0"/>
              <a:ea typeface="微软雅黑" panose="020B0503020204020204" pitchFamily="34" charset="-122"/>
            </a:endParaRPr>
          </a:p>
        </p:txBody>
      </p:sp>
      <p:sp>
        <p:nvSpPr>
          <p:cNvPr id="46105" name="矩形 97"/>
          <p:cNvSpPr/>
          <p:nvPr/>
        </p:nvSpPr>
        <p:spPr>
          <a:xfrm>
            <a:off x="6062663" y="3932238"/>
            <a:ext cx="3081337" cy="1387475"/>
          </a:xfrm>
          <a:prstGeom prst="rect">
            <a:avLst/>
          </a:prstGeom>
          <a:noFill/>
          <a:ln w="9525">
            <a:noFill/>
          </a:ln>
        </p:spPr>
        <p:txBody>
          <a:bodyPr>
            <a:spAutoFit/>
          </a:bodyPr>
          <a:lstStyle/>
          <a:p>
            <a:pPr algn="ctr" eaLnBrk="1" hangingPunct="1">
              <a:spcBef>
                <a:spcPts val="600"/>
              </a:spcBef>
              <a:buSzPct val="100000"/>
            </a:pPr>
            <a:r>
              <a:rPr lang="zh-CN" altLang="en-US" sz="1100" b="1" dirty="0">
                <a:solidFill>
                  <a:srgbClr val="FFFFFF"/>
                </a:solidFill>
                <a:latin typeface="Audi Type" pitchFamily="34" charset="0"/>
                <a:ea typeface="微软雅黑" panose="020B0503020204020204" pitchFamily="34" charset="-122"/>
              </a:rPr>
              <a:t>“</a:t>
            </a:r>
            <a:r>
              <a:rPr lang="en-US" altLang="zh-CN" sz="1100" b="1" dirty="0">
                <a:solidFill>
                  <a:srgbClr val="FFFFFF"/>
                </a:solidFill>
                <a:latin typeface="Audi Type" pitchFamily="34" charset="0"/>
                <a:ea typeface="微软雅黑" panose="020B0503020204020204" pitchFamily="34" charset="-122"/>
              </a:rPr>
              <a:t>Z</a:t>
            </a:r>
            <a:r>
              <a:rPr lang="zh-CN" altLang="en-US" sz="1100" b="1" dirty="0">
                <a:solidFill>
                  <a:srgbClr val="FFFFFF"/>
                </a:solidFill>
                <a:latin typeface="Audi Type" pitchFamily="34" charset="0"/>
                <a:ea typeface="微软雅黑" panose="020B0503020204020204" pitchFamily="34" charset="-122"/>
              </a:rPr>
              <a:t>世代奥迪”</a:t>
            </a:r>
            <a:endParaRPr lang="en-US" altLang="zh-CN" sz="1100"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zh-CN" altLang="en-US" sz="1100" b="1" dirty="0">
                <a:solidFill>
                  <a:srgbClr val="FFFFFF"/>
                </a:solidFill>
                <a:latin typeface="Audi Type" pitchFamily="34" charset="0"/>
                <a:ea typeface="微软雅黑" panose="020B0503020204020204" pitchFamily="34" charset="-122"/>
              </a:rPr>
              <a:t>奥迪未来出行畅想</a:t>
            </a:r>
            <a:endParaRPr lang="en-US" altLang="zh-CN" sz="1100" b="1" dirty="0">
              <a:solidFill>
                <a:srgbClr val="FFFFFF"/>
              </a:solidFill>
              <a:latin typeface="Audi Type" pitchFamily="34" charset="0"/>
              <a:ea typeface="微软雅黑" panose="020B0503020204020204" pitchFamily="34" charset="-122"/>
            </a:endParaRPr>
          </a:p>
          <a:p>
            <a:pPr algn="ctr">
              <a:spcBef>
                <a:spcPts val="450"/>
              </a:spcBef>
              <a:buSzPct val="100000"/>
            </a:pPr>
            <a:r>
              <a:rPr lang="zh-CN" altLang="en-US" sz="1100" b="1" dirty="0">
                <a:solidFill>
                  <a:srgbClr val="FFFFFF"/>
                </a:solidFill>
                <a:latin typeface="Audi Type" pitchFamily="34" charset="0"/>
                <a:ea typeface="微软雅黑" panose="020B0503020204020204" pitchFamily="34" charset="-122"/>
              </a:rPr>
              <a:t>奥迪 </a:t>
            </a:r>
            <a:r>
              <a:rPr lang="en-US" altLang="zh-CN" sz="1100" b="1" dirty="0">
                <a:solidFill>
                  <a:srgbClr val="FFFFFF"/>
                </a:solidFill>
                <a:latin typeface="Audi Type" pitchFamily="34" charset="0"/>
                <a:ea typeface="微软雅黑" panose="020B0503020204020204" pitchFamily="34" charset="-122"/>
              </a:rPr>
              <a:t>x</a:t>
            </a:r>
            <a:r>
              <a:rPr lang="zh-CN" altLang="en-US" sz="1100" b="1" dirty="0">
                <a:solidFill>
                  <a:srgbClr val="FFFFFF"/>
                </a:solidFill>
                <a:latin typeface="Audi Type" pitchFamily="34" charset="0"/>
                <a:ea typeface="微软雅黑" panose="020B0503020204020204" pitchFamily="34" charset="-122"/>
              </a:rPr>
              <a:t> 王一博联名</a:t>
            </a:r>
            <a:r>
              <a:rPr lang="en-US" altLang="zh-CN" sz="1100" b="1" dirty="0">
                <a:solidFill>
                  <a:srgbClr val="FFFFFF"/>
                </a:solidFill>
                <a:latin typeface="Audi Type" pitchFamily="34" charset="0"/>
                <a:ea typeface="微软雅黑" panose="020B0503020204020204" pitchFamily="34" charset="-122"/>
              </a:rPr>
              <a:t>A3</a:t>
            </a:r>
            <a:r>
              <a:rPr lang="zh-CN" altLang="en-US" sz="1100" b="1" dirty="0">
                <a:solidFill>
                  <a:srgbClr val="FFFFFF"/>
                </a:solidFill>
                <a:latin typeface="Audi Type" pitchFamily="34" charset="0"/>
                <a:ea typeface="微软雅黑" panose="020B0503020204020204" pitchFamily="34" charset="-122"/>
              </a:rPr>
              <a:t>线上预约及秒杀</a:t>
            </a:r>
            <a:endParaRPr lang="zh-CN" altLang="en-US" sz="1100"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en-US" altLang="zh-CN" sz="900" b="1" dirty="0">
                <a:solidFill>
                  <a:srgbClr val="FFFFFF"/>
                </a:solidFill>
                <a:latin typeface="Audi Type" pitchFamily="34" charset="0"/>
                <a:ea typeface="微软雅黑" panose="020B0503020204020204" pitchFamily="34" charset="-122"/>
              </a:rPr>
              <a:t>Audi's vision for the future mobility</a:t>
            </a:r>
            <a:endParaRPr lang="en-US" altLang="zh-CN" sz="900"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en-US" altLang="zh-CN" sz="900" b="1" dirty="0">
                <a:solidFill>
                  <a:srgbClr val="FFFFFF"/>
                </a:solidFill>
                <a:latin typeface="Audi Type" pitchFamily="34" charset="0"/>
                <a:ea typeface="微软雅黑" panose="020B0503020204020204" pitchFamily="34" charset="-122"/>
              </a:rPr>
              <a:t>The co-branded Audi A3 is accepting online booking, </a:t>
            </a:r>
            <a:endParaRPr lang="en-US" altLang="zh-CN" sz="900" b="1" dirty="0">
              <a:solidFill>
                <a:srgbClr val="FFFFFF"/>
              </a:solidFill>
              <a:latin typeface="Audi Type" pitchFamily="34" charset="0"/>
              <a:ea typeface="微软雅黑" panose="020B0503020204020204" pitchFamily="34" charset="-122"/>
            </a:endParaRPr>
          </a:p>
          <a:p>
            <a:pPr algn="ctr" eaLnBrk="1" hangingPunct="1">
              <a:spcBef>
                <a:spcPts val="600"/>
              </a:spcBef>
              <a:buSzPct val="100000"/>
            </a:pPr>
            <a:r>
              <a:rPr lang="en-US" altLang="zh-CN" sz="900" b="1" dirty="0">
                <a:solidFill>
                  <a:srgbClr val="FFFFFF"/>
                </a:solidFill>
                <a:latin typeface="Audi Type" pitchFamily="34" charset="0"/>
                <a:ea typeface="微软雅黑" panose="020B0503020204020204" pitchFamily="34" charset="-122"/>
              </a:rPr>
              <a:t>and only one for snapping up.</a:t>
            </a:r>
            <a:endParaRPr lang="en-US" altLang="zh-CN" sz="900" b="1" dirty="0">
              <a:solidFill>
                <a:srgbClr val="FFFFFF"/>
              </a:solidFill>
              <a:latin typeface="Audi Type" pitchFamily="34" charset="0"/>
              <a:ea typeface="微软雅黑" panose="020B0503020204020204" pitchFamily="34" charset="-122"/>
            </a:endParaRPr>
          </a:p>
        </p:txBody>
      </p:sp>
      <p:sp>
        <p:nvSpPr>
          <p:cNvPr id="46106" name="矩形 98"/>
          <p:cNvSpPr/>
          <p:nvPr/>
        </p:nvSpPr>
        <p:spPr>
          <a:xfrm>
            <a:off x="6214680" y="5512528"/>
            <a:ext cx="2672526" cy="515526"/>
          </a:xfrm>
          <a:prstGeom prst="rect">
            <a:avLst/>
          </a:prstGeom>
          <a:noFill/>
          <a:ln w="9525">
            <a:noFill/>
          </a:ln>
        </p:spPr>
        <p:txBody>
          <a:bodyPr wrap="none">
            <a:spAutoFit/>
          </a:bodyPr>
          <a:lstStyle/>
          <a:p>
            <a:pPr algn="ctr" defTabSz="685800">
              <a:spcBef>
                <a:spcPts val="450"/>
              </a:spcBef>
              <a:buSzPct val="100000"/>
            </a:pPr>
            <a:r>
              <a:rPr lang="zh-CN" altLang="en-US" b="1" dirty="0">
                <a:solidFill>
                  <a:srgbClr val="FFFFFF"/>
                </a:solidFill>
                <a:latin typeface="Audi Type" pitchFamily="34" charset="0"/>
                <a:ea typeface="微软雅黑" panose="020B0503020204020204" pitchFamily="34" charset="-122"/>
              </a:rPr>
              <a:t>奥迪 </a:t>
            </a:r>
            <a:r>
              <a:rPr lang="en-US" altLang="zh-CN" b="1" dirty="0">
                <a:solidFill>
                  <a:srgbClr val="FFFFFF"/>
                </a:solidFill>
                <a:latin typeface="Audi Type" pitchFamily="34" charset="0"/>
                <a:ea typeface="微软雅黑" panose="020B0503020204020204" pitchFamily="34" charset="-122"/>
              </a:rPr>
              <a:t>x</a:t>
            </a:r>
            <a:r>
              <a:rPr lang="zh-CN" altLang="en-US" b="1" dirty="0">
                <a:solidFill>
                  <a:srgbClr val="FFFFFF"/>
                </a:solidFill>
                <a:latin typeface="Audi Type" pitchFamily="34" charset="0"/>
                <a:ea typeface="微软雅黑" panose="020B0503020204020204" pitchFamily="34" charset="-122"/>
              </a:rPr>
              <a:t> 王一博联名全新奥迪</a:t>
            </a:r>
            <a:r>
              <a:rPr lang="en-US" altLang="zh-CN" b="1" dirty="0">
                <a:solidFill>
                  <a:srgbClr val="FFFFFF"/>
                </a:solidFill>
                <a:latin typeface="Audi Type" pitchFamily="34" charset="0"/>
                <a:ea typeface="微软雅黑" panose="020B0503020204020204" pitchFamily="34" charset="-122"/>
              </a:rPr>
              <a:t>A3</a:t>
            </a:r>
            <a:endParaRPr lang="en-US" altLang="zh-CN" u="sng" dirty="0">
              <a:solidFill>
                <a:srgbClr val="FFFFFF"/>
              </a:solidFill>
              <a:latin typeface="Audi Type" pitchFamily="34" charset="0"/>
              <a:ea typeface="微软雅黑" panose="020B0503020204020204" pitchFamily="34" charset="-122"/>
            </a:endParaRPr>
          </a:p>
          <a:p>
            <a:pPr algn="ctr" defTabSz="685800" eaLnBrk="1" hangingPunct="1">
              <a:spcBef>
                <a:spcPts val="600"/>
              </a:spcBef>
              <a:buSzPct val="100000"/>
            </a:pPr>
            <a:r>
              <a:rPr lang="en-US" altLang="zh-CN" sz="1050" b="1" dirty="0">
                <a:solidFill>
                  <a:srgbClr val="FFFFFF"/>
                </a:solidFill>
                <a:latin typeface="Audi Type" pitchFamily="34" charset="0"/>
                <a:ea typeface="微软雅黑" panose="020B0503020204020204" pitchFamily="34" charset="-122"/>
              </a:rPr>
              <a:t>Audi X Wang </a:t>
            </a:r>
            <a:r>
              <a:rPr lang="en-US" altLang="zh-CN" sz="1050" b="1" dirty="0" err="1">
                <a:solidFill>
                  <a:srgbClr val="FFFFFF"/>
                </a:solidFill>
                <a:latin typeface="Audi Type" pitchFamily="34" charset="0"/>
                <a:ea typeface="微软雅黑" panose="020B0503020204020204" pitchFamily="34" charset="-122"/>
              </a:rPr>
              <a:t>Yibo</a:t>
            </a:r>
            <a:r>
              <a:rPr lang="en-US" altLang="zh-CN" sz="1050" b="1" dirty="0">
                <a:solidFill>
                  <a:srgbClr val="FFFFFF"/>
                </a:solidFill>
                <a:latin typeface="Audi Type" pitchFamily="34" charset="0"/>
                <a:ea typeface="微软雅黑" panose="020B0503020204020204" pitchFamily="34" charset="-122"/>
              </a:rPr>
              <a:t> co-branded Audi A3</a:t>
            </a:r>
            <a:endParaRPr lang="en-US" altLang="zh-CN" sz="1050" dirty="0">
              <a:solidFill>
                <a:srgbClr val="FFFFFF"/>
              </a:solidFill>
              <a:latin typeface="Audi Type" pitchFamily="34" charset="0"/>
              <a:ea typeface="微软雅黑" panose="020B0503020204020204" pitchFamily="34" charset="-122"/>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400050" y="1093788"/>
            <a:ext cx="8489950" cy="1562100"/>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CC0033"/>
              </a:solidFill>
              <a:effectLst/>
              <a:uLnTx/>
              <a:uFillTx/>
              <a:latin typeface="+mn-lt"/>
              <a:ea typeface="+mn-ea"/>
              <a:cs typeface="+mn-cs"/>
            </a:endParaRPr>
          </a:p>
        </p:txBody>
      </p:sp>
      <p:sp>
        <p:nvSpPr>
          <p:cNvPr id="47107" name="矩形 3"/>
          <p:cNvSpPr>
            <a:spLocks noChangeArrowheads="1"/>
          </p:cNvSpPr>
          <p:nvPr/>
        </p:nvSpPr>
        <p:spPr bwMode="auto">
          <a:xfrm>
            <a:off x="565150" y="1274763"/>
            <a:ext cx="3913188" cy="119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marL="2284730" indent="1905"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741930" indent="1905"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199130" indent="1905"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656330" indent="1905"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n"/>
              <a:defRPr/>
            </a:pPr>
            <a:r>
              <a:rPr kumimoji="0" lang="zh-CN" altLang="en-US" sz="12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上线时间</a:t>
            </a:r>
            <a:r>
              <a:rPr kumimoji="0" lang="zh-CN" altLang="en-US" sz="1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1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11</a:t>
            </a:r>
            <a:r>
              <a:rPr kumimoji="0" lang="zh-CN" altLang="en-US" sz="1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月</a:t>
            </a:r>
            <a:r>
              <a:rPr kumimoji="0" lang="en-US" altLang="zh-CN" sz="1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16</a:t>
            </a:r>
            <a:r>
              <a:rPr kumimoji="0" lang="zh-CN" altLang="en-US" sz="1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日 </a:t>
            </a:r>
            <a:r>
              <a:rPr kumimoji="0" lang="en-US" altLang="zh-CN" sz="1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20:00-22:00</a:t>
            </a:r>
            <a:endParaRPr kumimoji="0" lang="en-US" altLang="zh-CN" sz="1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1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Launch Date</a:t>
            </a:r>
            <a:r>
              <a:rPr kumimoji="0" lang="zh-CN" altLang="en-US" sz="1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1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Nov. 16</a:t>
            </a:r>
            <a:r>
              <a:rPr kumimoji="0" lang="en-US" altLang="zh-CN" sz="1200" b="0" i="0" u="none" strike="noStrike" kern="1200" cap="none" spc="0" normalizeH="0" baseline="3000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th</a:t>
            </a:r>
            <a:r>
              <a:rPr kumimoji="0" lang="en-US" altLang="zh-CN" sz="1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8 p.m.-10:00 </a:t>
            </a:r>
            <a:r>
              <a:rPr kumimoji="0" lang="en-US" altLang="zh-CN" sz="1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p.m</a:t>
            </a:r>
            <a:endParaRPr kumimoji="0" lang="en-US" altLang="zh-CN" sz="1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n"/>
              <a:defRPr/>
            </a:pPr>
            <a:r>
              <a:rPr kumimoji="0" lang="zh-CN" altLang="en-US" sz="12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时长 </a:t>
            </a:r>
            <a:r>
              <a:rPr kumimoji="0" lang="en-US" altLang="zh-CN" sz="12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Length</a:t>
            </a:r>
            <a:r>
              <a:rPr kumimoji="0" lang="zh-CN" altLang="en-US" sz="1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1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120 min</a:t>
            </a:r>
            <a:endParaRPr kumimoji="0" lang="en-US" altLang="zh-CN" sz="1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n"/>
              <a:defRPr/>
            </a:pPr>
            <a:r>
              <a:rPr kumimoji="0" lang="zh-CN" altLang="en-US" sz="12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上线平台 </a:t>
            </a:r>
            <a:r>
              <a:rPr kumimoji="0" lang="en-US" altLang="zh-CN" sz="12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Platform</a:t>
            </a:r>
            <a:r>
              <a:rPr kumimoji="0" lang="zh-CN" altLang="en-US" sz="1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：抖音 </a:t>
            </a:r>
            <a:r>
              <a:rPr kumimoji="0" lang="en-US" altLang="zh-CN" sz="1200" b="0" i="0" u="none" strike="noStrike" kern="1200" cap="none" spc="0" normalizeH="0" baseline="0" noProof="0" dirty="0" err="1"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Tik</a:t>
            </a:r>
            <a:r>
              <a:rPr kumimoji="0" lang="en-US" altLang="zh-CN" sz="1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1200" b="0" i="0" u="none" strike="noStrike" kern="1200" cap="none" spc="0" normalizeH="0" baseline="0" noProof="0" dirty="0" err="1"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Tok</a:t>
            </a:r>
            <a:endParaRPr kumimoji="0" lang="en-US" altLang="zh-CN" sz="1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108" name="矩形 7"/>
          <p:cNvSpPr/>
          <p:nvPr/>
        </p:nvSpPr>
        <p:spPr>
          <a:xfrm>
            <a:off x="4878388" y="1274763"/>
            <a:ext cx="3922712" cy="876300"/>
          </a:xfrm>
          <a:prstGeom prst="rect">
            <a:avLst/>
          </a:prstGeom>
          <a:noFill/>
          <a:ln w="9525">
            <a:noFill/>
          </a:ln>
        </p:spPr>
        <p:txBody>
          <a:bodyPr>
            <a:spAutoFit/>
          </a:bodyPr>
          <a:lstStyle/>
          <a:p>
            <a:pPr marL="285750" indent="-285750">
              <a:lnSpc>
                <a:spcPct val="150000"/>
              </a:lnSpc>
              <a:buFont typeface="Wingdings" panose="05000000000000000000" pitchFamily="2" charset="2"/>
              <a:buChar char="n"/>
            </a:pPr>
            <a:r>
              <a:rPr lang="zh-CN" altLang="en-US" b="1" dirty="0">
                <a:latin typeface="Audi Type" pitchFamily="34" charset="0"/>
                <a:ea typeface="微软雅黑" panose="020B0503020204020204" pitchFamily="34" charset="-122"/>
              </a:rPr>
              <a:t>直播间地点 </a:t>
            </a:r>
            <a:r>
              <a:rPr lang="en-US" altLang="zh-CN" b="1" dirty="0">
                <a:latin typeface="Audi Type" pitchFamily="34" charset="0"/>
                <a:ea typeface="微软雅黑" panose="020B0503020204020204" pitchFamily="34" charset="-122"/>
              </a:rPr>
              <a:t>Studio Location</a:t>
            </a:r>
            <a:r>
              <a:rPr lang="zh-CN" altLang="en-US" b="1" dirty="0">
                <a:latin typeface="Audi Type" pitchFamily="34" charset="0"/>
                <a:ea typeface="微软雅黑" panose="020B0503020204020204" pitchFamily="34" charset="-122"/>
              </a:rPr>
              <a:t>：</a:t>
            </a:r>
            <a:endParaRPr lang="en-US" altLang="zh-CN" b="1" dirty="0">
              <a:latin typeface="Audi Type" pitchFamily="34" charset="0"/>
              <a:ea typeface="微软雅黑" panose="020B0503020204020204" pitchFamily="34" charset="-122"/>
            </a:endParaRPr>
          </a:p>
          <a:p>
            <a:pPr marL="285750" indent="-285750">
              <a:lnSpc>
                <a:spcPct val="150000"/>
              </a:lnSpc>
            </a:pPr>
            <a:r>
              <a:rPr lang="zh-CN" altLang="en-US" dirty="0">
                <a:latin typeface="Audi Type" pitchFamily="34" charset="0"/>
                <a:ea typeface="微软雅黑" panose="020B0503020204020204" pitchFamily="34" charset="-122"/>
              </a:rPr>
              <a:t>大厂影视产业园</a:t>
            </a:r>
            <a:endParaRPr lang="en-US" altLang="zh-CN" dirty="0">
              <a:latin typeface="Audi Type" pitchFamily="34" charset="0"/>
              <a:ea typeface="微软雅黑" panose="020B0503020204020204" pitchFamily="34" charset="-122"/>
            </a:endParaRPr>
          </a:p>
          <a:p>
            <a:pPr marL="285750" indent="-285750">
              <a:lnSpc>
                <a:spcPct val="150000"/>
              </a:lnSpc>
            </a:pPr>
            <a:r>
              <a:rPr lang="en-US" altLang="zh-CN" sz="1000" dirty="0">
                <a:latin typeface="Audi Type" pitchFamily="34" charset="0"/>
                <a:ea typeface="微软雅黑" panose="020B0503020204020204" pitchFamily="34" charset="-122"/>
              </a:rPr>
              <a:t>Dachang Film and Television Industry Park</a:t>
            </a:r>
            <a:endParaRPr lang="zh-CN" altLang="en-US" sz="1000" dirty="0">
              <a:latin typeface="Audi Type" pitchFamily="34" charset="0"/>
              <a:ea typeface="微软雅黑" panose="020B0503020204020204" pitchFamily="34" charset="-122"/>
            </a:endParaRPr>
          </a:p>
        </p:txBody>
      </p:sp>
      <p:sp>
        <p:nvSpPr>
          <p:cNvPr id="47110" name="标题 1"/>
          <p:cNvSpPr txBox="1"/>
          <p:nvPr/>
        </p:nvSpPr>
        <p:spPr>
          <a:xfrm>
            <a:off x="0" y="6350"/>
            <a:ext cx="9144000" cy="1325563"/>
          </a:xfrm>
          <a:prstGeom prst="rect">
            <a:avLst/>
          </a:prstGeom>
          <a:noFill/>
          <a:ln w="9525">
            <a:noFill/>
          </a:ln>
        </p:spPr>
        <p:txBody>
          <a:bodyPr lIns="540000" anchor="ctr"/>
          <a:lstStyle/>
          <a:p>
            <a:pPr>
              <a:lnSpc>
                <a:spcPct val="90000"/>
              </a:lnSpc>
            </a:pPr>
            <a:r>
              <a:rPr lang="zh-CN" altLang="en-US" sz="1800" b="1" dirty="0">
                <a:latin typeface="Audi Type" pitchFamily="34" charset="0"/>
                <a:ea typeface="微软雅黑" panose="020B0503020204020204" pitchFamily="34" charset="-122"/>
              </a:rPr>
              <a:t>奥迪品牌官方直播第一期 </a:t>
            </a:r>
            <a:r>
              <a:rPr lang="en-US" altLang="zh-CN" sz="1800" b="1" dirty="0">
                <a:latin typeface="Arial" panose="020B0604020202020204" pitchFamily="34" charset="0"/>
                <a:ea typeface="微软雅黑" panose="020B0503020204020204" pitchFamily="34" charset="-122"/>
              </a:rPr>
              <a:t>Audi Channel Official Live Streaming-EP01</a:t>
            </a:r>
            <a:endParaRPr lang="zh-CN" altLang="en-US" sz="1800" b="1" dirty="0">
              <a:solidFill>
                <a:schemeClr val="tx2"/>
              </a:solidFill>
              <a:latin typeface="微软雅黑" panose="020B0503020204020204" pitchFamily="34" charset="-122"/>
              <a:ea typeface="微软雅黑" panose="020B0503020204020204" pitchFamily="34" charset="-122"/>
              <a:sym typeface="+mn-ea"/>
            </a:endParaRPr>
          </a:p>
        </p:txBody>
      </p:sp>
      <p:sp>
        <p:nvSpPr>
          <p:cNvPr id="47111" name="矩形 12"/>
          <p:cNvSpPr/>
          <p:nvPr/>
        </p:nvSpPr>
        <p:spPr>
          <a:xfrm>
            <a:off x="474663" y="2709863"/>
            <a:ext cx="4044950" cy="3840162"/>
          </a:xfrm>
          <a:prstGeom prst="rect">
            <a:avLst/>
          </a:prstGeom>
          <a:noFill/>
          <a:ln w="9525">
            <a:noFill/>
          </a:ln>
        </p:spPr>
        <p:txBody>
          <a:bodyPr>
            <a:spAutoFit/>
          </a:bodyPr>
          <a:lstStyle/>
          <a:p>
            <a:pPr marL="342900" indent="-342900">
              <a:lnSpc>
                <a:spcPct val="140000"/>
              </a:lnSpc>
              <a:buFont typeface="Wingdings" panose="05000000000000000000" pitchFamily="2" charset="2"/>
              <a:buChar char="n"/>
            </a:pPr>
            <a:r>
              <a:rPr lang="zh-CN" altLang="en-US" b="1" dirty="0">
                <a:solidFill>
                  <a:srgbClr val="000000"/>
                </a:solidFill>
                <a:latin typeface="微软雅黑" panose="020B0503020204020204" pitchFamily="34" charset="-122"/>
                <a:ea typeface="微软雅黑" panose="020B0503020204020204" pitchFamily="34" charset="-122"/>
              </a:rPr>
              <a:t>参与嘉宾 </a:t>
            </a:r>
            <a:r>
              <a:rPr lang="en-US" altLang="zh-CN" b="1" dirty="0">
                <a:solidFill>
                  <a:srgbClr val="000000"/>
                </a:solidFill>
                <a:latin typeface="微软雅黑" panose="020B0503020204020204" pitchFamily="34" charset="-122"/>
                <a:ea typeface="微软雅黑" panose="020B0503020204020204" pitchFamily="34" charset="-122"/>
              </a:rPr>
              <a:t>Guests</a:t>
            </a:r>
            <a:r>
              <a:rPr lang="zh-CN" altLang="en-US" b="1" dirty="0">
                <a:solidFill>
                  <a:srgbClr val="000000"/>
                </a:solidFill>
                <a:latin typeface="微软雅黑" panose="020B0503020204020204" pitchFamily="34" charset="-122"/>
                <a:ea typeface="微软雅黑" panose="020B0503020204020204" pitchFamily="34" charset="-122"/>
              </a:rPr>
              <a:t>：</a:t>
            </a:r>
            <a:endParaRPr lang="en-US" altLang="zh-CN" b="1" dirty="0">
              <a:solidFill>
                <a:srgbClr val="000000"/>
              </a:solidFill>
              <a:latin typeface="微软雅黑" panose="020B0503020204020204" pitchFamily="34" charset="-122"/>
              <a:ea typeface="微软雅黑" panose="020B0503020204020204" pitchFamily="34" charset="-122"/>
            </a:endParaRPr>
          </a:p>
          <a:p>
            <a:pPr marL="342900" indent="-342900">
              <a:lnSpc>
                <a:spcPct val="140000"/>
              </a:lnSpc>
            </a:pPr>
            <a:r>
              <a:rPr lang="en-US" altLang="zh-CN" dirty="0">
                <a:solidFill>
                  <a:srgbClr val="000000"/>
                </a:solidFill>
                <a:latin typeface="微软雅黑" panose="020B0503020204020204" pitchFamily="34" charset="-122"/>
                <a:ea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rPr>
              <a:t>灵笼</a:t>
            </a:r>
            <a:r>
              <a:rPr lang="en-US" altLang="zh-CN" dirty="0">
                <a:solidFill>
                  <a:srgbClr val="000000"/>
                </a:solidFill>
                <a:latin typeface="微软雅黑" panose="020B0503020204020204" pitchFamily="34" charset="-122"/>
                <a:ea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rPr>
              <a:t>出品人、艺画天开</a:t>
            </a:r>
            <a:r>
              <a:rPr lang="en-US" altLang="zh-CN" dirty="0">
                <a:solidFill>
                  <a:srgbClr val="000000"/>
                </a:solidFill>
                <a:latin typeface="微软雅黑" panose="020B0503020204020204" pitchFamily="34" charset="-122"/>
                <a:ea typeface="微软雅黑" panose="020B0503020204020204" pitchFamily="34" charset="-122"/>
              </a:rPr>
              <a:t>CEO	</a:t>
            </a:r>
            <a:r>
              <a:rPr lang="zh-CN" altLang="en-US" dirty="0">
                <a:solidFill>
                  <a:srgbClr val="000000"/>
                </a:solidFill>
                <a:latin typeface="微软雅黑" panose="020B0503020204020204" pitchFamily="34" charset="-122"/>
                <a:ea typeface="微软雅黑" panose="020B0503020204020204" pitchFamily="34" charset="-122"/>
              </a:rPr>
              <a:t>阮瑞 </a:t>
            </a:r>
            <a:endParaRPr lang="en-US" altLang="zh-CN" dirty="0">
              <a:solidFill>
                <a:srgbClr val="000000"/>
              </a:solidFill>
              <a:latin typeface="微软雅黑" panose="020B0503020204020204" pitchFamily="34" charset="-122"/>
              <a:ea typeface="微软雅黑" panose="020B0503020204020204" pitchFamily="34" charset="-122"/>
            </a:endParaRPr>
          </a:p>
          <a:p>
            <a:pPr marL="342900" indent="-342900">
              <a:lnSpc>
                <a:spcPct val="140000"/>
              </a:lnSpc>
            </a:pPr>
            <a:r>
              <a:rPr lang="en-US" altLang="zh-CN" sz="900" dirty="0">
                <a:solidFill>
                  <a:srgbClr val="000000"/>
                </a:solidFill>
                <a:latin typeface="微软雅黑" panose="020B0503020204020204" pitchFamily="34" charset="-122"/>
                <a:ea typeface="微软雅黑" panose="020B0503020204020204" pitchFamily="34" charset="-122"/>
              </a:rPr>
              <a:t>《INCARNATION》Producer &amp;                                Mr. Ruan Rui</a:t>
            </a:r>
            <a:endParaRPr lang="en-US" altLang="zh-CN" sz="900" dirty="0">
              <a:solidFill>
                <a:srgbClr val="000000"/>
              </a:solidFill>
              <a:latin typeface="微软雅黑" panose="020B0503020204020204" pitchFamily="34" charset="-122"/>
              <a:ea typeface="微软雅黑" panose="020B0503020204020204" pitchFamily="34" charset="-122"/>
            </a:endParaRPr>
          </a:p>
          <a:p>
            <a:pPr marL="342900" indent="-342900">
              <a:lnSpc>
                <a:spcPct val="140000"/>
              </a:lnSpc>
            </a:pPr>
            <a:r>
              <a:rPr lang="en-US" altLang="zh-CN" sz="900" dirty="0">
                <a:latin typeface="微软雅黑" panose="020B0503020204020204" pitchFamily="34" charset="-122"/>
                <a:ea typeface="微软雅黑" panose="020B0503020204020204" pitchFamily="34" charset="-122"/>
              </a:rPr>
              <a:t>YHKT ENTERTAINMENT CEO</a:t>
            </a:r>
            <a:endParaRPr lang="en-US" altLang="zh-CN" sz="900" dirty="0">
              <a:solidFill>
                <a:srgbClr val="000000"/>
              </a:solidFill>
              <a:latin typeface="微软雅黑" panose="020B0503020204020204" pitchFamily="34" charset="-122"/>
              <a:ea typeface="微软雅黑" panose="020B0503020204020204" pitchFamily="34" charset="-122"/>
            </a:endParaRPr>
          </a:p>
          <a:p>
            <a:pPr marL="342900" indent="-342900">
              <a:lnSpc>
                <a:spcPct val="140000"/>
              </a:lnSpc>
            </a:pPr>
            <a:r>
              <a:rPr lang="en-US" altLang="zh-CN" dirty="0">
                <a:solidFill>
                  <a:srgbClr val="000000"/>
                </a:solidFill>
                <a:latin typeface="微软雅黑" panose="020B0503020204020204" pitchFamily="34" charset="-122"/>
                <a:ea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rPr>
              <a:t>灵笼</a:t>
            </a:r>
            <a:r>
              <a:rPr lang="en-US" altLang="zh-CN" dirty="0">
                <a:solidFill>
                  <a:srgbClr val="000000"/>
                </a:solidFill>
                <a:latin typeface="微软雅黑" panose="020B0503020204020204" pitchFamily="34" charset="-122"/>
                <a:ea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rPr>
              <a:t>主创、音乐制作人</a:t>
            </a:r>
            <a:r>
              <a:rPr lang="en-US" altLang="zh-CN" dirty="0">
                <a:solidFill>
                  <a:srgbClr val="000000"/>
                </a:solidFill>
                <a:latin typeface="微软雅黑" panose="020B0503020204020204" pitchFamily="34" charset="-122"/>
                <a:ea typeface="微软雅黑" panose="020B0503020204020204" pitchFamily="34" charset="-122"/>
              </a:rPr>
              <a:t>	</a:t>
            </a:r>
            <a:r>
              <a:rPr lang="zh-CN" altLang="en-US" dirty="0">
                <a:solidFill>
                  <a:srgbClr val="000000"/>
                </a:solidFill>
                <a:latin typeface="微软雅黑" panose="020B0503020204020204" pitchFamily="34" charset="-122"/>
                <a:ea typeface="微软雅黑" panose="020B0503020204020204" pitchFamily="34" charset="-122"/>
              </a:rPr>
              <a:t>杨秉音</a:t>
            </a:r>
            <a:endParaRPr lang="en-US" altLang="zh-CN" dirty="0">
              <a:solidFill>
                <a:srgbClr val="000000"/>
              </a:solidFill>
              <a:latin typeface="微软雅黑" panose="020B0503020204020204" pitchFamily="34" charset="-122"/>
              <a:ea typeface="微软雅黑" panose="020B0503020204020204" pitchFamily="34" charset="-122"/>
            </a:endParaRPr>
          </a:p>
          <a:p>
            <a:pPr marL="342900" indent="-342900">
              <a:lnSpc>
                <a:spcPct val="140000"/>
              </a:lnSpc>
            </a:pPr>
            <a:r>
              <a:rPr lang="en-US" altLang="zh-CN" sz="1000" dirty="0">
                <a:solidFill>
                  <a:srgbClr val="000000"/>
                </a:solidFill>
                <a:latin typeface="微软雅黑" panose="020B0503020204020204" pitchFamily="34" charset="-122"/>
                <a:ea typeface="微软雅黑" panose="020B0503020204020204" pitchFamily="34" charset="-122"/>
              </a:rPr>
              <a:t>Creator/music producer of                              Mr. Yang Bingyin</a:t>
            </a:r>
            <a:endParaRPr lang="en-US" altLang="zh-CN" sz="1000" dirty="0">
              <a:solidFill>
                <a:srgbClr val="000000"/>
              </a:solidFill>
              <a:latin typeface="微软雅黑" panose="020B0503020204020204" pitchFamily="34" charset="-122"/>
              <a:ea typeface="微软雅黑" panose="020B0503020204020204" pitchFamily="34" charset="-122"/>
            </a:endParaRPr>
          </a:p>
          <a:p>
            <a:pPr marL="342900" indent="-342900">
              <a:lnSpc>
                <a:spcPct val="140000"/>
              </a:lnSpc>
            </a:pPr>
            <a:r>
              <a:rPr lang="en-US" altLang="zh-CN" sz="1000" dirty="0">
                <a:solidFill>
                  <a:srgbClr val="000000"/>
                </a:solidFill>
                <a:latin typeface="微软雅黑" panose="020B0503020204020204" pitchFamily="34" charset="-122"/>
                <a:ea typeface="微软雅黑" panose="020B0503020204020204" pitchFamily="34" charset="-122"/>
              </a:rPr>
              <a:t>《INCARNATION》    </a:t>
            </a:r>
            <a:endParaRPr lang="en-US" altLang="zh-CN" sz="1000" dirty="0">
              <a:solidFill>
                <a:srgbClr val="000000"/>
              </a:solidFill>
              <a:latin typeface="微软雅黑" panose="020B0503020204020204" pitchFamily="34" charset="-122"/>
              <a:ea typeface="微软雅黑" panose="020B0503020204020204" pitchFamily="34" charset="-122"/>
            </a:endParaRPr>
          </a:p>
          <a:p>
            <a:pPr marL="342900" indent="-342900">
              <a:lnSpc>
                <a:spcPct val="140000"/>
              </a:lnSpc>
            </a:pPr>
            <a:r>
              <a:rPr lang="zh-CN" altLang="en-US" dirty="0">
                <a:solidFill>
                  <a:srgbClr val="000000"/>
                </a:solidFill>
                <a:latin typeface="微软雅黑" panose="020B0503020204020204" pitchFamily="34" charset="-122"/>
                <a:ea typeface="微软雅黑" panose="020B0503020204020204" pitchFamily="34" charset="-122"/>
              </a:rPr>
              <a:t>奥迪中国设计师 </a:t>
            </a:r>
            <a:r>
              <a:rPr lang="en-US" altLang="zh-CN" dirty="0">
                <a:solidFill>
                  <a:srgbClr val="000000"/>
                </a:solidFill>
                <a:latin typeface="微软雅黑" panose="020B0503020204020204" pitchFamily="34" charset="-122"/>
                <a:ea typeface="微软雅黑" panose="020B0503020204020204" pitchFamily="34" charset="-122"/>
              </a:rPr>
              <a:t>		</a:t>
            </a:r>
            <a:r>
              <a:rPr lang="zh-CN" altLang="en-US" dirty="0">
                <a:solidFill>
                  <a:srgbClr val="000000"/>
                </a:solidFill>
                <a:latin typeface="微软雅黑" panose="020B0503020204020204" pitchFamily="34" charset="-122"/>
                <a:ea typeface="微软雅黑" panose="020B0503020204020204" pitchFamily="34" charset="-122"/>
              </a:rPr>
              <a:t>武云舟</a:t>
            </a:r>
            <a:endParaRPr lang="en-US" altLang="zh-CN" dirty="0">
              <a:solidFill>
                <a:srgbClr val="000000"/>
              </a:solidFill>
              <a:latin typeface="微软雅黑" panose="020B0503020204020204" pitchFamily="34" charset="-122"/>
              <a:ea typeface="微软雅黑" panose="020B0503020204020204" pitchFamily="34" charset="-122"/>
            </a:endParaRPr>
          </a:p>
          <a:p>
            <a:pPr marL="342900" indent="-342900">
              <a:lnSpc>
                <a:spcPct val="140000"/>
              </a:lnSpc>
            </a:pPr>
            <a:r>
              <a:rPr lang="en-US" altLang="zh-CN" sz="1000" dirty="0">
                <a:solidFill>
                  <a:srgbClr val="000000"/>
                </a:solidFill>
                <a:latin typeface="微软雅黑" panose="020B0503020204020204" pitchFamily="34" charset="-122"/>
                <a:ea typeface="微软雅黑" panose="020B0503020204020204" pitchFamily="34" charset="-122"/>
              </a:rPr>
              <a:t>Audi China Designer                                        Mr. Wu Yunzhou</a:t>
            </a:r>
            <a:endParaRPr lang="en-US" altLang="zh-CN" sz="1000" dirty="0">
              <a:solidFill>
                <a:srgbClr val="000000"/>
              </a:solidFill>
              <a:latin typeface="微软雅黑" panose="020B0503020204020204" pitchFamily="34" charset="-122"/>
              <a:ea typeface="微软雅黑" panose="020B0503020204020204" pitchFamily="34" charset="-122"/>
            </a:endParaRPr>
          </a:p>
          <a:p>
            <a:pPr marL="342900" indent="-342900">
              <a:lnSpc>
                <a:spcPct val="140000"/>
              </a:lnSpc>
            </a:pPr>
            <a:r>
              <a:rPr lang="zh-CN" altLang="en-US" dirty="0">
                <a:solidFill>
                  <a:srgbClr val="000000"/>
                </a:solidFill>
                <a:latin typeface="微软雅黑" panose="020B0503020204020204" pitchFamily="34" charset="-122"/>
                <a:ea typeface="微软雅黑" panose="020B0503020204020204" pitchFamily="34" charset="-122"/>
              </a:rPr>
              <a:t>中国滑板第一人</a:t>
            </a:r>
            <a:r>
              <a:rPr lang="en-US" altLang="zh-CN" dirty="0">
                <a:solidFill>
                  <a:srgbClr val="000000"/>
                </a:solidFill>
                <a:latin typeface="微软雅黑" panose="020B0503020204020204" pitchFamily="34" charset="-122"/>
                <a:ea typeface="微软雅黑" panose="020B0503020204020204" pitchFamily="34" charset="-122"/>
              </a:rPr>
              <a:t>		</a:t>
            </a:r>
            <a:r>
              <a:rPr lang="zh-CN" altLang="en-US" dirty="0">
                <a:solidFill>
                  <a:srgbClr val="000000"/>
                </a:solidFill>
                <a:latin typeface="微软雅黑" panose="020B0503020204020204" pitchFamily="34" charset="-122"/>
                <a:ea typeface="微软雅黑" panose="020B0503020204020204" pitchFamily="34" charset="-122"/>
              </a:rPr>
              <a:t>车霖</a:t>
            </a:r>
            <a:endParaRPr lang="en-US" altLang="zh-CN" dirty="0">
              <a:solidFill>
                <a:srgbClr val="000000"/>
              </a:solidFill>
              <a:latin typeface="微软雅黑" panose="020B0503020204020204" pitchFamily="34" charset="-122"/>
              <a:ea typeface="微软雅黑" panose="020B0503020204020204" pitchFamily="34" charset="-122"/>
            </a:endParaRPr>
          </a:p>
          <a:p>
            <a:pPr marL="342900" indent="-342900">
              <a:lnSpc>
                <a:spcPct val="140000"/>
              </a:lnSpc>
            </a:pPr>
            <a:r>
              <a:rPr lang="en-US" altLang="zh-CN" sz="1000" dirty="0">
                <a:solidFill>
                  <a:srgbClr val="000000"/>
                </a:solidFill>
                <a:latin typeface="微软雅黑" panose="020B0503020204020204" pitchFamily="34" charset="-122"/>
                <a:ea typeface="微软雅黑" panose="020B0503020204020204" pitchFamily="34" charset="-122"/>
              </a:rPr>
              <a:t>China's pioneering skateboarder                    Mr.Che Lin</a:t>
            </a:r>
            <a:endParaRPr lang="en-US" altLang="zh-CN" sz="1000" dirty="0">
              <a:solidFill>
                <a:srgbClr val="000000"/>
              </a:solidFill>
              <a:latin typeface="微软雅黑" panose="020B0503020204020204" pitchFamily="34" charset="-122"/>
              <a:ea typeface="微软雅黑" panose="020B0503020204020204" pitchFamily="34" charset="-122"/>
            </a:endParaRPr>
          </a:p>
          <a:p>
            <a:pPr marL="342900" indent="-342900">
              <a:lnSpc>
                <a:spcPct val="140000"/>
              </a:lnSpc>
            </a:pPr>
            <a:r>
              <a:rPr lang="zh-CN" altLang="en-US" dirty="0">
                <a:solidFill>
                  <a:srgbClr val="000000"/>
                </a:solidFill>
                <a:latin typeface="微软雅黑" panose="020B0503020204020204" pitchFamily="34" charset="-122"/>
                <a:ea typeface="微软雅黑" panose="020B0503020204020204" pitchFamily="34" charset="-122"/>
              </a:rPr>
              <a:t>品牌惊喜官</a:t>
            </a:r>
            <a:r>
              <a:rPr lang="en-US" altLang="zh-CN" dirty="0">
                <a:solidFill>
                  <a:srgbClr val="000000"/>
                </a:solidFill>
                <a:latin typeface="微软雅黑" panose="020B0503020204020204" pitchFamily="34" charset="-122"/>
                <a:ea typeface="微软雅黑" panose="020B0503020204020204" pitchFamily="34" charset="-122"/>
              </a:rPr>
              <a:t>			</a:t>
            </a:r>
            <a:r>
              <a:rPr lang="zh-CN" altLang="en-US" dirty="0">
                <a:solidFill>
                  <a:srgbClr val="000000"/>
                </a:solidFill>
                <a:latin typeface="微软雅黑" panose="020B0503020204020204" pitchFamily="34" charset="-122"/>
                <a:ea typeface="微软雅黑" panose="020B0503020204020204" pitchFamily="34" charset="-122"/>
              </a:rPr>
              <a:t>张总</a:t>
            </a:r>
            <a:endParaRPr lang="en-US" altLang="zh-CN" dirty="0">
              <a:solidFill>
                <a:srgbClr val="000000"/>
              </a:solidFill>
              <a:latin typeface="微软雅黑" panose="020B0503020204020204" pitchFamily="34" charset="-122"/>
              <a:ea typeface="微软雅黑" panose="020B0503020204020204" pitchFamily="34" charset="-122"/>
            </a:endParaRPr>
          </a:p>
          <a:p>
            <a:pPr marL="342900" indent="-342900">
              <a:lnSpc>
                <a:spcPct val="140000"/>
              </a:lnSpc>
            </a:pPr>
            <a:r>
              <a:rPr lang="en-US" altLang="zh-CN" sz="1000" dirty="0">
                <a:solidFill>
                  <a:srgbClr val="000000"/>
                </a:solidFill>
                <a:latin typeface="微软雅黑" panose="020B0503020204020204" pitchFamily="34" charset="-122"/>
                <a:ea typeface="微软雅黑" panose="020B0503020204020204" pitchFamily="34" charset="-122"/>
              </a:rPr>
              <a:t>Brand Surprise Officer                                     Mr. Zhang Qiang</a:t>
            </a:r>
            <a:endParaRPr lang="en-US" altLang="zh-CN" sz="1000" dirty="0">
              <a:solidFill>
                <a:srgbClr val="000000"/>
              </a:solidFill>
              <a:latin typeface="微软雅黑" panose="020B0503020204020204" pitchFamily="34" charset="-122"/>
              <a:ea typeface="微软雅黑" panose="020B0503020204020204" pitchFamily="34" charset="-122"/>
            </a:endParaRPr>
          </a:p>
          <a:p>
            <a:pPr marL="342900" indent="-342900">
              <a:lnSpc>
                <a:spcPct val="140000"/>
              </a:lnSpc>
              <a:buFont typeface="Wingdings" panose="05000000000000000000" pitchFamily="2" charset="2"/>
              <a:buChar char="n"/>
            </a:pPr>
            <a:r>
              <a:rPr lang="zh-CN" altLang="en-US" b="1" dirty="0">
                <a:solidFill>
                  <a:srgbClr val="000000"/>
                </a:solidFill>
                <a:latin typeface="微软雅黑" panose="020B0503020204020204" pitchFamily="34" charset="-122"/>
                <a:ea typeface="微软雅黑" panose="020B0503020204020204" pitchFamily="34" charset="-122"/>
              </a:rPr>
              <a:t>频道主理人 </a:t>
            </a:r>
            <a:r>
              <a:rPr lang="en-US" altLang="zh-CN" b="1" dirty="0">
                <a:solidFill>
                  <a:srgbClr val="000000"/>
                </a:solidFill>
                <a:latin typeface="微软雅黑" panose="020B0503020204020204" pitchFamily="34" charset="-122"/>
                <a:ea typeface="微软雅黑" panose="020B0503020204020204" pitchFamily="34" charset="-122"/>
              </a:rPr>
              <a:t>Channel Host</a:t>
            </a:r>
            <a:r>
              <a:rPr lang="zh-CN" altLang="en-US" b="1" dirty="0">
                <a:solidFill>
                  <a:srgbClr val="000000"/>
                </a:solidFill>
                <a:latin typeface="微软雅黑" panose="020B0503020204020204" pitchFamily="34" charset="-122"/>
                <a:ea typeface="微软雅黑" panose="020B0503020204020204" pitchFamily="34" charset="-122"/>
              </a:rPr>
              <a:t>：</a:t>
            </a:r>
            <a:endParaRPr lang="zh-CN" altLang="en-US" b="1" dirty="0">
              <a:solidFill>
                <a:srgbClr val="000000"/>
              </a:solidFill>
              <a:latin typeface="微软雅黑" panose="020B0503020204020204" pitchFamily="34" charset="-122"/>
              <a:ea typeface="微软雅黑" panose="020B0503020204020204" pitchFamily="34" charset="-122"/>
            </a:endParaRPr>
          </a:p>
          <a:p>
            <a:pPr marL="342900" indent="-342900">
              <a:lnSpc>
                <a:spcPct val="140000"/>
              </a:lnSpc>
            </a:pPr>
            <a:r>
              <a:rPr lang="zh-CN" altLang="en-US" dirty="0">
                <a:solidFill>
                  <a:srgbClr val="000000"/>
                </a:solidFill>
                <a:latin typeface="微软雅黑" panose="020B0503020204020204" pitchFamily="34" charset="-122"/>
                <a:ea typeface="微软雅黑" panose="020B0503020204020204" pitchFamily="34" charset="-122"/>
              </a:rPr>
              <a:t>中国内地主持人、潮流品牌</a:t>
            </a:r>
            <a:r>
              <a:rPr lang="en-US" altLang="zh-CN" dirty="0">
                <a:solidFill>
                  <a:srgbClr val="000000"/>
                </a:solidFill>
                <a:latin typeface="微软雅黑" panose="020B0503020204020204" pitchFamily="34" charset="-122"/>
                <a:ea typeface="微软雅黑" panose="020B0503020204020204" pitchFamily="34" charset="-122"/>
              </a:rPr>
              <a:t>NPC</a:t>
            </a:r>
            <a:r>
              <a:rPr lang="zh-CN" altLang="en-US" dirty="0">
                <a:solidFill>
                  <a:srgbClr val="000000"/>
                </a:solidFill>
                <a:latin typeface="微软雅黑" panose="020B0503020204020204" pitchFamily="34" charset="-122"/>
                <a:ea typeface="微软雅黑" panose="020B0503020204020204" pitchFamily="34" charset="-122"/>
              </a:rPr>
              <a:t>主理人   李晨</a:t>
            </a:r>
            <a:r>
              <a:rPr lang="en-US" altLang="zh-CN" dirty="0">
                <a:solidFill>
                  <a:srgbClr val="000000"/>
                </a:solidFill>
                <a:latin typeface="微软雅黑" panose="020B0503020204020204" pitchFamily="34" charset="-122"/>
                <a:ea typeface="微软雅黑" panose="020B0503020204020204" pitchFamily="34" charset="-122"/>
              </a:rPr>
              <a:t>Li Chen,Nic</a:t>
            </a:r>
            <a:endParaRPr lang="en-US" altLang="zh-CN" dirty="0">
              <a:solidFill>
                <a:srgbClr val="000000"/>
              </a:solidFill>
              <a:latin typeface="微软雅黑" panose="020B0503020204020204" pitchFamily="34" charset="-122"/>
              <a:ea typeface="微软雅黑" panose="020B0503020204020204" pitchFamily="34" charset="-122"/>
            </a:endParaRPr>
          </a:p>
          <a:p>
            <a:pPr marL="342900" indent="-342900">
              <a:lnSpc>
                <a:spcPct val="140000"/>
              </a:lnSpc>
            </a:pPr>
            <a:r>
              <a:rPr lang="en-US" altLang="zh-CN" sz="1000" dirty="0">
                <a:solidFill>
                  <a:srgbClr val="000000"/>
                </a:solidFill>
                <a:latin typeface="微软雅黑" panose="020B0503020204020204" pitchFamily="34" charset="-122"/>
                <a:ea typeface="微软雅黑" panose="020B0503020204020204" pitchFamily="34" charset="-122"/>
              </a:rPr>
              <a:t>Famous host and lead author of the fashion brand NPC</a:t>
            </a:r>
            <a:endParaRPr lang="en-US" altLang="zh-CN" sz="1000" dirty="0">
              <a:solidFill>
                <a:srgbClr val="000000"/>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cstate="email"/>
          <a:stretch>
            <a:fillRect/>
          </a:stretch>
        </p:blipFill>
        <p:spPr>
          <a:xfrm>
            <a:off x="5055809" y="2655888"/>
            <a:ext cx="2559642" cy="1706147"/>
          </a:xfrm>
          <a:prstGeom prst="rect">
            <a:avLst/>
          </a:prstGeom>
        </p:spPr>
      </p:pic>
      <p:pic>
        <p:nvPicPr>
          <p:cNvPr id="6" name="图片 5"/>
          <p:cNvPicPr>
            <a:picLocks noChangeAspect="1"/>
          </p:cNvPicPr>
          <p:nvPr/>
        </p:nvPicPr>
        <p:blipFill>
          <a:blip r:embed="rId2" cstate="email"/>
          <a:stretch>
            <a:fillRect/>
          </a:stretch>
        </p:blipFill>
        <p:spPr>
          <a:xfrm>
            <a:off x="5055809" y="4466171"/>
            <a:ext cx="2559642" cy="1706428"/>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0"/>
          <p:cNvSpPr txBox="1"/>
          <p:nvPr/>
        </p:nvSpPr>
        <p:spPr>
          <a:xfrm>
            <a:off x="5511165" y="4920615"/>
            <a:ext cx="3253105" cy="1398905"/>
          </a:xfrm>
          <a:prstGeom prst="rect">
            <a:avLst/>
          </a:prstGeom>
          <a:noFill/>
          <a:ln w="12700" cap="flat" cmpd="sng">
            <a:solidFill>
              <a:srgbClr val="F60537"/>
            </a:solidFill>
            <a:prstDash val="dash"/>
            <a:miter/>
            <a:headEnd type="none" w="med" len="med"/>
            <a:tailEnd type="none" w="med" len="med"/>
          </a:ln>
          <a:extLst>
            <a:ext uri="{909E8E84-426E-40DD-AFC4-6F175D3DCCD1}">
              <a14:hiddenFill xmlns:a14="http://schemas.microsoft.com/office/drawing/2010/main">
                <a:solidFill>
                  <a:schemeClr val="bg1"/>
                </a:solidFill>
              </a14:hiddenFill>
            </a:ext>
          </a:extLst>
        </p:spPr>
        <p:txBody>
          <a:bodyPr lIns="90000" anchor="ctr">
            <a:noAutofit/>
          </a:bodyPr>
          <a:lstStyle/>
          <a:p>
            <a:pPr lvl="0" algn="ctr">
              <a:buClrTx/>
              <a:buSzTx/>
              <a:buFont typeface="Wingdings" panose="05000000000000000000" pitchFamily="2" charset="2"/>
            </a:pPr>
            <a:endParaRPr lang="en-US" altLang="zh-CN"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1" name="矩形 20"/>
          <p:cNvSpPr/>
          <p:nvPr/>
        </p:nvSpPr>
        <p:spPr>
          <a:xfrm>
            <a:off x="0" y="1009015"/>
            <a:ext cx="9144000" cy="995045"/>
          </a:xfrm>
          <a:prstGeom prst="rect">
            <a:avLst/>
          </a:prstGeom>
          <a:solidFill>
            <a:srgbClr val="F50537"/>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50000"/>
              </a:lnSpc>
            </a:pPr>
            <a:r>
              <a:rPr lang="en-US" altLang="zh-CN"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Audi Channel</a:t>
            </a:r>
            <a:r>
              <a:rPr lang="zh-CN" altLang="en-US"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通过直播生态流量优化</a:t>
            </a:r>
            <a:r>
              <a:rPr lang="en-US" altLang="zh-CN"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内外资源流量</a:t>
            </a:r>
            <a:r>
              <a:rPr lang="zh-CN" altLang="en-US" b="1" dirty="0">
                <a:solidFill>
                  <a:schemeClr val="bg1"/>
                </a:solidFill>
                <a:latin typeface="微软雅黑" panose="020B0503020204020204" pitchFamily="34" charset="-122"/>
                <a:cs typeface="微软雅黑" panose="020B0503020204020204" pitchFamily="34" charset="-122"/>
                <a:sym typeface="+mn-ea"/>
              </a:rPr>
              <a:t>管理，</a:t>
            </a:r>
            <a:r>
              <a:rPr lang="zh-CN"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实现了品牌曝光度与好感度的</a:t>
            </a:r>
            <a:r>
              <a:rPr lang="zh-CN" altLang="en-US"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强势增长</a:t>
            </a:r>
            <a:endParaRPr lang="zh-CN" altLang="en-US"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lnSpc>
                <a:spcPct val="150000"/>
              </a:lnSpc>
            </a:pPr>
            <a:r>
              <a:rPr lang="zh-CN" altLang="en-US"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Audi Channel achieved a strong increase in brand exposure and favorability through live stream ecological flow optimization + internal and external resource flow management</a:t>
            </a:r>
            <a:endParaRPr lang="zh-CN" altLang="en-US"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p:cNvPicPr>
            <a:picLocks noChangeAspect="1"/>
          </p:cNvPicPr>
          <p:nvPr/>
        </p:nvPicPr>
        <p:blipFill>
          <a:blip r:embed="rId1" cstate="email"/>
          <a:stretch>
            <a:fillRect/>
          </a:stretch>
        </p:blipFill>
        <p:spPr>
          <a:xfrm>
            <a:off x="413385" y="5062855"/>
            <a:ext cx="844550" cy="844550"/>
          </a:xfrm>
          <a:prstGeom prst="rect">
            <a:avLst/>
          </a:prstGeom>
        </p:spPr>
      </p:pic>
      <p:sp>
        <p:nvSpPr>
          <p:cNvPr id="57349" name="标题 1"/>
          <p:cNvSpPr txBox="1"/>
          <p:nvPr/>
        </p:nvSpPr>
        <p:spPr>
          <a:xfrm>
            <a:off x="0" y="6350"/>
            <a:ext cx="9144000" cy="1325563"/>
          </a:xfrm>
          <a:prstGeom prst="rect">
            <a:avLst/>
          </a:prstGeom>
          <a:noFill/>
          <a:ln w="9525">
            <a:noFill/>
          </a:ln>
        </p:spPr>
        <p:txBody>
          <a:bodyPr lIns="540000" anchor="ctr">
            <a:noAutofit/>
          </a:bodyPr>
          <a:lstStyle/>
          <a:p>
            <a:pPr lvl="0" algn="l" eaLnBrk="0" hangingPunct="0">
              <a:lnSpc>
                <a:spcPct val="90000"/>
              </a:lnSpc>
              <a:buClrTx/>
              <a:buSzTx/>
              <a:buFontTx/>
            </a:pPr>
            <a:r>
              <a:rPr lang="en-US" altLang="zh-CN" sz="1800" b="1" dirty="0">
                <a:latin typeface="微软雅黑" panose="020B0503020204020204" pitchFamily="34" charset="-122"/>
                <a:ea typeface="微软雅黑" panose="020B0503020204020204" pitchFamily="34" charset="-122"/>
                <a:cs typeface="微软雅黑" panose="020B0503020204020204" pitchFamily="34" charset="-122"/>
                <a:sym typeface="+mn-ea"/>
              </a:rPr>
              <a:t>Audi Channel </a:t>
            </a: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rPr>
              <a:t>首秀成绩亮眼 Stunning results in </a:t>
            </a:r>
            <a:r>
              <a:rPr lang="en-US" altLang="zh-CN" sz="1800" b="1" dirty="0">
                <a:latin typeface="微软雅黑" panose="020B0503020204020204" pitchFamily="34" charset="-122"/>
                <a:ea typeface="微软雅黑" panose="020B0503020204020204" pitchFamily="34" charset="-122"/>
                <a:cs typeface="微软雅黑" panose="020B0503020204020204" pitchFamily="34" charset="-122"/>
                <a:sym typeface="+mn-ea"/>
              </a:rPr>
              <a:t>EP01</a:t>
            </a:r>
            <a:endParaRPr lang="en-US" altLang="zh-CN" sz="1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文本框 12"/>
          <p:cNvSpPr txBox="1"/>
          <p:nvPr/>
        </p:nvSpPr>
        <p:spPr>
          <a:xfrm>
            <a:off x="5511800" y="3278505"/>
            <a:ext cx="1270635" cy="891540"/>
          </a:xfrm>
          <a:prstGeom prst="rect">
            <a:avLst/>
          </a:prstGeom>
          <a:noFill/>
        </p:spPr>
        <p:txBody>
          <a:bodyPr wrap="square" rtlCol="0" anchor="t">
            <a:spAutoFit/>
          </a:bodyPr>
          <a:lstStyle/>
          <a:p>
            <a:pPr lvl="0" algn="ctr">
              <a:buClrTx/>
              <a:buSzTx/>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预热</a:t>
            </a:r>
            <a:r>
              <a:rPr lang="en-US"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rPr>
              <a:t>234</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家累计播放</a:t>
            </a:r>
            <a:r>
              <a:rPr lang="en-US"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rPr>
              <a:t>3400W</a:t>
            </a:r>
            <a:endParaRPr lang="en-US"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ctr">
              <a:buClrTx/>
              <a:buSzTx/>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参与直播间互动</a:t>
            </a:r>
            <a:r>
              <a:rPr lang="en-US"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rPr>
              <a:t>100家</a:t>
            </a:r>
            <a:endParaRPr lang="en-US"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7" name="组合 16"/>
          <p:cNvGrpSpPr/>
          <p:nvPr/>
        </p:nvGrpSpPr>
        <p:grpSpPr>
          <a:xfrm>
            <a:off x="1445895" y="2398395"/>
            <a:ext cx="4332455" cy="1777365"/>
            <a:chOff x="319" y="3156"/>
            <a:chExt cx="6920" cy="2799"/>
          </a:xfrm>
        </p:grpSpPr>
        <p:sp>
          <p:nvSpPr>
            <p:cNvPr id="81" name="文本框 80"/>
            <p:cNvSpPr txBox="1"/>
            <p:nvPr/>
          </p:nvSpPr>
          <p:spPr>
            <a:xfrm>
              <a:off x="319" y="4575"/>
              <a:ext cx="2771" cy="1355"/>
            </a:xfrm>
            <a:prstGeom prst="rect">
              <a:avLst/>
            </a:prstGeom>
            <a:noFill/>
          </p:spPr>
          <p:txBody>
            <a:bodyPr wrap="square" rtlCol="0" anchor="t">
              <a:spAutoFit/>
            </a:bodyPr>
            <a:lstStyle/>
            <a:p>
              <a:pPr lvl="0" algn="ctr">
                <a:buClrTx/>
                <a:buSzTx/>
                <a:buFont typeface="Wingdings" panose="05000000000000000000" pitchFamily="2" charset="2"/>
                <a:buNone/>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直播累积</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a:buClrTx/>
                <a:buSzTx/>
                <a:buFont typeface="Wingdings" panose="05000000000000000000" pitchFamily="2" charset="2"/>
                <a:buNone/>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观看量</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a:buClrTx/>
                <a:buSzTx/>
                <a:buFont typeface="Wingdings" panose="05000000000000000000" pitchFamily="2" charset="2"/>
                <a:buNone/>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Total views</a:t>
              </a:r>
              <a:endParaRPr lang="zh-CN" sz="1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a:buClrTx/>
                <a:buSzTx/>
                <a:buFont typeface="Wingdings" panose="05000000000000000000" pitchFamily="2" charset="2"/>
                <a:buNone/>
              </a:pPr>
              <a:r>
                <a:rPr lang="en-US" altLang="zh-CN"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rPr>
                <a:t>3.15mio+</a:t>
              </a:r>
              <a:endParaRPr lang="en-US" altLang="zh-CN"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2" name="文本框 81"/>
            <p:cNvSpPr txBox="1"/>
            <p:nvPr/>
          </p:nvSpPr>
          <p:spPr>
            <a:xfrm>
              <a:off x="2223" y="4575"/>
              <a:ext cx="2365" cy="1355"/>
            </a:xfrm>
            <a:prstGeom prst="rect">
              <a:avLst/>
            </a:prstGeom>
            <a:noFill/>
          </p:spPr>
          <p:txBody>
            <a:bodyPr wrap="square" rtlCol="0" anchor="t">
              <a:spAutoFit/>
            </a:bodyPr>
            <a:lstStyle/>
            <a:p>
              <a:pPr lvl="0" algn="ctr">
                <a:buClrTx/>
                <a:buSzTx/>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抖音</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a:buClrTx/>
                <a:buSzTx/>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总点赞量</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a:buClrTx/>
                <a:buSzTx/>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Tik Tok total likes</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a:buClrTx/>
                <a:buSzTx/>
                <a:buFont typeface="Wingdings" panose="05000000000000000000" pitchFamily="2" charset="2"/>
              </a:pPr>
              <a:r>
                <a:rPr lang="en-US" altLang="zh-CN"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rPr>
                <a:t>110 mio+</a:t>
              </a:r>
              <a:endParaRPr lang="en-US" altLang="zh-CN"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4" name="文本框 83"/>
            <p:cNvSpPr txBox="1"/>
            <p:nvPr/>
          </p:nvSpPr>
          <p:spPr>
            <a:xfrm>
              <a:off x="4179" y="4600"/>
              <a:ext cx="3060" cy="1355"/>
            </a:xfrm>
            <a:prstGeom prst="rect">
              <a:avLst/>
            </a:prstGeom>
            <a:noFill/>
          </p:spPr>
          <p:txBody>
            <a:bodyPr wrap="square" rtlCol="0" anchor="t">
              <a:spAutoFit/>
            </a:bodyPr>
            <a:lstStyle/>
            <a:p>
              <a:pPr lvl="0" algn="ctr">
                <a:buClrTx/>
                <a:buSzTx/>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首期直播</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a:buClrTx/>
                <a:buSzTx/>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涨粉量</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a:buClrTx/>
                <a:buSzTx/>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Tik Tok Fan growth </a:t>
              </a:r>
              <a:r>
                <a:rPr lang="en-US"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rPr>
                <a:t>100,000+</a:t>
              </a:r>
              <a:endParaRPr lang="en-US"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85" name="图片 84" descr="meiti"/>
            <p:cNvPicPr>
              <a:picLocks noChangeAspect="1"/>
            </p:cNvPicPr>
            <p:nvPr>
              <p:custDataLst>
                <p:tags r:id="rId2"/>
              </p:custDataLst>
            </p:nvPr>
          </p:nvPicPr>
          <p:blipFill>
            <a:blip r:embed="rId3" cstate="email"/>
            <a:stretch>
              <a:fillRect/>
            </a:stretch>
          </p:blipFill>
          <p:spPr>
            <a:xfrm>
              <a:off x="1185" y="3537"/>
              <a:ext cx="1038" cy="1038"/>
            </a:xfrm>
            <a:prstGeom prst="rect">
              <a:avLst/>
            </a:prstGeom>
          </p:spPr>
        </p:pic>
        <p:pic>
          <p:nvPicPr>
            <p:cNvPr id="87" name="图片 86" descr="fensix"/>
            <p:cNvPicPr>
              <a:picLocks noChangeAspect="1"/>
            </p:cNvPicPr>
            <p:nvPr>
              <p:custDataLst>
                <p:tags r:id="rId4"/>
              </p:custDataLst>
            </p:nvPr>
          </p:nvPicPr>
          <p:blipFill>
            <a:blip r:embed="rId5" cstate="email"/>
            <a:stretch>
              <a:fillRect/>
            </a:stretch>
          </p:blipFill>
          <p:spPr>
            <a:xfrm>
              <a:off x="5155" y="3646"/>
              <a:ext cx="786" cy="738"/>
            </a:xfrm>
            <a:prstGeom prst="rect">
              <a:avLst/>
            </a:prstGeom>
          </p:spPr>
        </p:pic>
        <p:pic>
          <p:nvPicPr>
            <p:cNvPr id="88" name="图片 87" descr="tianchongxing-"/>
            <p:cNvPicPr>
              <a:picLocks noChangeAspect="1"/>
            </p:cNvPicPr>
            <p:nvPr>
              <p:custDataLst>
                <p:tags r:id="rId6"/>
              </p:custDataLst>
            </p:nvPr>
          </p:nvPicPr>
          <p:blipFill>
            <a:blip r:embed="rId7" cstate="email"/>
            <a:stretch>
              <a:fillRect/>
            </a:stretch>
          </p:blipFill>
          <p:spPr>
            <a:xfrm>
              <a:off x="3090" y="3672"/>
              <a:ext cx="767" cy="767"/>
            </a:xfrm>
            <a:prstGeom prst="rect">
              <a:avLst/>
            </a:prstGeom>
          </p:spPr>
        </p:pic>
        <p:sp>
          <p:nvSpPr>
            <p:cNvPr id="89" name="文本框 10"/>
            <p:cNvSpPr txBox="1"/>
            <p:nvPr/>
          </p:nvSpPr>
          <p:spPr>
            <a:xfrm>
              <a:off x="1705" y="3156"/>
              <a:ext cx="0" cy="0"/>
            </a:xfrm>
            <a:prstGeom prst="rect">
              <a:avLst/>
            </a:prstGeom>
            <a:noFill/>
            <a:ln w="9525">
              <a:noFill/>
            </a:ln>
          </p:spPr>
          <p:txBody>
            <a:bodyPr wrap="none" anchor="ctr"/>
            <a:lstStyle/>
            <a:p>
              <a:endParaRPr lang="zh-CN" altLang="en-US" sz="200" dirty="0">
                <a:latin typeface="Audi Type" pitchFamily="34" charset="0"/>
                <a:ea typeface="微软雅黑" panose="020B0503020204020204" pitchFamily="34" charset="-122"/>
                <a:sym typeface="Audi Type" pitchFamily="34" charset="0"/>
              </a:endParaRPr>
            </a:p>
          </p:txBody>
        </p:sp>
      </p:grpSp>
      <p:pic>
        <p:nvPicPr>
          <p:cNvPr id="9" name="图片 8"/>
          <p:cNvPicPr>
            <a:picLocks noChangeAspect="1"/>
          </p:cNvPicPr>
          <p:nvPr>
            <p:custDataLst>
              <p:tags r:id="rId8"/>
            </p:custDataLst>
          </p:nvPr>
        </p:nvPicPr>
        <p:blipFill>
          <a:blip r:embed="rId9" cstate="email"/>
          <a:stretch>
            <a:fillRect/>
          </a:stretch>
        </p:blipFill>
        <p:spPr>
          <a:xfrm>
            <a:off x="799465" y="2640330"/>
            <a:ext cx="598805" cy="607060"/>
          </a:xfrm>
          <a:prstGeom prst="rect">
            <a:avLst/>
          </a:prstGeom>
        </p:spPr>
      </p:pic>
      <p:sp>
        <p:nvSpPr>
          <p:cNvPr id="39" name="文本框 38"/>
          <p:cNvSpPr txBox="1"/>
          <p:nvPr/>
        </p:nvSpPr>
        <p:spPr>
          <a:xfrm>
            <a:off x="111125" y="3247390"/>
            <a:ext cx="1975485" cy="891540"/>
          </a:xfrm>
          <a:prstGeom prst="rect">
            <a:avLst/>
          </a:prstGeom>
          <a:noFill/>
        </p:spPr>
        <p:txBody>
          <a:bodyPr wrap="square" rtlCol="0" anchor="t">
            <a:spAutoFit/>
          </a:bodyPr>
          <a:lstStyle/>
          <a:p>
            <a:pPr lvl="0" algn="ctr">
              <a:buClrTx/>
              <a:buSzTx/>
              <a:buFont typeface="Wingdings" panose="05000000000000000000" pitchFamily="2" charset="2"/>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全网累积</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a:buClrTx/>
              <a:buSzTx/>
              <a:buFont typeface="Wingdings" panose="05000000000000000000" pitchFamily="2" charset="2"/>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sym typeface="+mn-ea"/>
              </a:rPr>
              <a:t>曝光量</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a:buClrTx/>
              <a:buSzTx/>
              <a:buFont typeface="Wingdings" panose="05000000000000000000" pitchFamily="2" charset="2"/>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Network exposure</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a:buClrTx/>
              <a:buSzTx/>
              <a:buFont typeface="Wingdings" panose="05000000000000000000" pitchFamily="2" charset="2"/>
            </a:pPr>
            <a:r>
              <a:rPr lang="en-US" altLang="zh-CN" sz="1600" b="1" i="1" dirty="0" smtClean="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rPr>
              <a:t>74mio+</a:t>
            </a:r>
            <a:endParaRPr lang="en-US" altLang="zh-CN" sz="1600" b="1" i="1" dirty="0" smtClean="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文本框 11"/>
          <p:cNvSpPr txBox="1"/>
          <p:nvPr/>
        </p:nvSpPr>
        <p:spPr>
          <a:xfrm>
            <a:off x="5657850" y="4920615"/>
            <a:ext cx="3028315" cy="460375"/>
          </a:xfrm>
          <a:prstGeom prst="rect">
            <a:avLst/>
          </a:prstGeom>
          <a:noFill/>
        </p:spPr>
        <p:txBody>
          <a:bodyPr wrap="square" rtlCol="0" anchor="t">
            <a:spAutoFit/>
          </a:bodyPr>
          <a:lstStyle/>
          <a:p>
            <a:pPr lvl="0" algn="ctr">
              <a:buClrTx/>
              <a:buSzTx/>
              <a:buFont typeface="Wingdings" panose="05000000000000000000" pitchFamily="2" charset="2"/>
              <a:buNone/>
            </a:pPr>
            <a:r>
              <a:rPr lang="zh-CN" b="1" dirty="0">
                <a:latin typeface="微软雅黑" panose="020B0503020204020204" pitchFamily="34" charset="-122"/>
                <a:ea typeface="微软雅黑" panose="020B0503020204020204" pitchFamily="34" charset="-122"/>
                <a:cs typeface="微软雅黑" panose="020B0503020204020204" pitchFamily="34" charset="-122"/>
                <a:sym typeface="+mn-ea"/>
              </a:rPr>
              <a:t>#Audi Channel</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相关</a:t>
            </a:r>
            <a:r>
              <a:rPr lang="zh-CN" b="1" dirty="0">
                <a:latin typeface="微软雅黑" panose="020B0503020204020204" pitchFamily="34" charset="-122"/>
                <a:ea typeface="微软雅黑" panose="020B0503020204020204" pitchFamily="34" charset="-122"/>
                <a:cs typeface="微软雅黑" panose="020B0503020204020204" pitchFamily="34" charset="-122"/>
                <a:sym typeface="+mn-ea"/>
              </a:rPr>
              <a:t>话题阅读量</a:t>
            </a:r>
            <a:endParaRPr lang="zh-CN"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a:buClrTx/>
              <a:buSzTx/>
              <a:buFont typeface="Wingdings" panose="05000000000000000000" pitchFamily="2" charset="2"/>
              <a:buNone/>
            </a:pPr>
            <a:r>
              <a:rPr lang="zh-CN" b="1" dirty="0">
                <a:latin typeface="微软雅黑" panose="020B0503020204020204" pitchFamily="34" charset="-122"/>
                <a:ea typeface="微软雅黑" panose="020B0503020204020204" pitchFamily="34" charset="-122"/>
                <a:cs typeface="微软雅黑" panose="020B0503020204020204" pitchFamily="34" charset="-122"/>
                <a:sym typeface="+mn-ea"/>
              </a:rPr>
              <a:t>Topic reading</a:t>
            </a:r>
            <a:endParaRPr lang="zh-CN"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4" name="图片 13" descr="huati"/>
          <p:cNvPicPr>
            <a:picLocks noChangeAspect="1"/>
          </p:cNvPicPr>
          <p:nvPr>
            <p:custDataLst>
              <p:tags r:id="rId10"/>
            </p:custDataLst>
          </p:nvPr>
        </p:nvPicPr>
        <p:blipFill>
          <a:blip r:embed="rId11" cstate="email"/>
          <a:stretch>
            <a:fillRect/>
          </a:stretch>
        </p:blipFill>
        <p:spPr>
          <a:xfrm>
            <a:off x="4704080" y="5109210"/>
            <a:ext cx="807720" cy="859155"/>
          </a:xfrm>
          <a:prstGeom prst="rect">
            <a:avLst/>
          </a:prstGeom>
        </p:spPr>
      </p:pic>
      <p:pic>
        <p:nvPicPr>
          <p:cNvPr id="15" name="图片 14" descr="Sdian"/>
          <p:cNvPicPr>
            <a:picLocks noChangeAspect="1"/>
          </p:cNvPicPr>
          <p:nvPr>
            <p:custDataLst>
              <p:tags r:id="rId12"/>
            </p:custDataLst>
          </p:nvPr>
        </p:nvPicPr>
        <p:blipFill>
          <a:blip r:embed="rId13" cstate="email"/>
          <a:stretch>
            <a:fillRect/>
          </a:stretch>
        </p:blipFill>
        <p:spPr>
          <a:xfrm>
            <a:off x="5778500" y="2641600"/>
            <a:ext cx="673735" cy="673735"/>
          </a:xfrm>
          <a:prstGeom prst="rect">
            <a:avLst/>
          </a:prstGeom>
        </p:spPr>
      </p:pic>
      <p:grpSp>
        <p:nvGrpSpPr>
          <p:cNvPr id="20" name="组合 19"/>
          <p:cNvGrpSpPr/>
          <p:nvPr/>
        </p:nvGrpSpPr>
        <p:grpSpPr>
          <a:xfrm>
            <a:off x="1375410" y="4938395"/>
            <a:ext cx="3089910" cy="1398905"/>
            <a:chOff x="2923" y="7854"/>
            <a:chExt cx="4866" cy="2203"/>
          </a:xfrm>
        </p:grpSpPr>
        <p:sp>
          <p:nvSpPr>
            <p:cNvPr id="11" name="文本框 20"/>
            <p:cNvSpPr txBox="1"/>
            <p:nvPr/>
          </p:nvSpPr>
          <p:spPr>
            <a:xfrm>
              <a:off x="2923" y="7854"/>
              <a:ext cx="4751" cy="2203"/>
            </a:xfrm>
            <a:prstGeom prst="rect">
              <a:avLst/>
            </a:prstGeom>
            <a:noFill/>
            <a:ln w="12700" cap="flat" cmpd="sng">
              <a:solidFill>
                <a:srgbClr val="F60537"/>
              </a:solidFill>
              <a:prstDash val="dash"/>
              <a:miter/>
              <a:headEnd type="none" w="med" len="med"/>
              <a:tailEnd type="none" w="med" len="med"/>
            </a:ln>
            <a:extLst>
              <a:ext uri="{909E8E84-426E-40DD-AFC4-6F175D3DCCD1}">
                <a14:hiddenFill xmlns:a14="http://schemas.microsoft.com/office/drawing/2010/main">
                  <a:solidFill>
                    <a:schemeClr val="bg1"/>
                  </a:solidFill>
                </a14:hiddenFill>
              </a:ext>
            </a:extLst>
          </p:spPr>
          <p:txBody>
            <a:bodyPr lIns="90000" anchor="ctr">
              <a:noAutofit/>
            </a:bodyPr>
            <a:lstStyle/>
            <a:p>
              <a:pPr lvl="0" algn="ctr">
                <a:buClrTx/>
                <a:buSzTx/>
                <a:buFont typeface="Wingdings" panose="05000000000000000000" pitchFamily="2" charset="2"/>
              </a:pPr>
              <a:endParaRPr lang="en-US" altLang="zh-CN"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文本框 4"/>
            <p:cNvSpPr txBox="1"/>
            <p:nvPr/>
          </p:nvSpPr>
          <p:spPr>
            <a:xfrm>
              <a:off x="2926" y="8123"/>
              <a:ext cx="3297" cy="677"/>
            </a:xfrm>
            <a:prstGeom prst="rect">
              <a:avLst/>
            </a:prstGeom>
            <a:noFill/>
          </p:spPr>
          <p:txBody>
            <a:bodyPr wrap="square" rtlCol="0" anchor="t">
              <a:spAutoFit/>
            </a:bodyPr>
            <a:lstStyle/>
            <a:p>
              <a:pPr lvl="0" algn="ctr">
                <a:buClrTx/>
                <a:buSzTx/>
                <a:buFontTx/>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奥迪京东旗舰店访问量</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a:buClrTx/>
                <a:buSzTx/>
                <a:buFontTx/>
                <a:buNone/>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Audi JD flagship store visits</a:t>
              </a:r>
              <a:endParaRPr lang="zh-CN" altLang="en-US" sz="1000" b="1" i="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文本框 5"/>
            <p:cNvSpPr txBox="1"/>
            <p:nvPr/>
          </p:nvSpPr>
          <p:spPr>
            <a:xfrm>
              <a:off x="2981" y="8956"/>
              <a:ext cx="3365" cy="919"/>
            </a:xfrm>
            <a:prstGeom prst="rect">
              <a:avLst/>
            </a:prstGeom>
            <a:noFill/>
          </p:spPr>
          <p:txBody>
            <a:bodyPr wrap="square" rtlCol="0" anchor="t">
              <a:spAutoFit/>
            </a:bodyPr>
            <a:lstStyle/>
            <a:p>
              <a:pPr lvl="0" algn="ctr">
                <a:buClrTx/>
                <a:buSzTx/>
                <a:buFontTx/>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王一博联名限量款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A3</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预约量</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a:buClrTx/>
                <a:buSzTx/>
                <a:buFontTx/>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Wang Yibo joint limited </a:t>
              </a:r>
              <a:endPar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a:buClrTx/>
                <a:buSzTx/>
                <a:buFontTx/>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edition A3 reservations</a:t>
              </a:r>
              <a:endPar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8" name="文本框 17"/>
            <p:cNvSpPr txBox="1"/>
            <p:nvPr/>
          </p:nvSpPr>
          <p:spPr>
            <a:xfrm>
              <a:off x="5785" y="8171"/>
              <a:ext cx="1907" cy="533"/>
            </a:xfrm>
            <a:prstGeom prst="rect">
              <a:avLst/>
            </a:prstGeom>
            <a:noFill/>
          </p:spPr>
          <p:txBody>
            <a:bodyPr wrap="square" rtlCol="0" anchor="t">
              <a:spAutoFit/>
            </a:bodyPr>
            <a:lstStyle/>
            <a:p>
              <a:pPr lvl="0" algn="ctr">
                <a:buClrTx/>
                <a:buSzTx/>
                <a:buFont typeface="Wingdings" panose="05000000000000000000" pitchFamily="2" charset="2"/>
                <a:buNone/>
              </a:pPr>
              <a:r>
                <a:rPr lang="en-US" altLang="zh-CN" sz="1600" b="1" i="1" dirty="0" smtClean="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rPr>
                <a:t>80,000+</a:t>
              </a:r>
              <a:endParaRPr lang="en-US" altLang="zh-CN" sz="16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9" name="文本框 18"/>
            <p:cNvSpPr txBox="1"/>
            <p:nvPr/>
          </p:nvSpPr>
          <p:spPr>
            <a:xfrm>
              <a:off x="5785" y="9357"/>
              <a:ext cx="2004" cy="533"/>
            </a:xfrm>
            <a:prstGeom prst="rect">
              <a:avLst/>
            </a:prstGeom>
            <a:noFill/>
          </p:spPr>
          <p:txBody>
            <a:bodyPr wrap="square" rtlCol="0" anchor="t">
              <a:spAutoFit/>
            </a:bodyPr>
            <a:lstStyle/>
            <a:p>
              <a:pPr lvl="0" algn="ctr">
                <a:buClrTx/>
                <a:buSzTx/>
                <a:buFont typeface="Wingdings" panose="05000000000000000000" pitchFamily="2" charset="2"/>
              </a:pPr>
              <a:r>
                <a:rPr lang="en-US" altLang="zh-CN" sz="1600" b="1" i="1" dirty="0" smtClean="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rPr>
                <a:t>20,000+</a:t>
              </a:r>
              <a:endParaRPr lang="en-US" altLang="zh-CN" sz="16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22" name="圆角矩形 21"/>
          <p:cNvSpPr/>
          <p:nvPr/>
        </p:nvSpPr>
        <p:spPr>
          <a:xfrm>
            <a:off x="413385" y="4206875"/>
            <a:ext cx="4060190" cy="582930"/>
          </a:xfrm>
          <a:prstGeom prst="roundRect">
            <a:avLst/>
          </a:prstGeom>
          <a:noFill/>
          <a:ln w="9525">
            <a:solidFill>
              <a:schemeClr val="bg2">
                <a:lumMod val="50000"/>
              </a:schemeClr>
            </a:solidFill>
            <a:prstDash val="lgDash"/>
          </a:ln>
          <a:extLst>
            <a:ext uri="{909E8E84-426E-40DD-AFC4-6F175D3DCCD1}">
              <a14:hiddenFill xmlns:a14="http://schemas.microsoft.com/office/drawing/2010/main">
                <a:solidFill>
                  <a:schemeClr val="bg1">
                    <a:lumMod val="50000"/>
                  </a:schemeClr>
                </a:solidFill>
              </a14:hiddenFill>
            </a:ext>
          </a:extLst>
        </p:spPr>
        <p:txBody>
          <a:bodyPr anchor="ctr">
            <a:noAutofit/>
          </a:bodyPr>
          <a:lstStyle/>
          <a:p>
            <a:pPr lvl="0" algn="ctr">
              <a:buClrTx/>
              <a:buSzTx/>
              <a:buFontTx/>
            </a:pPr>
            <a:r>
              <a:rPr lang="zh-CN" altLang="en-US" b="1" spc="600" dirty="0">
                <a:solidFill>
                  <a:schemeClr val="tx1">
                    <a:lumMod val="85000"/>
                    <a:lumOff val="15000"/>
                  </a:schemeClr>
                </a:solidFill>
                <a:ea typeface="微软雅黑" panose="020B0503020204020204" pitchFamily="34" charset="-122"/>
                <a:cs typeface="Arial" panose="020B0604020202020204" pitchFamily="34" charset="0"/>
                <a:sym typeface="+mn-ea"/>
              </a:rPr>
              <a:t>横向拓展 资源赋能</a:t>
            </a:r>
            <a:endParaRPr lang="zh-CN" altLang="en-US" b="1" spc="600" dirty="0">
              <a:solidFill>
                <a:schemeClr val="tx1">
                  <a:lumMod val="85000"/>
                  <a:lumOff val="15000"/>
                </a:schemeClr>
              </a:solidFill>
              <a:ea typeface="微软雅黑" panose="020B0503020204020204" pitchFamily="34" charset="-122"/>
              <a:cs typeface="Arial" panose="020B0604020202020204" pitchFamily="34" charset="0"/>
              <a:sym typeface="+mn-ea"/>
            </a:endParaRPr>
          </a:p>
          <a:p>
            <a:pPr lvl="0" algn="ctr">
              <a:buClrTx/>
              <a:buSzTx/>
              <a:buFontTx/>
            </a:pP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Internal development and resource sharing</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3" name="圆角矩形 22"/>
          <p:cNvSpPr/>
          <p:nvPr/>
        </p:nvSpPr>
        <p:spPr>
          <a:xfrm>
            <a:off x="378460" y="2173605"/>
            <a:ext cx="8385810" cy="407035"/>
          </a:xfrm>
          <a:prstGeom prst="roundRect">
            <a:avLst/>
          </a:prstGeom>
          <a:noFill/>
          <a:ln w="9525">
            <a:solidFill>
              <a:schemeClr val="bg2">
                <a:lumMod val="50000"/>
              </a:schemeClr>
            </a:solidFill>
            <a:prstDash val="lgDash"/>
          </a:ln>
          <a:extLst>
            <a:ext uri="{909E8E84-426E-40DD-AFC4-6F175D3DCCD1}">
              <a14:hiddenFill xmlns:a14="http://schemas.microsoft.com/office/drawing/2010/main">
                <a:solidFill>
                  <a:schemeClr val="bg1">
                    <a:lumMod val="50000"/>
                  </a:schemeClr>
                </a:solidFill>
              </a14:hiddenFill>
            </a:ext>
          </a:extLst>
        </p:spPr>
        <p:txBody>
          <a:bodyPr anchor="ctr"/>
          <a:lstStyle/>
          <a:p>
            <a:pPr algn="ctr"/>
            <a:r>
              <a:rPr lang="zh-CN" altLang="en-US" b="1" spc="600" dirty="0">
                <a:solidFill>
                  <a:schemeClr val="tx1">
                    <a:lumMod val="85000"/>
                    <a:lumOff val="15000"/>
                  </a:schemeClr>
                </a:solidFill>
                <a:ea typeface="微软雅黑" panose="020B0503020204020204" pitchFamily="34" charset="-122"/>
                <a:cs typeface="Arial" panose="020B0604020202020204" pitchFamily="34" charset="0"/>
              </a:rPr>
              <a:t>全网瞩目 </a:t>
            </a:r>
            <a:r>
              <a:rPr lang="en-US" altLang="zh-CN" b="1" spc="600" dirty="0">
                <a:solidFill>
                  <a:schemeClr val="tx1">
                    <a:lumMod val="85000"/>
                    <a:lumOff val="15000"/>
                  </a:schemeClr>
                </a:solidFill>
                <a:ea typeface="微软雅黑" panose="020B0503020204020204" pitchFamily="34" charset="-122"/>
                <a:cs typeface="Arial" panose="020B0604020202020204" pitchFamily="34" charset="0"/>
              </a:rPr>
              <a:t>C</a:t>
            </a:r>
            <a:r>
              <a:rPr lang="zh-CN" altLang="en-US" b="1" spc="600" dirty="0">
                <a:solidFill>
                  <a:schemeClr val="tx1">
                    <a:lumMod val="85000"/>
                    <a:lumOff val="15000"/>
                  </a:schemeClr>
                </a:solidFill>
                <a:ea typeface="微软雅黑" panose="020B0503020204020204" pitchFamily="34" charset="-122"/>
                <a:cs typeface="Arial" panose="020B0604020202020204" pitchFamily="34" charset="0"/>
              </a:rPr>
              <a:t>位出道</a:t>
            </a:r>
            <a:endParaRPr lang="zh-CN" altLang="en-US" b="1" spc="600" dirty="0">
              <a:solidFill>
                <a:schemeClr val="tx1">
                  <a:lumMod val="85000"/>
                  <a:lumOff val="15000"/>
                </a:schemeClr>
              </a:solidFill>
              <a:ea typeface="微软雅黑" panose="020B0503020204020204" pitchFamily="34" charset="-122"/>
              <a:cs typeface="Arial" panose="020B0604020202020204" pitchFamily="34" charset="0"/>
            </a:endParaRPr>
          </a:p>
          <a:p>
            <a:pPr algn="ct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Attention of the whole network</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7867333" y="5451475"/>
            <a:ext cx="882015" cy="306705"/>
          </a:xfrm>
          <a:prstGeom prst="rect">
            <a:avLst/>
          </a:prstGeom>
          <a:noFill/>
        </p:spPr>
        <p:txBody>
          <a:bodyPr wrap="none" rtlCol="0" anchor="t">
            <a:spAutoFit/>
          </a:bodyPr>
          <a:lstStyle/>
          <a:p>
            <a:pPr lvl="0" indent="0" algn="ctr">
              <a:buClrTx/>
              <a:buSzTx/>
              <a:buFont typeface="Wingdings" panose="05000000000000000000" pitchFamily="2" charset="2"/>
              <a:buNone/>
            </a:pPr>
            <a:r>
              <a:rPr lang="en-US" altLang="zh-CN"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rPr>
              <a:t>30mio</a:t>
            </a:r>
            <a:r>
              <a:rPr lang="zh-CN"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 name="文本框 6"/>
          <p:cNvSpPr txBox="1"/>
          <p:nvPr/>
        </p:nvSpPr>
        <p:spPr>
          <a:xfrm>
            <a:off x="7811770" y="5922645"/>
            <a:ext cx="994410" cy="306705"/>
          </a:xfrm>
          <a:prstGeom prst="rect">
            <a:avLst/>
          </a:prstGeom>
          <a:noFill/>
        </p:spPr>
        <p:txBody>
          <a:bodyPr wrap="square" rtlCol="0" anchor="t">
            <a:spAutoFit/>
          </a:bodyPr>
          <a:lstStyle/>
          <a:p>
            <a:pPr lvl="0" indent="0" algn="ctr">
              <a:buClrTx/>
              <a:buSzTx/>
              <a:buFont typeface="Wingdings" panose="05000000000000000000" pitchFamily="2" charset="2"/>
              <a:buNone/>
            </a:pPr>
            <a:r>
              <a:rPr lang="en-US" altLang="zh-CN"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rPr>
              <a:t>100mio</a:t>
            </a:r>
            <a:r>
              <a:rPr lang="zh-CN"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文本框 7"/>
          <p:cNvSpPr txBox="1"/>
          <p:nvPr/>
        </p:nvSpPr>
        <p:spPr>
          <a:xfrm>
            <a:off x="5662930" y="5420995"/>
            <a:ext cx="2204720" cy="398780"/>
          </a:xfrm>
          <a:prstGeom prst="rect">
            <a:avLst/>
          </a:prstGeom>
          <a:solidFill>
            <a:schemeClr val="bg1">
              <a:lumMod val="95000"/>
            </a:schemeClr>
          </a:solidFill>
        </p:spPr>
        <p:txBody>
          <a:bodyPr wrap="square" rtlCol="0">
            <a:spAutoFit/>
          </a:bodyPr>
          <a:lstStyle/>
          <a:p>
            <a:pPr algn="ctr"/>
            <a:r>
              <a:rPr lang="zh-CN" altLang="en-US" sz="1000" i="1">
                <a:latin typeface="微软雅黑" panose="020B0503020204020204" pitchFamily="34" charset="-122"/>
                <a:ea typeface="微软雅黑" panose="020B0503020204020204" pitchFamily="34" charset="-122"/>
              </a:rPr>
              <a:t>截至直播结束</a:t>
            </a:r>
            <a:endParaRPr lang="zh-CN" altLang="en-US" sz="1000" i="1">
              <a:latin typeface="微软雅黑" panose="020B0503020204020204" pitchFamily="34" charset="-122"/>
              <a:ea typeface="微软雅黑" panose="020B0503020204020204" pitchFamily="34" charset="-122"/>
            </a:endParaRPr>
          </a:p>
          <a:p>
            <a:pPr algn="ctr"/>
            <a:r>
              <a:rPr lang="zh-CN" altLang="en-US" sz="1000" i="1">
                <a:latin typeface="微软雅黑" panose="020B0503020204020204" pitchFamily="34" charset="-122"/>
                <a:ea typeface="微软雅黑" panose="020B0503020204020204" pitchFamily="34" charset="-122"/>
              </a:rPr>
              <a:t>By the end of the live broadcast</a:t>
            </a:r>
            <a:endParaRPr lang="zh-CN" altLang="en-US" sz="1000" i="1">
              <a:latin typeface="微软雅黑" panose="020B0503020204020204" pitchFamily="34" charset="-122"/>
              <a:ea typeface="微软雅黑" panose="020B0503020204020204" pitchFamily="34" charset="-122"/>
            </a:endParaRPr>
          </a:p>
        </p:txBody>
      </p:sp>
      <p:sp>
        <p:nvSpPr>
          <p:cNvPr id="26" name="文本框 25"/>
          <p:cNvSpPr txBox="1"/>
          <p:nvPr/>
        </p:nvSpPr>
        <p:spPr>
          <a:xfrm>
            <a:off x="5657850" y="5876290"/>
            <a:ext cx="2209165" cy="398780"/>
          </a:xfrm>
          <a:prstGeom prst="rect">
            <a:avLst/>
          </a:prstGeom>
          <a:solidFill>
            <a:schemeClr val="bg1">
              <a:lumMod val="95000"/>
            </a:schemeClr>
          </a:solidFill>
        </p:spPr>
        <p:txBody>
          <a:bodyPr wrap="square" rtlCol="0">
            <a:spAutoFit/>
          </a:bodyPr>
          <a:lstStyle/>
          <a:p>
            <a:pPr algn="ctr"/>
            <a:r>
              <a:rPr lang="zh-CN" altLang="en-US" sz="1000" i="1">
                <a:latin typeface="微软雅黑" panose="020B0503020204020204" pitchFamily="34" charset="-122"/>
                <a:ea typeface="微软雅黑" panose="020B0503020204020204" pitchFamily="34" charset="-122"/>
              </a:rPr>
              <a:t>截至</a:t>
            </a:r>
            <a:r>
              <a:rPr lang="en-US" altLang="zh-CN" sz="1000" i="1">
                <a:latin typeface="微软雅黑" panose="020B0503020204020204" pitchFamily="34" charset="-122"/>
                <a:ea typeface="微软雅黑" panose="020B0503020204020204" pitchFamily="34" charset="-122"/>
              </a:rPr>
              <a:t>11</a:t>
            </a:r>
            <a:r>
              <a:rPr lang="zh-CN" altLang="en-US" sz="1000" i="1">
                <a:latin typeface="微软雅黑" panose="020B0503020204020204" pitchFamily="34" charset="-122"/>
                <a:ea typeface="微软雅黑" panose="020B0503020204020204" pitchFamily="34" charset="-122"/>
              </a:rPr>
              <a:t>月</a:t>
            </a:r>
            <a:r>
              <a:rPr lang="en-US" altLang="zh-CN" sz="1000" i="1">
                <a:latin typeface="微软雅黑" panose="020B0503020204020204" pitchFamily="34" charset="-122"/>
                <a:ea typeface="微软雅黑" panose="020B0503020204020204" pitchFamily="34" charset="-122"/>
              </a:rPr>
              <a:t>20</a:t>
            </a:r>
            <a:r>
              <a:rPr lang="zh-CN" altLang="en-US" sz="1000" i="1">
                <a:latin typeface="微软雅黑" panose="020B0503020204020204" pitchFamily="34" charset="-122"/>
                <a:ea typeface="微软雅黑" panose="020B0503020204020204" pitchFamily="34" charset="-122"/>
              </a:rPr>
              <a:t>日</a:t>
            </a:r>
            <a:endParaRPr lang="zh-CN" altLang="en-US" sz="1000" i="1">
              <a:latin typeface="微软雅黑" panose="020B0503020204020204" pitchFamily="34" charset="-122"/>
              <a:ea typeface="微软雅黑" panose="020B0503020204020204" pitchFamily="34" charset="-122"/>
            </a:endParaRPr>
          </a:p>
          <a:p>
            <a:pPr algn="ctr"/>
            <a:r>
              <a:rPr lang="zh-CN" altLang="en-US" sz="1000" i="1">
                <a:latin typeface="微软雅黑" panose="020B0503020204020204" pitchFamily="34" charset="-122"/>
                <a:ea typeface="微软雅黑" panose="020B0503020204020204" pitchFamily="34" charset="-122"/>
              </a:rPr>
              <a:t>As of 18:00, November 20</a:t>
            </a:r>
            <a:endParaRPr lang="zh-CN" altLang="en-US" sz="1000" i="1">
              <a:latin typeface="微软雅黑" panose="020B0503020204020204" pitchFamily="34" charset="-122"/>
              <a:ea typeface="微软雅黑" panose="020B0503020204020204" pitchFamily="34" charset="-122"/>
            </a:endParaRPr>
          </a:p>
        </p:txBody>
      </p:sp>
      <p:sp>
        <p:nvSpPr>
          <p:cNvPr id="27" name="圆角矩形 26"/>
          <p:cNvSpPr/>
          <p:nvPr/>
        </p:nvSpPr>
        <p:spPr>
          <a:xfrm>
            <a:off x="4848225" y="4206875"/>
            <a:ext cx="3901440" cy="582930"/>
          </a:xfrm>
          <a:prstGeom prst="roundRect">
            <a:avLst/>
          </a:prstGeom>
          <a:noFill/>
          <a:ln w="9525">
            <a:solidFill>
              <a:schemeClr val="bg2">
                <a:lumMod val="50000"/>
              </a:schemeClr>
            </a:solidFill>
            <a:prstDash val="lgDash"/>
          </a:ln>
          <a:extLst>
            <a:ext uri="{909E8E84-426E-40DD-AFC4-6F175D3DCCD1}">
              <a14:hiddenFill xmlns:a14="http://schemas.microsoft.com/office/drawing/2010/main">
                <a:solidFill>
                  <a:schemeClr val="bg1">
                    <a:lumMod val="50000"/>
                  </a:schemeClr>
                </a:solidFill>
              </a14:hiddenFill>
            </a:ext>
          </a:extLst>
        </p:spPr>
        <p:txBody>
          <a:bodyPr anchor="ctr">
            <a:noAutofit/>
          </a:bodyPr>
          <a:lstStyle/>
          <a:p>
            <a:pPr lvl="0" algn="ctr">
              <a:buClrTx/>
              <a:buSzTx/>
              <a:buFontTx/>
            </a:pPr>
            <a:r>
              <a:rPr lang="zh-CN" altLang="en-US" b="1" spc="600" dirty="0">
                <a:solidFill>
                  <a:schemeClr val="tx1">
                    <a:lumMod val="85000"/>
                    <a:lumOff val="15000"/>
                  </a:schemeClr>
                </a:solidFill>
                <a:ea typeface="微软雅黑" panose="020B0503020204020204" pitchFamily="34" charset="-122"/>
                <a:cs typeface="Arial" panose="020B0604020202020204" pitchFamily="34" charset="0"/>
                <a:sym typeface="+mn-ea"/>
              </a:rPr>
              <a:t>优质内容 持续发酵</a:t>
            </a:r>
            <a:endParaRPr lang="zh-CN" altLang="en-US" b="1" spc="600" dirty="0">
              <a:solidFill>
                <a:schemeClr val="tx1">
                  <a:lumMod val="85000"/>
                  <a:lumOff val="15000"/>
                </a:schemeClr>
              </a:solidFill>
              <a:ea typeface="微软雅黑" panose="020B0503020204020204" pitchFamily="34" charset="-122"/>
              <a:cs typeface="Arial" panose="020B0604020202020204" pitchFamily="34" charset="0"/>
              <a:sym typeface="+mn-ea"/>
            </a:endParaRPr>
          </a:p>
          <a:p>
            <a:pPr lvl="0" algn="ctr">
              <a:buClrTx/>
              <a:buSzTx/>
              <a:buFontTx/>
            </a:pPr>
            <a:r>
              <a:rPr lang="zh-CN" altLang="en-US" b="1" spc="600" dirty="0">
                <a:solidFill>
                  <a:schemeClr val="tx1">
                    <a:lumMod val="85000"/>
                    <a:lumOff val="15000"/>
                  </a:schemeClr>
                </a:solidFill>
                <a:ea typeface="微软雅黑" panose="020B0503020204020204" pitchFamily="34" charset="-122"/>
                <a:cs typeface="Arial" panose="020B0604020202020204" pitchFamily="34" charset="0"/>
                <a:sym typeface="+mn-ea"/>
              </a:rPr>
              <a:t> </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Continuous fermentation of </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a:buClrTx/>
              <a:buSzTx/>
              <a:buFontTx/>
            </a:pP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high quality content</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0" name="图片 9" descr="iconset0203"/>
          <p:cNvPicPr>
            <a:picLocks noChangeAspect="1"/>
          </p:cNvPicPr>
          <p:nvPr/>
        </p:nvPicPr>
        <p:blipFill>
          <a:blip r:embed="rId14"/>
          <a:stretch>
            <a:fillRect/>
          </a:stretch>
        </p:blipFill>
        <p:spPr>
          <a:xfrm>
            <a:off x="7273925" y="2536825"/>
            <a:ext cx="883285" cy="883285"/>
          </a:xfrm>
          <a:prstGeom prst="rect">
            <a:avLst/>
          </a:prstGeom>
        </p:spPr>
      </p:pic>
      <p:sp>
        <p:nvSpPr>
          <p:cNvPr id="16" name="文本框 15"/>
          <p:cNvSpPr txBox="1"/>
          <p:nvPr/>
        </p:nvSpPr>
        <p:spPr>
          <a:xfrm>
            <a:off x="6781800" y="3420110"/>
            <a:ext cx="1807845" cy="737235"/>
          </a:xfrm>
          <a:prstGeom prst="rect">
            <a:avLst/>
          </a:prstGeom>
          <a:noFill/>
        </p:spPr>
        <p:txBody>
          <a:bodyPr wrap="square" rtlCol="0" anchor="t">
            <a:spAutoFit/>
          </a:bodyPr>
          <a:lstStyle/>
          <a:p>
            <a:pPr lvl="0" algn="ctr">
              <a:buClrTx/>
              <a:buSzTx/>
              <a:buFont typeface="Wingdings" panose="05000000000000000000" pitchFamily="2" charset="2"/>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媒体报道</a:t>
            </a:r>
            <a:r>
              <a:rPr lang="en-US"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rPr>
              <a:t>2358</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篇</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，广告价值</a:t>
            </a:r>
            <a:r>
              <a:rPr lang="en-US"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rPr>
              <a:t>3亿元</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，热点话题排名</a:t>
            </a:r>
            <a:r>
              <a:rPr lang="en-US" sz="1400" b="1" i="1" dirty="0">
                <a:solidFill>
                  <a:srgbClr val="F50537"/>
                </a:solidFill>
                <a:latin typeface="微软雅黑" panose="020B0503020204020204" pitchFamily="34" charset="-122"/>
                <a:ea typeface="微软雅黑" panose="020B0503020204020204" pitchFamily="34" charset="-122"/>
                <a:cs typeface="微软雅黑" panose="020B0503020204020204" pitchFamily="34" charset="-122"/>
                <a:sym typeface="+mn-ea"/>
              </a:rPr>
              <a:t>top3</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1"/>
          <p:cNvSpPr>
            <a:spLocks noChangeArrowheads="1"/>
          </p:cNvSpPr>
          <p:nvPr/>
        </p:nvSpPr>
        <p:spPr bwMode="auto">
          <a:xfrm>
            <a:off x="1663700" y="1183005"/>
            <a:ext cx="7238365" cy="991235"/>
          </a:xfrm>
          <a:prstGeom prst="rect">
            <a:avLst/>
          </a:prstGeom>
          <a:solidFill>
            <a:srgbClr val="F50537"/>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defTabSz="1219200">
              <a:lnSpc>
                <a:spcPct val="150000"/>
              </a:lnSpc>
              <a:buFont typeface="Arial" panose="020B0604020202020204" pitchFamily="34" charset="0"/>
            </a:pPr>
            <a:r>
              <a:rPr kumimoji="1" lang="zh-CN" altLang="en-US" sz="1000" b="1" dirty="0">
                <a:solidFill>
                  <a:srgbClr val="FFFFFF"/>
                </a:solidFill>
                <a:latin typeface="+mj-ea"/>
                <a:ea typeface="+mj-ea"/>
                <a:sym typeface="+mn-ea"/>
              </a:rPr>
              <a:t>截止</a:t>
            </a:r>
            <a:r>
              <a:rPr kumimoji="1" lang="en-US" altLang="zh-CN" sz="1000" b="1" dirty="0">
                <a:solidFill>
                  <a:srgbClr val="FFFFFF"/>
                </a:solidFill>
                <a:latin typeface="+mj-ea"/>
                <a:ea typeface="+mj-ea"/>
                <a:sym typeface="+mn-ea"/>
              </a:rPr>
              <a:t>11</a:t>
            </a:r>
            <a:r>
              <a:rPr kumimoji="1" lang="zh-CN" altLang="en-US" sz="1000" b="1" dirty="0">
                <a:solidFill>
                  <a:srgbClr val="FFFFFF"/>
                </a:solidFill>
                <a:latin typeface="+mj-ea"/>
                <a:ea typeface="+mj-ea"/>
                <a:sym typeface="+mn-ea"/>
              </a:rPr>
              <a:t>月</a:t>
            </a:r>
            <a:r>
              <a:rPr kumimoji="1" lang="en-US" altLang="zh-CN" sz="1000" b="1" dirty="0">
                <a:solidFill>
                  <a:srgbClr val="FFFFFF"/>
                </a:solidFill>
                <a:latin typeface="+mj-ea"/>
                <a:ea typeface="+mj-ea"/>
                <a:sym typeface="+mn-ea"/>
              </a:rPr>
              <a:t>30</a:t>
            </a:r>
            <a:r>
              <a:rPr kumimoji="1" lang="zh-CN" altLang="en-US" sz="1000" b="1" dirty="0">
                <a:solidFill>
                  <a:srgbClr val="FFFFFF"/>
                </a:solidFill>
                <a:latin typeface="+mj-ea"/>
                <a:ea typeface="+mj-ea"/>
                <a:sym typeface="+mn-ea"/>
              </a:rPr>
              <a:t>日，关于“奥迪</a:t>
            </a:r>
            <a:r>
              <a:rPr kumimoji="1" lang="en-US" altLang="zh-CN" sz="1000" b="1" dirty="0">
                <a:solidFill>
                  <a:srgbClr val="FFFFFF"/>
                </a:solidFill>
                <a:latin typeface="+mj-ea"/>
                <a:ea typeface="+mj-ea"/>
                <a:sym typeface="+mn-ea"/>
              </a:rPr>
              <a:t>Channel</a:t>
            </a:r>
            <a:r>
              <a:rPr kumimoji="1" lang="zh-CN" altLang="en-US" sz="1000" b="1" dirty="0">
                <a:solidFill>
                  <a:srgbClr val="FFFFFF"/>
                </a:solidFill>
                <a:latin typeface="+mj-ea"/>
                <a:ea typeface="+mj-ea"/>
                <a:sym typeface="+mn-ea"/>
              </a:rPr>
              <a:t>直播项目“舆情总声量为</a:t>
            </a:r>
            <a:r>
              <a:rPr kumimoji="1" lang="en-US" altLang="zh-CN" sz="1000" b="1" dirty="0">
                <a:solidFill>
                  <a:srgbClr val="FFFFFF"/>
                </a:solidFill>
                <a:latin typeface="+mj-ea"/>
                <a:ea typeface="+mj-ea"/>
                <a:sym typeface="+mn-ea"/>
              </a:rPr>
              <a:t>2,408</a:t>
            </a:r>
            <a:r>
              <a:rPr kumimoji="1" lang="zh-CN" altLang="en-US" sz="1000" b="1" dirty="0">
                <a:solidFill>
                  <a:srgbClr val="FFFFFF"/>
                </a:solidFill>
                <a:latin typeface="+mj-ea"/>
                <a:ea typeface="+mj-ea"/>
                <a:sym typeface="+mn-ea"/>
              </a:rPr>
              <a:t>篇次，正面报道数量</a:t>
            </a:r>
            <a:r>
              <a:rPr kumimoji="1" lang="en-US" altLang="zh-CN" sz="1000" b="1" dirty="0">
                <a:solidFill>
                  <a:srgbClr val="FFFFFF"/>
                </a:solidFill>
                <a:latin typeface="+mj-ea"/>
                <a:ea typeface="+mj-ea"/>
                <a:sym typeface="+mn-ea"/>
              </a:rPr>
              <a:t>2,394</a:t>
            </a:r>
            <a:r>
              <a:rPr kumimoji="1" lang="zh-CN" altLang="en-US" sz="1000" b="1" dirty="0">
                <a:solidFill>
                  <a:srgbClr val="FFFFFF"/>
                </a:solidFill>
                <a:latin typeface="+mj-ea"/>
                <a:ea typeface="+mj-ea"/>
                <a:sym typeface="+mn-ea"/>
              </a:rPr>
              <a:t>篇，占比</a:t>
            </a:r>
            <a:r>
              <a:rPr kumimoji="1" lang="en-US" altLang="zh-CN" sz="1000" b="1" dirty="0">
                <a:solidFill>
                  <a:srgbClr val="FFFFFF"/>
                </a:solidFill>
                <a:latin typeface="+mj-ea"/>
                <a:ea typeface="+mj-ea"/>
                <a:sym typeface="+mn-ea"/>
              </a:rPr>
              <a:t>99.4%</a:t>
            </a:r>
            <a:r>
              <a:rPr kumimoji="1" lang="zh-CN" altLang="en-US" sz="1000" b="1" dirty="0">
                <a:solidFill>
                  <a:srgbClr val="FFFFFF"/>
                </a:solidFill>
                <a:latin typeface="+mj-ea"/>
                <a:ea typeface="+mj-ea"/>
                <a:sym typeface="+mn-ea"/>
              </a:rPr>
              <a:t>；中性报道数量</a:t>
            </a:r>
            <a:r>
              <a:rPr kumimoji="1" lang="en-US" altLang="zh-CN" sz="1000" b="1" dirty="0">
                <a:solidFill>
                  <a:srgbClr val="FFFFFF"/>
                </a:solidFill>
                <a:latin typeface="+mj-ea"/>
                <a:ea typeface="+mj-ea"/>
                <a:sym typeface="+mn-ea"/>
              </a:rPr>
              <a:t>14</a:t>
            </a:r>
            <a:r>
              <a:rPr kumimoji="1" lang="zh-CN" altLang="en-US" sz="1000" b="1" dirty="0">
                <a:solidFill>
                  <a:srgbClr val="FFFFFF"/>
                </a:solidFill>
                <a:latin typeface="+mj-ea"/>
                <a:ea typeface="+mj-ea"/>
                <a:sym typeface="+mn-ea"/>
              </a:rPr>
              <a:t>篇，占比</a:t>
            </a:r>
            <a:r>
              <a:rPr kumimoji="1" lang="en-US" altLang="zh-CN" sz="1000" b="1" dirty="0">
                <a:solidFill>
                  <a:srgbClr val="FFFFFF"/>
                </a:solidFill>
                <a:latin typeface="+mj-ea"/>
                <a:ea typeface="+mj-ea"/>
                <a:sym typeface="+mn-ea"/>
              </a:rPr>
              <a:t>0.6% </a:t>
            </a:r>
            <a:r>
              <a:rPr kumimoji="1" lang="zh-CN" altLang="en-US" sz="1000" b="1" dirty="0">
                <a:solidFill>
                  <a:srgbClr val="FFFFFF"/>
                </a:solidFill>
                <a:latin typeface="+mj-ea"/>
                <a:ea typeface="+mj-ea"/>
                <a:sym typeface="+mn-ea"/>
              </a:rPr>
              <a:t>。</a:t>
            </a:r>
            <a:r>
              <a:rPr kumimoji="1" lang="zh-CN" altLang="en-US" sz="1000" b="1" dirty="0">
                <a:solidFill>
                  <a:srgbClr val="FFFFFF"/>
                </a:solidFill>
                <a:latin typeface="+mj-ea"/>
                <a:sym typeface="+mn-ea"/>
              </a:rPr>
              <a:t>收集剪报广告总价值</a:t>
            </a:r>
            <a:r>
              <a:rPr kumimoji="1" lang="en-US" altLang="zh-CN" sz="1000" b="1" dirty="0">
                <a:solidFill>
                  <a:srgbClr val="FFFFFF"/>
                </a:solidFill>
                <a:latin typeface="+mj-ea"/>
                <a:sym typeface="+mn-ea"/>
              </a:rPr>
              <a:t>293,782,159</a:t>
            </a:r>
            <a:r>
              <a:rPr kumimoji="1" lang="zh-CN" altLang="en-US" sz="1000" b="1" dirty="0">
                <a:solidFill>
                  <a:srgbClr val="FFFFFF"/>
                </a:solidFill>
                <a:latin typeface="+mj-ea"/>
                <a:sym typeface="+mn-ea"/>
              </a:rPr>
              <a:t>元；其中网络媒体</a:t>
            </a:r>
            <a:r>
              <a:rPr kumimoji="1" lang="en-US" altLang="zh-CN" sz="1000" b="1" dirty="0">
                <a:solidFill>
                  <a:srgbClr val="FFFFFF"/>
                </a:solidFill>
                <a:latin typeface="+mj-ea"/>
                <a:sym typeface="+mn-ea"/>
              </a:rPr>
              <a:t>1,152</a:t>
            </a:r>
            <a:r>
              <a:rPr kumimoji="1" lang="zh-CN" altLang="en-US" sz="1000" b="1" dirty="0">
                <a:solidFill>
                  <a:srgbClr val="FFFFFF"/>
                </a:solidFill>
                <a:latin typeface="+mj-ea"/>
                <a:sym typeface="+mn-ea"/>
              </a:rPr>
              <a:t>篇，广告价值</a:t>
            </a:r>
            <a:r>
              <a:rPr kumimoji="1" lang="en-US" altLang="zh-CN" sz="1000" b="1" dirty="0">
                <a:solidFill>
                  <a:srgbClr val="FFFFFF"/>
                </a:solidFill>
                <a:latin typeface="+mj-ea"/>
                <a:sym typeface="+mn-ea"/>
              </a:rPr>
              <a:t>77,350,000</a:t>
            </a:r>
            <a:r>
              <a:rPr kumimoji="1" lang="zh-CN" altLang="en-US" sz="1000" b="1" dirty="0">
                <a:solidFill>
                  <a:srgbClr val="FFFFFF"/>
                </a:solidFill>
                <a:latin typeface="+mj-ea"/>
                <a:sym typeface="+mn-ea"/>
              </a:rPr>
              <a:t>元；新媒体</a:t>
            </a:r>
            <a:r>
              <a:rPr kumimoji="1" lang="en-US" altLang="zh-CN" sz="1000" b="1" dirty="0">
                <a:solidFill>
                  <a:srgbClr val="FFFFFF"/>
                </a:solidFill>
                <a:latin typeface="+mj-ea"/>
                <a:sym typeface="+mn-ea"/>
              </a:rPr>
              <a:t>1,249</a:t>
            </a:r>
            <a:r>
              <a:rPr kumimoji="1" lang="zh-CN" altLang="en-US" sz="1000" b="1" dirty="0">
                <a:solidFill>
                  <a:srgbClr val="FFFFFF"/>
                </a:solidFill>
                <a:latin typeface="+mj-ea"/>
                <a:sym typeface="+mn-ea"/>
              </a:rPr>
              <a:t>篇，广告价值</a:t>
            </a:r>
            <a:r>
              <a:rPr kumimoji="1" lang="en-US" altLang="zh-CN" sz="1000" b="1" dirty="0">
                <a:solidFill>
                  <a:srgbClr val="FFFFFF"/>
                </a:solidFill>
                <a:latin typeface="+mj-ea"/>
                <a:sym typeface="+mn-ea"/>
              </a:rPr>
              <a:t>216,360,123</a:t>
            </a:r>
            <a:r>
              <a:rPr kumimoji="1" lang="zh-CN" altLang="en-US" sz="1000" b="1" dirty="0">
                <a:solidFill>
                  <a:srgbClr val="FFFFFF"/>
                </a:solidFill>
                <a:latin typeface="+mj-ea"/>
                <a:sym typeface="+mn-ea"/>
              </a:rPr>
              <a:t>元；广电媒体</a:t>
            </a:r>
            <a:r>
              <a:rPr kumimoji="1" lang="en-US" altLang="zh-CN" sz="1000" b="1" dirty="0">
                <a:solidFill>
                  <a:srgbClr val="FFFFFF"/>
                </a:solidFill>
                <a:latin typeface="+mj-ea"/>
                <a:sym typeface="+mn-ea"/>
              </a:rPr>
              <a:t>1</a:t>
            </a:r>
            <a:r>
              <a:rPr kumimoji="1" lang="zh-CN" altLang="en-US" sz="1000" b="1" dirty="0">
                <a:solidFill>
                  <a:srgbClr val="FFFFFF"/>
                </a:solidFill>
                <a:latin typeface="+mj-ea"/>
                <a:sym typeface="+mn-ea"/>
              </a:rPr>
              <a:t>篇，广告价值</a:t>
            </a:r>
            <a:r>
              <a:rPr kumimoji="1" lang="en-US" altLang="zh-CN" sz="1000" b="1" dirty="0">
                <a:solidFill>
                  <a:srgbClr val="FFFFFF"/>
                </a:solidFill>
                <a:latin typeface="+mj-ea"/>
                <a:sym typeface="+mn-ea"/>
              </a:rPr>
              <a:t>72,036</a:t>
            </a:r>
            <a:r>
              <a:rPr kumimoji="1" lang="zh-CN" altLang="en-US" sz="1000" b="1" dirty="0">
                <a:solidFill>
                  <a:srgbClr val="FFFFFF"/>
                </a:solidFill>
                <a:latin typeface="+mj-ea"/>
                <a:sym typeface="+mn-ea"/>
              </a:rPr>
              <a:t>元；微博</a:t>
            </a:r>
            <a:r>
              <a:rPr kumimoji="1" lang="en-US" altLang="zh-CN" sz="1000" b="1" dirty="0">
                <a:solidFill>
                  <a:srgbClr val="FFFFFF"/>
                </a:solidFill>
                <a:latin typeface="+mj-ea"/>
                <a:sym typeface="+mn-ea"/>
              </a:rPr>
              <a:t>6</a:t>
            </a:r>
            <a:r>
              <a:rPr kumimoji="1" lang="zh-CN" altLang="en-US" sz="1000" b="1" dirty="0">
                <a:solidFill>
                  <a:srgbClr val="FFFFFF"/>
                </a:solidFill>
                <a:latin typeface="+mj-ea"/>
                <a:sym typeface="+mn-ea"/>
              </a:rPr>
              <a:t>篇。</a:t>
            </a:r>
            <a:endParaRPr kumimoji="1" lang="zh-CN" altLang="en-US" sz="1000" b="1" dirty="0">
              <a:solidFill>
                <a:srgbClr val="FFFFFF"/>
              </a:solidFill>
              <a:latin typeface="+mj-ea"/>
            </a:endParaRPr>
          </a:p>
          <a:p>
            <a:pPr defTabSz="1219200">
              <a:lnSpc>
                <a:spcPct val="150000"/>
              </a:lnSpc>
            </a:pPr>
            <a:r>
              <a:rPr kumimoji="1" lang="zh-CN" altLang="en-US" sz="1000" b="1" dirty="0">
                <a:solidFill>
                  <a:srgbClr val="FFFFFF"/>
                </a:solidFill>
                <a:latin typeface="+mj-ea"/>
                <a:ea typeface="+mj-ea"/>
                <a:sym typeface="+mn-ea"/>
              </a:rPr>
              <a:t>本周主要传播关键词：仪式感、惊喜感、潮流风范、运动感</a:t>
            </a:r>
            <a:endParaRPr lang="en-US" altLang="zh-CN" sz="1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矩形 4"/>
          <p:cNvSpPr/>
          <p:nvPr/>
        </p:nvSpPr>
        <p:spPr>
          <a:xfrm>
            <a:off x="370840" y="1183005"/>
            <a:ext cx="1214120" cy="991235"/>
          </a:xfrm>
          <a:prstGeom prst="rect">
            <a:avLst/>
          </a:prstGeom>
          <a:solidFill>
            <a:schemeClr val="bg1">
              <a:lumMod val="6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indent="0" algn="ctr" defTabSz="1219200" rtl="0" eaLnBrk="1" fontAlgn="auto" latinLnBrk="0" hangingPunct="1">
              <a:lnSpc>
                <a:spcPct val="150000"/>
              </a:lnSpc>
              <a:spcBef>
                <a:spcPts val="0"/>
              </a:spcBef>
              <a:spcAft>
                <a:spcPts val="0"/>
              </a:spcAft>
              <a:buClrTx/>
              <a:buSzTx/>
              <a:buFontTx/>
              <a:buNone/>
            </a:pPr>
            <a:r>
              <a:rPr kumimoji="0" lang="zh-CN" altLang="en-US" b="1" i="0" u="none" strike="noStrike" kern="1200" cap="none" spc="0" normalizeH="0" baseline="0" noProof="0" dirty="0">
                <a:ln>
                  <a:noFill/>
                </a:ln>
                <a:solidFill>
                  <a:schemeClr val="bg1"/>
                </a:solidFill>
                <a:effectLst/>
                <a:uLnTx/>
                <a:uFillTx/>
                <a:latin typeface="+mj-ea"/>
                <a:ea typeface="+mj-ea"/>
                <a:cs typeface="+mn-cs"/>
              </a:rPr>
              <a:t>舆情情况</a:t>
            </a:r>
            <a:endParaRPr kumimoji="0" lang="zh-CN" altLang="en-US" b="1" i="0" u="none" strike="noStrike" kern="1200" cap="none" spc="0" normalizeH="0" baseline="0" noProof="0" dirty="0">
              <a:ln>
                <a:noFill/>
              </a:ln>
              <a:solidFill>
                <a:schemeClr val="bg1"/>
              </a:solidFill>
              <a:effectLst/>
              <a:uLnTx/>
              <a:uFillTx/>
              <a:latin typeface="+mj-ea"/>
              <a:ea typeface="+mj-ea"/>
              <a:cs typeface="+mn-cs"/>
            </a:endParaRPr>
          </a:p>
        </p:txBody>
      </p:sp>
      <p:sp>
        <p:nvSpPr>
          <p:cNvPr id="6" name="文本框 11"/>
          <p:cNvSpPr txBox="1"/>
          <p:nvPr/>
        </p:nvSpPr>
        <p:spPr>
          <a:xfrm>
            <a:off x="423959" y="2515574"/>
            <a:ext cx="2418817" cy="251460"/>
          </a:xfrm>
          <a:prstGeom prst="rect">
            <a:avLst/>
          </a:prstGeom>
          <a:solidFill>
            <a:schemeClr val="bg1">
              <a:lumMod val="65000"/>
            </a:schemeClr>
          </a:solidFill>
        </p:spPr>
        <p:txBody>
          <a:bodyPr wrap="square" lIns="91365" tIns="45683" rIns="91365" bIns="45683" rtlCol="0">
            <a:spAutoFit/>
          </a:bodyPr>
          <a:lstStyle/>
          <a:p>
            <a:pPr algn="ctr">
              <a:defRPr sz="2160" b="1" i="0" u="none" strike="noStrike" kern="1200" baseline="0">
                <a:solidFill>
                  <a:srgbClr val="000000"/>
                </a:solidFill>
                <a:latin typeface="+mn-lt"/>
                <a:ea typeface="+mn-ea"/>
                <a:cs typeface="+mn-cs"/>
              </a:defRPr>
            </a:pPr>
            <a:r>
              <a:rPr lang="zh-CN" altLang="en-US" sz="1050" b="1" dirty="0">
                <a:solidFill>
                  <a:schemeClr val="bg1"/>
                </a:solidFill>
                <a:latin typeface="+mj-ea"/>
                <a:ea typeface="+mj-ea"/>
                <a:cs typeface="微软雅黑" panose="020B0503020204020204" pitchFamily="34" charset="-122"/>
              </a:rPr>
              <a:t>舆情声量调性分析</a:t>
            </a:r>
            <a:endParaRPr lang="zh-CN" altLang="en-US" sz="1050" b="1" dirty="0">
              <a:solidFill>
                <a:schemeClr val="bg1"/>
              </a:solidFill>
              <a:latin typeface="+mj-ea"/>
              <a:ea typeface="+mj-ea"/>
              <a:cs typeface="微软雅黑" panose="020B0503020204020204" pitchFamily="34" charset="-122"/>
            </a:endParaRPr>
          </a:p>
        </p:txBody>
      </p:sp>
      <p:sp>
        <p:nvSpPr>
          <p:cNvPr id="9" name="文本框 11"/>
          <p:cNvSpPr txBox="1"/>
          <p:nvPr/>
        </p:nvSpPr>
        <p:spPr>
          <a:xfrm>
            <a:off x="3019321" y="2515574"/>
            <a:ext cx="5882763" cy="251460"/>
          </a:xfrm>
          <a:prstGeom prst="rect">
            <a:avLst/>
          </a:prstGeom>
          <a:solidFill>
            <a:schemeClr val="bg1">
              <a:lumMod val="65000"/>
            </a:schemeClr>
          </a:solidFill>
        </p:spPr>
        <p:txBody>
          <a:bodyPr wrap="square" lIns="91365" tIns="45683" rIns="91365" bIns="45683" rtlCol="0">
            <a:spAutoFit/>
          </a:bodyPr>
          <a:lstStyle/>
          <a:p>
            <a:pPr algn="ctr">
              <a:defRPr sz="1860" b="0" i="0" u="none" strike="noStrike" kern="1200" spc="0" baseline="0">
                <a:solidFill>
                  <a:srgbClr val="000000">
                    <a:lumMod val="65000"/>
                    <a:lumOff val="35000"/>
                  </a:srgbClr>
                </a:solidFill>
                <a:latin typeface="+mn-lt"/>
                <a:ea typeface="+mn-ea"/>
                <a:cs typeface="+mn-cs"/>
              </a:defRPr>
            </a:pPr>
            <a:r>
              <a:rPr lang="zh-CN" altLang="en-US" sz="1050" b="1" dirty="0">
                <a:solidFill>
                  <a:schemeClr val="bg1"/>
                </a:solidFill>
                <a:latin typeface="+mj-ea"/>
                <a:ea typeface="+mj-ea"/>
                <a:cs typeface="微软雅黑" panose="020B0503020204020204" pitchFamily="34" charset="-122"/>
              </a:rPr>
              <a:t>传播主要热点话题</a:t>
            </a:r>
            <a:r>
              <a:rPr lang="en-US" altLang="zh-CN" sz="1050" b="1" dirty="0">
                <a:solidFill>
                  <a:schemeClr val="bg1"/>
                </a:solidFill>
                <a:latin typeface="+mj-ea"/>
                <a:ea typeface="+mj-ea"/>
                <a:cs typeface="微软雅黑" panose="020B0503020204020204" pitchFamily="34" charset="-122"/>
              </a:rPr>
              <a:t>Top5</a:t>
            </a:r>
            <a:endParaRPr lang="zh-CN" altLang="zh-CN" sz="1050" dirty="0">
              <a:solidFill>
                <a:schemeClr val="bg1"/>
              </a:solidFill>
              <a:latin typeface="+mj-ea"/>
              <a:ea typeface="+mj-ea"/>
              <a:cs typeface="微软雅黑" panose="020B0503020204020204" pitchFamily="34" charset="-122"/>
            </a:endParaRPr>
          </a:p>
        </p:txBody>
      </p:sp>
      <p:graphicFrame>
        <p:nvGraphicFramePr>
          <p:cNvPr id="10" name="表格 9"/>
          <p:cNvGraphicFramePr>
            <a:graphicFrameLocks noGrp="1"/>
          </p:cNvGraphicFramePr>
          <p:nvPr>
            <p:custDataLst>
              <p:tags r:id="rId2"/>
            </p:custDataLst>
          </p:nvPr>
        </p:nvGraphicFramePr>
        <p:xfrm>
          <a:off x="3019322" y="2932883"/>
          <a:ext cx="5882640" cy="2712085"/>
        </p:xfrm>
        <a:graphic>
          <a:graphicData uri="http://schemas.openxmlformats.org/drawingml/2006/table">
            <a:tbl>
              <a:tblPr firstRow="1" bandRow="1">
                <a:tableStyleId>{7DF18680-E054-41AD-8BC1-D1AEF772440D}</a:tableStyleId>
              </a:tblPr>
              <a:tblGrid>
                <a:gridCol w="528955"/>
                <a:gridCol w="3620770"/>
                <a:gridCol w="925195"/>
                <a:gridCol w="807720"/>
              </a:tblGrid>
              <a:tr h="375285">
                <a:tc>
                  <a:txBody>
                    <a:bodyPr/>
                    <a:lstStyle/>
                    <a:p>
                      <a:pPr algn="ctr"/>
                      <a:r>
                        <a:rPr lang="zh-CN" altLang="en-US" sz="1125" dirty="0">
                          <a:solidFill>
                            <a:schemeClr val="bg1"/>
                          </a:solidFill>
                          <a:latin typeface="+mj-ea"/>
                          <a:ea typeface="+mj-ea"/>
                        </a:rPr>
                        <a:t>序号</a:t>
                      </a:r>
                      <a:endParaRPr lang="zh-CN" altLang="en-US" sz="1125" dirty="0">
                        <a:solidFill>
                          <a:schemeClr val="bg1"/>
                        </a:solidFill>
                        <a:latin typeface="+mj-ea"/>
                        <a:ea typeface="+mj-ea"/>
                      </a:endParaRPr>
                    </a:p>
                  </a:txBody>
                  <a:tcPr anchor="ctr">
                    <a:solidFill>
                      <a:schemeClr val="bg2">
                        <a:lumMod val="50000"/>
                        <a:lumOff val="50000"/>
                      </a:schemeClr>
                    </a:solidFill>
                  </a:tcPr>
                </a:tc>
                <a:tc>
                  <a:txBody>
                    <a:bodyPr/>
                    <a:lstStyle/>
                    <a:p>
                      <a:pPr algn="ctr"/>
                      <a:r>
                        <a:rPr lang="zh-CN" altLang="en-US" sz="1125" dirty="0">
                          <a:solidFill>
                            <a:schemeClr val="bg1"/>
                          </a:solidFill>
                          <a:latin typeface="+mj-ea"/>
                          <a:ea typeface="+mj-ea"/>
                        </a:rPr>
                        <a:t>文章标题</a:t>
                      </a:r>
                      <a:endParaRPr lang="zh-CN" altLang="en-US" sz="1125" dirty="0">
                        <a:solidFill>
                          <a:schemeClr val="bg1"/>
                        </a:solidFill>
                        <a:latin typeface="+mj-ea"/>
                        <a:ea typeface="+mj-ea"/>
                      </a:endParaRPr>
                    </a:p>
                  </a:txBody>
                  <a:tcPr anchor="ctr">
                    <a:solidFill>
                      <a:schemeClr val="bg2">
                        <a:lumMod val="50000"/>
                        <a:lumOff val="50000"/>
                      </a:schemeClr>
                    </a:solidFill>
                  </a:tcPr>
                </a:tc>
                <a:tc>
                  <a:txBody>
                    <a:bodyPr/>
                    <a:lstStyle/>
                    <a:p>
                      <a:pPr algn="ctr"/>
                      <a:r>
                        <a:rPr lang="zh-CN" altLang="en-US" sz="1125" dirty="0">
                          <a:solidFill>
                            <a:schemeClr val="bg1"/>
                          </a:solidFill>
                          <a:latin typeface="+mj-ea"/>
                          <a:ea typeface="+mj-ea"/>
                        </a:rPr>
                        <a:t>触达人次</a:t>
                      </a:r>
                      <a:endParaRPr lang="zh-CN" altLang="en-US" sz="1125" dirty="0">
                        <a:solidFill>
                          <a:schemeClr val="bg1"/>
                        </a:solidFill>
                        <a:latin typeface="+mj-ea"/>
                        <a:ea typeface="+mj-ea"/>
                      </a:endParaRPr>
                    </a:p>
                  </a:txBody>
                  <a:tcPr anchor="ctr">
                    <a:solidFill>
                      <a:schemeClr val="bg2">
                        <a:lumMod val="50000"/>
                        <a:lumOff val="50000"/>
                      </a:schemeClr>
                    </a:solidFill>
                  </a:tcPr>
                </a:tc>
                <a:tc>
                  <a:txBody>
                    <a:bodyPr/>
                    <a:lstStyle/>
                    <a:p>
                      <a:pPr algn="ctr"/>
                      <a:r>
                        <a:rPr lang="zh-CN" altLang="en-US" sz="1125" dirty="0">
                          <a:solidFill>
                            <a:schemeClr val="bg1"/>
                          </a:solidFill>
                          <a:latin typeface="+mj-ea"/>
                          <a:ea typeface="+mj-ea"/>
                        </a:rPr>
                        <a:t>调性</a:t>
                      </a:r>
                      <a:endParaRPr lang="zh-CN" altLang="en-US" sz="1125" dirty="0">
                        <a:solidFill>
                          <a:schemeClr val="bg1"/>
                        </a:solidFill>
                        <a:latin typeface="+mj-ea"/>
                        <a:ea typeface="+mj-ea"/>
                      </a:endParaRPr>
                    </a:p>
                  </a:txBody>
                  <a:tcPr anchor="ctr">
                    <a:solidFill>
                      <a:schemeClr val="bg2">
                        <a:lumMod val="50000"/>
                        <a:lumOff val="50000"/>
                      </a:schemeClr>
                    </a:solidFill>
                  </a:tcPr>
                </a:tc>
              </a:tr>
              <a:tr h="438785">
                <a:tc>
                  <a:txBody>
                    <a:bodyPr/>
                    <a:lstStyle/>
                    <a:p>
                      <a:pPr algn="ctr"/>
                      <a:r>
                        <a:rPr lang="en-US" altLang="zh-CN" sz="1050" dirty="0">
                          <a:solidFill>
                            <a:schemeClr val="bg2"/>
                          </a:solidFill>
                          <a:latin typeface="+mj-ea"/>
                          <a:ea typeface="+mj-ea"/>
                        </a:rPr>
                        <a:t>1</a:t>
                      </a:r>
                      <a:endParaRPr lang="zh-CN" altLang="en-US" sz="1050" dirty="0">
                        <a:solidFill>
                          <a:schemeClr val="bg2"/>
                        </a:solidFill>
                        <a:latin typeface="+mj-ea"/>
                        <a:ea typeface="+mj-ea"/>
                      </a:endParaRPr>
                    </a:p>
                  </a:txBody>
                  <a:tcPr anchor="ctr"/>
                </a:tc>
                <a:tc>
                  <a:txBody>
                    <a:bodyPr/>
                    <a:lstStyle/>
                    <a:p>
                      <a:pPr algn="ctr"/>
                      <a:r>
                        <a:rPr lang="zh-CN" altLang="en-US" sz="1050" dirty="0">
                          <a:solidFill>
                            <a:schemeClr val="bg2"/>
                          </a:solidFill>
                          <a:latin typeface="+mj-ea"/>
                          <a:ea typeface="+mj-ea"/>
                        </a:rPr>
                        <a:t>车动态：新速腾上市；丰田全新轿车；奥迪</a:t>
                      </a:r>
                      <a:r>
                        <a:rPr lang="en-US" altLang="zh-CN" sz="1050" dirty="0">
                          <a:solidFill>
                            <a:schemeClr val="bg2"/>
                          </a:solidFill>
                          <a:latin typeface="+mj-ea"/>
                          <a:ea typeface="+mj-ea"/>
                        </a:rPr>
                        <a:t>A3</a:t>
                      </a:r>
                      <a:r>
                        <a:rPr lang="zh-CN" altLang="en-US" sz="1050" dirty="0">
                          <a:solidFill>
                            <a:schemeClr val="bg2"/>
                          </a:solidFill>
                          <a:latin typeface="+mj-ea"/>
                          <a:ea typeface="+mj-ea"/>
                        </a:rPr>
                        <a:t>联名版发布</a:t>
                      </a:r>
                      <a:endParaRPr lang="zh-CN" altLang="en-US" sz="1050" dirty="0">
                        <a:solidFill>
                          <a:schemeClr val="bg2"/>
                        </a:solidFill>
                        <a:latin typeface="+mj-ea"/>
                        <a:ea typeface="+mj-ea"/>
                      </a:endParaRPr>
                    </a:p>
                  </a:txBody>
                  <a:tcPr anchor="ctr"/>
                </a:tc>
                <a:tc>
                  <a:txBody>
                    <a:bodyPr/>
                    <a:lstStyle/>
                    <a:p>
                      <a:pPr algn="ctr"/>
                      <a:r>
                        <a:rPr lang="en-US" altLang="zh-CN" sz="1050" dirty="0">
                          <a:solidFill>
                            <a:schemeClr val="bg2"/>
                          </a:solidFill>
                          <a:latin typeface="+mj-ea"/>
                          <a:ea typeface="+mj-ea"/>
                        </a:rPr>
                        <a:t>193,056</a:t>
                      </a:r>
                      <a:endParaRPr lang="zh-CN" altLang="en-US" sz="1050" dirty="0">
                        <a:solidFill>
                          <a:schemeClr val="bg2"/>
                        </a:solidFill>
                        <a:latin typeface="+mj-ea"/>
                        <a:ea typeface="+mj-ea"/>
                      </a:endParaRPr>
                    </a:p>
                  </a:txBody>
                  <a:tcPr anchor="ctr"/>
                </a:tc>
                <a:tc>
                  <a:txBody>
                    <a:bodyPr/>
                    <a:lstStyle/>
                    <a:p>
                      <a:pPr algn="ctr"/>
                      <a:r>
                        <a:rPr lang="zh-CN" altLang="en-US" sz="1050" dirty="0">
                          <a:solidFill>
                            <a:schemeClr val="bg2"/>
                          </a:solidFill>
                          <a:latin typeface="+mj-ea"/>
                          <a:ea typeface="+mj-ea"/>
                        </a:rPr>
                        <a:t>正面</a:t>
                      </a:r>
                      <a:endParaRPr lang="zh-CN" altLang="en-US" sz="1050" dirty="0">
                        <a:solidFill>
                          <a:schemeClr val="bg2"/>
                        </a:solidFill>
                        <a:latin typeface="+mj-ea"/>
                        <a:ea typeface="+mj-ea"/>
                      </a:endParaRPr>
                    </a:p>
                  </a:txBody>
                  <a:tcPr anchor="ctr"/>
                </a:tc>
              </a:tr>
              <a:tr h="440690">
                <a:tc>
                  <a:txBody>
                    <a:bodyPr/>
                    <a:lstStyle/>
                    <a:p>
                      <a:pPr algn="ctr"/>
                      <a:r>
                        <a:rPr lang="en-US" altLang="zh-CN" sz="1050" dirty="0">
                          <a:solidFill>
                            <a:schemeClr val="bg2"/>
                          </a:solidFill>
                          <a:latin typeface="+mj-ea"/>
                          <a:ea typeface="+mj-ea"/>
                        </a:rPr>
                        <a:t>2</a:t>
                      </a:r>
                      <a:endParaRPr lang="zh-CN" altLang="en-US" sz="1050" dirty="0">
                        <a:solidFill>
                          <a:schemeClr val="bg2"/>
                        </a:solidFill>
                        <a:latin typeface="+mj-ea"/>
                        <a:ea typeface="+mj-ea"/>
                      </a:endParaRPr>
                    </a:p>
                  </a:txBody>
                  <a:tcPr anchor="ctr"/>
                </a:tc>
                <a:tc>
                  <a:txBody>
                    <a:bodyPr/>
                    <a:lstStyle/>
                    <a:p>
                      <a:pPr algn="ctr"/>
                      <a:r>
                        <a:rPr lang="zh-CN" altLang="en-US" sz="1050" dirty="0">
                          <a:solidFill>
                            <a:schemeClr val="bg2"/>
                          </a:solidFill>
                          <a:latin typeface="+mj-ea"/>
                          <a:ea typeface="+mj-ea"/>
                        </a:rPr>
                        <a:t>限量</a:t>
                      </a:r>
                      <a:r>
                        <a:rPr lang="en-US" altLang="zh-CN" sz="1050" dirty="0">
                          <a:solidFill>
                            <a:schemeClr val="bg2"/>
                          </a:solidFill>
                          <a:latin typeface="+mj-ea"/>
                          <a:ea typeface="+mj-ea"/>
                        </a:rPr>
                        <a:t>23</a:t>
                      </a:r>
                      <a:r>
                        <a:rPr lang="zh-CN" altLang="en-US" sz="1050" dirty="0">
                          <a:solidFill>
                            <a:schemeClr val="bg2"/>
                          </a:solidFill>
                          <a:latin typeface="+mj-ea"/>
                          <a:ea typeface="+mj-ea"/>
                        </a:rPr>
                        <a:t>台！全新奥迪</a:t>
                      </a:r>
                      <a:r>
                        <a:rPr lang="en-US" altLang="zh-CN" sz="1050" dirty="0">
                          <a:solidFill>
                            <a:schemeClr val="bg2"/>
                          </a:solidFill>
                          <a:latin typeface="+mj-ea"/>
                          <a:ea typeface="+mj-ea"/>
                        </a:rPr>
                        <a:t>A3</a:t>
                      </a:r>
                      <a:r>
                        <a:rPr lang="zh-CN" altLang="en-US" sz="1050" dirty="0">
                          <a:solidFill>
                            <a:schemeClr val="bg2"/>
                          </a:solidFill>
                          <a:latin typeface="+mj-ea"/>
                          <a:ea typeface="+mj-ea"/>
                        </a:rPr>
                        <a:t>王一博联名限量款购买攻略来了</a:t>
                      </a:r>
                      <a:endParaRPr lang="zh-CN" altLang="en-US" sz="1050" dirty="0">
                        <a:solidFill>
                          <a:schemeClr val="bg2"/>
                        </a:solidFill>
                        <a:latin typeface="+mj-ea"/>
                        <a:ea typeface="+mj-ea"/>
                      </a:endParaRPr>
                    </a:p>
                  </a:txBody>
                  <a:tcPr anchor="ctr"/>
                </a:tc>
                <a:tc>
                  <a:txBody>
                    <a:bodyPr/>
                    <a:lstStyle/>
                    <a:p>
                      <a:pPr algn="ctr"/>
                      <a:r>
                        <a:rPr lang="en-US" altLang="zh-CN" sz="1050" dirty="0">
                          <a:solidFill>
                            <a:schemeClr val="bg2"/>
                          </a:solidFill>
                          <a:latin typeface="+mj-ea"/>
                          <a:ea typeface="+mj-ea"/>
                        </a:rPr>
                        <a:t>187,370</a:t>
                      </a:r>
                      <a:endParaRPr lang="zh-CN" altLang="en-US" sz="1050" dirty="0">
                        <a:solidFill>
                          <a:schemeClr val="bg2"/>
                        </a:solidFill>
                        <a:latin typeface="+mj-ea"/>
                        <a:ea typeface="+mj-ea"/>
                      </a:endParaRPr>
                    </a:p>
                  </a:txBody>
                  <a:tcPr anchor="ctr"/>
                </a:tc>
                <a:tc>
                  <a:txBody>
                    <a:bodyPr/>
                    <a:lstStyle/>
                    <a:p>
                      <a:pPr algn="ctr"/>
                      <a:r>
                        <a:rPr lang="zh-CN" altLang="en-US" sz="1050" kern="1200" dirty="0">
                          <a:solidFill>
                            <a:schemeClr val="bg2"/>
                          </a:solidFill>
                          <a:latin typeface="+mj-ea"/>
                          <a:ea typeface="+mj-ea"/>
                          <a:cs typeface="+mn-cs"/>
                        </a:rPr>
                        <a:t>正面</a:t>
                      </a:r>
                      <a:endParaRPr lang="zh-CN" altLang="en-US" sz="1050" kern="1200" dirty="0">
                        <a:solidFill>
                          <a:schemeClr val="bg2"/>
                        </a:solidFill>
                        <a:latin typeface="+mj-ea"/>
                        <a:ea typeface="+mj-ea"/>
                        <a:cs typeface="+mn-cs"/>
                      </a:endParaRPr>
                    </a:p>
                  </a:txBody>
                  <a:tcPr anchor="ctr"/>
                </a:tc>
              </a:tr>
              <a:tr h="439420">
                <a:tc>
                  <a:txBody>
                    <a:bodyPr/>
                    <a:lstStyle/>
                    <a:p>
                      <a:pPr algn="ctr"/>
                      <a:r>
                        <a:rPr lang="en-US" altLang="zh-CN" sz="1050" dirty="0">
                          <a:solidFill>
                            <a:schemeClr val="bg2"/>
                          </a:solidFill>
                          <a:latin typeface="+mj-ea"/>
                          <a:ea typeface="+mj-ea"/>
                        </a:rPr>
                        <a:t>3</a:t>
                      </a:r>
                      <a:endParaRPr lang="zh-CN" altLang="en-US" sz="1050" dirty="0">
                        <a:solidFill>
                          <a:schemeClr val="bg2"/>
                        </a:solidFill>
                        <a:latin typeface="+mj-ea"/>
                        <a:ea typeface="+mj-ea"/>
                      </a:endParaRPr>
                    </a:p>
                  </a:txBody>
                  <a:tcPr anchor="ctr"/>
                </a:tc>
                <a:tc>
                  <a:txBody>
                    <a:bodyPr/>
                    <a:lstStyle/>
                    <a:p>
                      <a:pPr algn="ctr"/>
                      <a:r>
                        <a:rPr lang="en-US" altLang="zh-CN" sz="1050" dirty="0">
                          <a:solidFill>
                            <a:schemeClr val="bg2"/>
                          </a:solidFill>
                          <a:latin typeface="+mj-ea"/>
                          <a:ea typeface="+mj-ea"/>
                        </a:rPr>
                        <a:t>Audi Channel</a:t>
                      </a:r>
                      <a:r>
                        <a:rPr lang="zh-CN" altLang="en-US" sz="1050" dirty="0">
                          <a:solidFill>
                            <a:schemeClr val="bg2"/>
                          </a:solidFill>
                          <a:latin typeface="+mj-ea"/>
                          <a:ea typeface="+mj-ea"/>
                        </a:rPr>
                        <a:t>直播首秀点赞过亿 </a:t>
                      </a:r>
                      <a:r>
                        <a:rPr lang="en-US" altLang="zh-CN" sz="1050" dirty="0">
                          <a:solidFill>
                            <a:schemeClr val="bg2"/>
                          </a:solidFill>
                          <a:latin typeface="+mj-ea"/>
                          <a:ea typeface="+mj-ea"/>
                        </a:rPr>
                        <a:t>Z</a:t>
                      </a:r>
                      <a:r>
                        <a:rPr lang="zh-CN" altLang="en-US" sz="1050" dirty="0">
                          <a:solidFill>
                            <a:schemeClr val="bg2"/>
                          </a:solidFill>
                          <a:latin typeface="+mj-ea"/>
                          <a:ea typeface="+mj-ea"/>
                        </a:rPr>
                        <a:t>世代营销破圈出道</a:t>
                      </a:r>
                      <a:endParaRPr lang="zh-CN" altLang="en-US" sz="1050" dirty="0">
                        <a:solidFill>
                          <a:schemeClr val="bg2"/>
                        </a:solidFill>
                        <a:latin typeface="+mj-ea"/>
                        <a:ea typeface="+mj-ea"/>
                      </a:endParaRPr>
                    </a:p>
                  </a:txBody>
                  <a:tcPr anchor="ctr"/>
                </a:tc>
                <a:tc>
                  <a:txBody>
                    <a:bodyPr/>
                    <a:lstStyle/>
                    <a:p>
                      <a:pPr algn="ctr"/>
                      <a:r>
                        <a:rPr lang="en-US" altLang="zh-CN" sz="1050" dirty="0">
                          <a:solidFill>
                            <a:schemeClr val="bg2"/>
                          </a:solidFill>
                          <a:latin typeface="+mj-ea"/>
                          <a:ea typeface="+mj-ea"/>
                        </a:rPr>
                        <a:t>173,946</a:t>
                      </a:r>
                      <a:endParaRPr lang="zh-CN" altLang="en-US" sz="1050" dirty="0">
                        <a:solidFill>
                          <a:schemeClr val="bg2"/>
                        </a:solidFill>
                        <a:latin typeface="+mj-ea"/>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50" kern="1200" dirty="0">
                          <a:solidFill>
                            <a:schemeClr val="bg2"/>
                          </a:solidFill>
                          <a:latin typeface="+mj-ea"/>
                          <a:ea typeface="+mn-ea"/>
                          <a:cs typeface="+mn-cs"/>
                        </a:rPr>
                        <a:t>正面</a:t>
                      </a:r>
                      <a:endParaRPr lang="zh-CN" altLang="en-US" sz="1050" kern="1200" dirty="0">
                        <a:solidFill>
                          <a:schemeClr val="bg2"/>
                        </a:solidFill>
                        <a:latin typeface="+mj-ea"/>
                        <a:ea typeface="+mn-ea"/>
                        <a:cs typeface="+mn-cs"/>
                      </a:endParaRPr>
                    </a:p>
                  </a:txBody>
                  <a:tcPr anchor="ctr"/>
                </a:tc>
              </a:tr>
              <a:tr h="509270">
                <a:tc>
                  <a:txBody>
                    <a:bodyPr/>
                    <a:lstStyle/>
                    <a:p>
                      <a:pPr algn="ctr"/>
                      <a:r>
                        <a:rPr lang="en-US" altLang="zh-CN" sz="1050" dirty="0">
                          <a:solidFill>
                            <a:schemeClr val="bg2"/>
                          </a:solidFill>
                          <a:latin typeface="+mj-ea"/>
                          <a:ea typeface="+mj-ea"/>
                        </a:rPr>
                        <a:t>4</a:t>
                      </a:r>
                      <a:endParaRPr lang="zh-CN" altLang="en-US" sz="1050" dirty="0">
                        <a:solidFill>
                          <a:schemeClr val="bg2"/>
                        </a:solidFill>
                        <a:latin typeface="+mj-ea"/>
                        <a:ea typeface="+mj-ea"/>
                      </a:endParaRPr>
                    </a:p>
                  </a:txBody>
                  <a:tcPr anchor="ctr"/>
                </a:tc>
                <a:tc>
                  <a:txBody>
                    <a:bodyPr/>
                    <a:lstStyle/>
                    <a:p>
                      <a:pPr algn="ctr"/>
                      <a:r>
                        <a:rPr lang="zh-CN" altLang="en-US" sz="1050" dirty="0">
                          <a:solidFill>
                            <a:schemeClr val="bg2"/>
                          </a:solidFill>
                          <a:latin typeface="+mj-ea"/>
                          <a:ea typeface="+mj-ea"/>
                        </a:rPr>
                        <a:t>独家呈现“跨次元、破圈层”的直播新玩法 奥迪官方直播</a:t>
                      </a:r>
                      <a:r>
                        <a:rPr lang="en-US" altLang="zh-CN" sz="1050" dirty="0">
                          <a:solidFill>
                            <a:schemeClr val="bg2"/>
                          </a:solidFill>
                          <a:latin typeface="+mj-ea"/>
                          <a:ea typeface="+mj-ea"/>
                        </a:rPr>
                        <a:t>Audi Channel</a:t>
                      </a:r>
                      <a:r>
                        <a:rPr lang="zh-CN" altLang="en-US" sz="1050" dirty="0">
                          <a:solidFill>
                            <a:schemeClr val="bg2"/>
                          </a:solidFill>
                          <a:latin typeface="+mj-ea"/>
                          <a:ea typeface="+mj-ea"/>
                        </a:rPr>
                        <a:t>第一期完美收官</a:t>
                      </a:r>
                      <a:endParaRPr lang="zh-CN" altLang="en-US" sz="1050" dirty="0">
                        <a:solidFill>
                          <a:schemeClr val="bg2"/>
                        </a:solidFill>
                        <a:latin typeface="+mj-ea"/>
                        <a:ea typeface="+mj-ea"/>
                      </a:endParaRPr>
                    </a:p>
                  </a:txBody>
                  <a:tcPr anchor="ctr"/>
                </a:tc>
                <a:tc>
                  <a:txBody>
                    <a:bodyPr/>
                    <a:lstStyle/>
                    <a:p>
                      <a:pPr algn="ctr"/>
                      <a:r>
                        <a:rPr lang="en-US" altLang="zh-CN" sz="1050" dirty="0">
                          <a:solidFill>
                            <a:schemeClr val="bg2"/>
                          </a:solidFill>
                          <a:latin typeface="+mj-ea"/>
                          <a:ea typeface="+mj-ea"/>
                        </a:rPr>
                        <a:t>157,957</a:t>
                      </a:r>
                      <a:endParaRPr lang="zh-CN" altLang="en-US" sz="1050" dirty="0">
                        <a:solidFill>
                          <a:schemeClr val="bg2"/>
                        </a:solidFill>
                        <a:latin typeface="+mj-ea"/>
                        <a:ea typeface="+mj-ea"/>
                      </a:endParaRPr>
                    </a:p>
                  </a:txBody>
                  <a:tcPr anchor="ctr"/>
                </a:tc>
                <a:tc>
                  <a:txBody>
                    <a:bodyPr/>
                    <a:lstStyle/>
                    <a:p>
                      <a:pPr algn="ctr"/>
                      <a:r>
                        <a:rPr lang="zh-CN" altLang="en-US" sz="1050" dirty="0">
                          <a:solidFill>
                            <a:schemeClr val="bg2"/>
                          </a:solidFill>
                          <a:latin typeface="+mj-ea"/>
                          <a:ea typeface="+mj-ea"/>
                        </a:rPr>
                        <a:t>正面</a:t>
                      </a:r>
                      <a:endParaRPr lang="zh-CN" altLang="en-US" sz="1050" dirty="0">
                        <a:solidFill>
                          <a:schemeClr val="bg2"/>
                        </a:solidFill>
                        <a:latin typeface="+mj-ea"/>
                        <a:ea typeface="+mj-ea"/>
                      </a:endParaRPr>
                    </a:p>
                  </a:txBody>
                  <a:tcPr anchor="ctr"/>
                </a:tc>
              </a:tr>
              <a:tr h="508635">
                <a:tc>
                  <a:txBody>
                    <a:bodyPr/>
                    <a:lstStyle/>
                    <a:p>
                      <a:pPr algn="ctr"/>
                      <a:r>
                        <a:rPr lang="en-US" altLang="zh-CN" sz="1050" dirty="0">
                          <a:solidFill>
                            <a:schemeClr val="bg2"/>
                          </a:solidFill>
                          <a:latin typeface="+mj-ea"/>
                          <a:ea typeface="+mj-ea"/>
                        </a:rPr>
                        <a:t>5</a:t>
                      </a:r>
                      <a:endParaRPr lang="zh-CN" altLang="en-US" sz="1050" dirty="0">
                        <a:solidFill>
                          <a:schemeClr val="bg2"/>
                        </a:solidFill>
                        <a:latin typeface="+mj-ea"/>
                        <a:ea typeface="+mj-ea"/>
                      </a:endParaRPr>
                    </a:p>
                  </a:txBody>
                  <a:tcPr anchor="ctr"/>
                </a:tc>
                <a:tc>
                  <a:txBody>
                    <a:bodyPr/>
                    <a:lstStyle/>
                    <a:p>
                      <a:pPr algn="ctr"/>
                      <a:r>
                        <a:rPr lang="zh-CN" altLang="en-US" sz="1050" dirty="0">
                          <a:solidFill>
                            <a:schemeClr val="bg2"/>
                          </a:solidFill>
                          <a:latin typeface="+mj-ea"/>
                          <a:ea typeface="+mj-ea"/>
                        </a:rPr>
                        <a:t>这或许是你女朋友最好的礼物 奥迪</a:t>
                      </a:r>
                      <a:r>
                        <a:rPr lang="en-US" altLang="zh-CN" sz="1050" dirty="0">
                          <a:solidFill>
                            <a:schemeClr val="bg2"/>
                          </a:solidFill>
                          <a:latin typeface="+mj-ea"/>
                          <a:ea typeface="+mj-ea"/>
                        </a:rPr>
                        <a:t>A3</a:t>
                      </a:r>
                      <a:r>
                        <a:rPr lang="zh-CN" altLang="en-US" sz="1050" dirty="0">
                          <a:solidFill>
                            <a:schemeClr val="bg2"/>
                          </a:solidFill>
                          <a:latin typeface="+mj-ea"/>
                          <a:ea typeface="+mj-ea"/>
                        </a:rPr>
                        <a:t>王一博限量版售</a:t>
                      </a:r>
                      <a:r>
                        <a:rPr lang="en-US" altLang="zh-CN" sz="1050" dirty="0">
                          <a:solidFill>
                            <a:schemeClr val="bg2"/>
                          </a:solidFill>
                          <a:latin typeface="+mj-ea"/>
                          <a:ea typeface="+mj-ea"/>
                        </a:rPr>
                        <a:t>26.85</a:t>
                      </a:r>
                      <a:r>
                        <a:rPr lang="zh-CN" altLang="en-US" sz="1050" dirty="0">
                          <a:solidFill>
                            <a:schemeClr val="bg2"/>
                          </a:solidFill>
                          <a:latin typeface="+mj-ea"/>
                          <a:ea typeface="+mj-ea"/>
                        </a:rPr>
                        <a:t>万！</a:t>
                      </a:r>
                      <a:endParaRPr lang="zh-CN" altLang="en-US" sz="1050" dirty="0">
                        <a:solidFill>
                          <a:schemeClr val="bg2"/>
                        </a:solidFill>
                        <a:latin typeface="+mj-ea"/>
                        <a:ea typeface="+mj-ea"/>
                      </a:endParaRPr>
                    </a:p>
                  </a:txBody>
                  <a:tcPr anchor="ctr"/>
                </a:tc>
                <a:tc>
                  <a:txBody>
                    <a:bodyPr/>
                    <a:lstStyle/>
                    <a:p>
                      <a:pPr algn="ctr"/>
                      <a:r>
                        <a:rPr lang="en-US" altLang="zh-CN" sz="1050" dirty="0">
                          <a:solidFill>
                            <a:schemeClr val="bg2"/>
                          </a:solidFill>
                          <a:latin typeface="+mj-ea"/>
                          <a:ea typeface="+mj-ea"/>
                        </a:rPr>
                        <a:t>145,397</a:t>
                      </a:r>
                      <a:endParaRPr lang="zh-CN" altLang="en-US" sz="1050" dirty="0">
                        <a:solidFill>
                          <a:schemeClr val="bg2"/>
                        </a:solidFill>
                        <a:latin typeface="+mj-ea"/>
                        <a:ea typeface="+mj-ea"/>
                      </a:endParaRPr>
                    </a:p>
                  </a:txBody>
                  <a:tcPr anchor="ctr"/>
                </a:tc>
                <a:tc>
                  <a:txBody>
                    <a:bodyPr/>
                    <a:lstStyle/>
                    <a:p>
                      <a:pPr algn="ctr"/>
                      <a:r>
                        <a:rPr lang="zh-CN" altLang="en-US" sz="1050" dirty="0">
                          <a:solidFill>
                            <a:schemeClr val="bg2"/>
                          </a:solidFill>
                          <a:latin typeface="+mj-ea"/>
                          <a:ea typeface="+mj-ea"/>
                        </a:rPr>
                        <a:t>正面</a:t>
                      </a:r>
                      <a:endParaRPr lang="zh-CN" altLang="en-US" sz="1050" dirty="0">
                        <a:solidFill>
                          <a:schemeClr val="bg2"/>
                        </a:solidFill>
                        <a:latin typeface="+mj-ea"/>
                        <a:ea typeface="+mj-ea"/>
                      </a:endParaRPr>
                    </a:p>
                  </a:txBody>
                  <a:tcPr anchor="ctr"/>
                </a:tc>
              </a:tr>
            </a:tbl>
          </a:graphicData>
        </a:graphic>
      </p:graphicFrame>
      <p:sp>
        <p:nvSpPr>
          <p:cNvPr id="47110" name="标题 1"/>
          <p:cNvSpPr txBox="1"/>
          <p:nvPr/>
        </p:nvSpPr>
        <p:spPr>
          <a:xfrm>
            <a:off x="0" y="6350"/>
            <a:ext cx="9144000" cy="1325563"/>
          </a:xfrm>
          <a:prstGeom prst="rect">
            <a:avLst/>
          </a:prstGeom>
          <a:noFill/>
          <a:ln w="9525">
            <a:noFill/>
          </a:ln>
        </p:spPr>
        <p:txBody>
          <a:bodyPr lIns="540000" anchor="ctr"/>
          <a:lstStyle/>
          <a:p>
            <a:pPr>
              <a:lnSpc>
                <a:spcPct val="90000"/>
              </a:lnSpc>
            </a:pPr>
            <a:r>
              <a:rPr lang="en-US" sz="1800" b="1" dirty="0">
                <a:solidFill>
                  <a:schemeClr val="bg2"/>
                </a:solidFill>
                <a:ea typeface="微软雅黑" panose="020B0503020204020204" pitchFamily="34" charset="-122"/>
              </a:rPr>
              <a:t>Audi </a:t>
            </a:r>
            <a:r>
              <a:rPr sz="1800" b="1" dirty="0">
                <a:solidFill>
                  <a:schemeClr val="bg2"/>
                </a:solidFill>
                <a:ea typeface="微软雅黑" panose="020B0503020204020204" pitchFamily="34" charset="-122"/>
              </a:rPr>
              <a:t>Channel直播项目舆情监测</a:t>
            </a:r>
            <a:endParaRPr sz="1800" b="1" dirty="0">
              <a:solidFill>
                <a:schemeClr val="bg2"/>
              </a:solidFill>
              <a:ea typeface="微软雅黑" panose="020B0503020204020204" pitchFamily="34" charset="-122"/>
            </a:endParaRPr>
          </a:p>
        </p:txBody>
      </p:sp>
      <p:sp>
        <p:nvSpPr>
          <p:cNvPr id="11" name="矩形 10"/>
          <p:cNvSpPr/>
          <p:nvPr/>
        </p:nvSpPr>
        <p:spPr bwMode="auto">
          <a:xfrm>
            <a:off x="405765" y="2921453"/>
            <a:ext cx="2515870" cy="2723515"/>
          </a:xfrm>
          <a:prstGeom prst="rect">
            <a:avLst/>
          </a:prstGeom>
          <a:noFill/>
          <a:ln w="9525" cap="flat" cmpd="sng" algn="ctr">
            <a:solidFill>
              <a:schemeClr val="tx1"/>
            </a:solidFill>
            <a:prstDash val="solid"/>
            <a:round/>
            <a:headEnd type="none" w="med" len="med"/>
            <a:tailEnd type="none" w="med" len="med"/>
          </a:ln>
        </p:spPr>
        <p:txBody>
          <a:bodyPr vert="horz" wrap="square" lIns="91365" tIns="45683" rIns="91365" bIns="45683" numCol="1" rtlCol="0" anchor="t" anchorCtr="0" compatLnSpc="1"/>
          <a:lstStyle/>
          <a:p>
            <a:pPr fontAlgn="base">
              <a:spcBef>
                <a:spcPct val="0"/>
              </a:spcBef>
              <a:spcAft>
                <a:spcPct val="0"/>
              </a:spcAft>
            </a:pPr>
            <a:endParaRPr lang="zh-CN" altLang="en-US" sz="1800">
              <a:latin typeface="+mj-ea"/>
              <a:ea typeface="+mj-ea"/>
              <a:cs typeface="微软雅黑" panose="020B0503020204020204" pitchFamily="34" charset="-122"/>
            </a:endParaRPr>
          </a:p>
        </p:txBody>
      </p:sp>
      <p:graphicFrame>
        <p:nvGraphicFramePr>
          <p:cNvPr id="12" name="图表 11"/>
          <p:cNvGraphicFramePr/>
          <p:nvPr/>
        </p:nvGraphicFramePr>
        <p:xfrm>
          <a:off x="279400" y="2906448"/>
          <a:ext cx="2642235" cy="2510201"/>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1"/>
          <p:cNvSpPr>
            <a:spLocks noChangeArrowheads="1"/>
          </p:cNvSpPr>
          <p:nvPr/>
        </p:nvSpPr>
        <p:spPr bwMode="auto">
          <a:xfrm>
            <a:off x="1663700" y="1183005"/>
            <a:ext cx="7238365" cy="1118235"/>
          </a:xfrm>
          <a:prstGeom prst="rect">
            <a:avLst/>
          </a:prstGeom>
          <a:solidFill>
            <a:srgbClr val="F50537"/>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nSpc>
                <a:spcPct val="150000"/>
              </a:lnSpc>
            </a:pPr>
            <a:r>
              <a:rPr lang="en-US" altLang="zh-CN" sz="9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As of November 30, the total volume of public opinion on the "Audi Channel Live Project" was 2,408, with 2,394 positive reports, accounting for 99.4%; and the number of neutral reports, 14, accounting for 0.6%. The total value of advertisements collected from newspaper clippings was 293,782,159 </a:t>
            </a:r>
            <a:r>
              <a:rPr lang="en-US" altLang="zh-CN" sz="900"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yuan</a:t>
            </a:r>
            <a:r>
              <a:rPr lang="en-US" altLang="zh-CN" sz="9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of which 1,152 were online media, with an advertising value of 77,350,000 </a:t>
            </a:r>
            <a:r>
              <a:rPr lang="en-US" altLang="zh-CN" sz="900"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yuan</a:t>
            </a:r>
            <a:r>
              <a:rPr lang="en-US" altLang="zh-CN" sz="9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1,249 were new media, with an advertising value of 216,360,123 </a:t>
            </a:r>
            <a:r>
              <a:rPr lang="en-US" altLang="zh-CN" sz="900"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yuan</a:t>
            </a:r>
            <a:r>
              <a:rPr lang="en-US" altLang="zh-CN" sz="9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1 radio and television media, with an advertising value of 72,036 </a:t>
            </a:r>
            <a:r>
              <a:rPr lang="en-US" altLang="zh-CN" sz="900"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yuan</a:t>
            </a:r>
            <a:r>
              <a:rPr lang="en-US" altLang="zh-CN" sz="9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and 6 on </a:t>
            </a:r>
            <a:r>
              <a:rPr lang="en-US" altLang="zh-CN" sz="900"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Weibo.Key</a:t>
            </a:r>
            <a:r>
              <a:rPr lang="en-US" altLang="zh-CN" sz="9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words to spread this week: sense of ceremony, sense of surprise, fashion style, sense of sport</a:t>
            </a:r>
            <a:endParaRPr lang="en-US" altLang="zh-CN" sz="9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矩形 4"/>
          <p:cNvSpPr/>
          <p:nvPr/>
        </p:nvSpPr>
        <p:spPr>
          <a:xfrm>
            <a:off x="375920" y="1183005"/>
            <a:ext cx="1214120" cy="1118235"/>
          </a:xfrm>
          <a:prstGeom prst="rect">
            <a:avLst/>
          </a:prstGeom>
          <a:solidFill>
            <a:schemeClr val="bg1">
              <a:lumMod val="6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indent="0" algn="ctr" defTabSz="1219200" rtl="0" eaLnBrk="1" fontAlgn="auto" latinLnBrk="0" hangingPunct="1">
              <a:lnSpc>
                <a:spcPct val="150000"/>
              </a:lnSpc>
              <a:spcBef>
                <a:spcPts val="0"/>
              </a:spcBef>
              <a:spcAft>
                <a:spcPts val="0"/>
              </a:spcAft>
              <a:buClrTx/>
              <a:buSzTx/>
              <a:buFontTx/>
              <a:buNone/>
            </a:pPr>
            <a:r>
              <a:rPr kumimoji="0" lang="zh-CN" altLang="en-US" b="1" i="0" u="none" strike="noStrike" kern="1200" cap="none" spc="0" normalizeH="0" baseline="0" noProof="0" dirty="0">
                <a:ln>
                  <a:noFill/>
                </a:ln>
                <a:solidFill>
                  <a:schemeClr val="bg1"/>
                </a:solidFill>
                <a:effectLst/>
                <a:uLnTx/>
                <a:uFillTx/>
                <a:latin typeface="+mj-ea"/>
                <a:ea typeface="+mj-ea"/>
                <a:cs typeface="+mn-cs"/>
              </a:rPr>
              <a:t>Public opinion</a:t>
            </a:r>
            <a:endParaRPr kumimoji="0" lang="zh-CN" altLang="en-US" b="1" i="0" u="none" strike="noStrike" kern="1200" cap="none" spc="0" normalizeH="0" baseline="0" noProof="0" dirty="0">
              <a:ln>
                <a:noFill/>
              </a:ln>
              <a:solidFill>
                <a:schemeClr val="bg1"/>
              </a:solidFill>
              <a:effectLst/>
              <a:uLnTx/>
              <a:uFillTx/>
              <a:latin typeface="+mj-ea"/>
              <a:ea typeface="+mj-ea"/>
              <a:cs typeface="+mn-cs"/>
            </a:endParaRPr>
          </a:p>
        </p:txBody>
      </p:sp>
      <p:sp>
        <p:nvSpPr>
          <p:cNvPr id="6" name="文本框 11"/>
          <p:cNvSpPr txBox="1"/>
          <p:nvPr/>
        </p:nvSpPr>
        <p:spPr>
          <a:xfrm>
            <a:off x="423959" y="2515574"/>
            <a:ext cx="2418817" cy="412750"/>
          </a:xfrm>
          <a:prstGeom prst="rect">
            <a:avLst/>
          </a:prstGeom>
          <a:solidFill>
            <a:schemeClr val="bg1">
              <a:lumMod val="65000"/>
            </a:schemeClr>
          </a:solidFill>
        </p:spPr>
        <p:txBody>
          <a:bodyPr wrap="square" lIns="91365" tIns="45683" rIns="91365" bIns="45683" rtlCol="0">
            <a:spAutoFit/>
          </a:bodyPr>
          <a:lstStyle/>
          <a:p>
            <a:pPr algn="ctr">
              <a:defRPr sz="2160" b="1" i="0" u="none" strike="noStrike" kern="1200" baseline="0">
                <a:solidFill>
                  <a:srgbClr val="000000"/>
                </a:solidFill>
                <a:latin typeface="+mn-lt"/>
                <a:ea typeface="+mn-ea"/>
                <a:cs typeface="+mn-cs"/>
              </a:defRPr>
            </a:pPr>
            <a:r>
              <a:rPr lang="zh-CN" altLang="en-US" sz="1050" b="1" dirty="0">
                <a:solidFill>
                  <a:schemeClr val="bg1"/>
                </a:solidFill>
                <a:latin typeface="+mj-ea"/>
                <a:ea typeface="+mj-ea"/>
                <a:cs typeface="微软雅黑" panose="020B0503020204020204" pitchFamily="34" charset="-122"/>
              </a:rPr>
              <a:t>Tonal analysis of public opinion volume</a:t>
            </a:r>
            <a:endParaRPr lang="zh-CN" altLang="en-US" sz="1050" b="1" dirty="0">
              <a:solidFill>
                <a:schemeClr val="bg1"/>
              </a:solidFill>
              <a:latin typeface="+mj-ea"/>
              <a:ea typeface="+mj-ea"/>
              <a:cs typeface="微软雅黑" panose="020B0503020204020204" pitchFamily="34" charset="-122"/>
            </a:endParaRPr>
          </a:p>
        </p:txBody>
      </p:sp>
      <p:sp>
        <p:nvSpPr>
          <p:cNvPr id="7" name="矩形 6"/>
          <p:cNvSpPr/>
          <p:nvPr/>
        </p:nvSpPr>
        <p:spPr bwMode="auto">
          <a:xfrm>
            <a:off x="375920" y="3204210"/>
            <a:ext cx="2515870" cy="2723515"/>
          </a:xfrm>
          <a:prstGeom prst="rect">
            <a:avLst/>
          </a:prstGeom>
          <a:noFill/>
          <a:ln w="9525" cap="flat" cmpd="sng" algn="ctr">
            <a:solidFill>
              <a:schemeClr val="tx1"/>
            </a:solidFill>
            <a:prstDash val="solid"/>
            <a:round/>
            <a:headEnd type="none" w="med" len="med"/>
            <a:tailEnd type="none" w="med" len="med"/>
          </a:ln>
        </p:spPr>
        <p:txBody>
          <a:bodyPr vert="horz" wrap="square" lIns="91365" tIns="45683" rIns="91365" bIns="45683" numCol="1" rtlCol="0" anchor="t" anchorCtr="0" compatLnSpc="1"/>
          <a:lstStyle/>
          <a:p>
            <a:pPr fontAlgn="base">
              <a:spcBef>
                <a:spcPct val="0"/>
              </a:spcBef>
              <a:spcAft>
                <a:spcPct val="0"/>
              </a:spcAft>
            </a:pPr>
            <a:endParaRPr lang="zh-CN" altLang="en-US" sz="1800">
              <a:latin typeface="+mj-ea"/>
              <a:ea typeface="+mj-ea"/>
              <a:cs typeface="微软雅黑" panose="020B0503020204020204" pitchFamily="34" charset="-122"/>
            </a:endParaRPr>
          </a:p>
        </p:txBody>
      </p:sp>
      <p:graphicFrame>
        <p:nvGraphicFramePr>
          <p:cNvPr id="8" name="图表 7"/>
          <p:cNvGraphicFramePr/>
          <p:nvPr/>
        </p:nvGraphicFramePr>
        <p:xfrm>
          <a:off x="312420" y="3204210"/>
          <a:ext cx="2642235" cy="2267585"/>
        </p:xfrm>
        <a:graphic>
          <a:graphicData uri="http://schemas.openxmlformats.org/drawingml/2006/chart">
            <c:chart xmlns:c="http://schemas.openxmlformats.org/drawingml/2006/chart" xmlns:r="http://schemas.openxmlformats.org/officeDocument/2006/relationships" r:id="rId1"/>
          </a:graphicData>
        </a:graphic>
      </p:graphicFrame>
      <p:sp>
        <p:nvSpPr>
          <p:cNvPr id="9" name="文本框 11"/>
          <p:cNvSpPr txBox="1"/>
          <p:nvPr/>
        </p:nvSpPr>
        <p:spPr>
          <a:xfrm>
            <a:off x="3019321" y="2515574"/>
            <a:ext cx="5882763" cy="251460"/>
          </a:xfrm>
          <a:prstGeom prst="rect">
            <a:avLst/>
          </a:prstGeom>
          <a:solidFill>
            <a:schemeClr val="bg1">
              <a:lumMod val="65000"/>
            </a:schemeClr>
          </a:solidFill>
        </p:spPr>
        <p:txBody>
          <a:bodyPr wrap="square" lIns="91365" tIns="45683" rIns="91365" bIns="45683" rtlCol="0">
            <a:spAutoFit/>
          </a:bodyPr>
          <a:lstStyle/>
          <a:p>
            <a:pPr algn="ctr">
              <a:defRPr sz="1860" b="0" i="0" u="none" strike="noStrike" kern="1200" spc="0" baseline="0">
                <a:solidFill>
                  <a:srgbClr val="000000">
                    <a:lumMod val="65000"/>
                    <a:lumOff val="35000"/>
                  </a:srgbClr>
                </a:solidFill>
                <a:latin typeface="+mn-lt"/>
                <a:ea typeface="+mn-ea"/>
                <a:cs typeface="+mn-cs"/>
              </a:defRPr>
            </a:pPr>
            <a:r>
              <a:rPr sz="1050" b="1" dirty="0">
                <a:solidFill>
                  <a:schemeClr val="bg1"/>
                </a:solidFill>
                <a:latin typeface="+mj-ea"/>
                <a:ea typeface="+mj-ea"/>
                <a:cs typeface="微软雅黑" panose="020B0503020204020204" pitchFamily="34" charset="-122"/>
              </a:rPr>
              <a:t>Top 5 main hot topics to spread</a:t>
            </a:r>
            <a:endParaRPr sz="1050" b="1" dirty="0">
              <a:solidFill>
                <a:schemeClr val="bg1"/>
              </a:solidFill>
              <a:latin typeface="+mj-ea"/>
              <a:ea typeface="+mj-ea"/>
              <a:cs typeface="微软雅黑" panose="020B0503020204020204" pitchFamily="34" charset="-122"/>
            </a:endParaRPr>
          </a:p>
        </p:txBody>
      </p:sp>
      <p:graphicFrame>
        <p:nvGraphicFramePr>
          <p:cNvPr id="10" name="表格 9"/>
          <p:cNvGraphicFramePr>
            <a:graphicFrameLocks noGrp="1"/>
          </p:cNvGraphicFramePr>
          <p:nvPr>
            <p:custDataLst>
              <p:tags r:id="rId2"/>
            </p:custDataLst>
          </p:nvPr>
        </p:nvGraphicFramePr>
        <p:xfrm>
          <a:off x="3019322" y="2932883"/>
          <a:ext cx="5882640" cy="3125470"/>
        </p:xfrm>
        <a:graphic>
          <a:graphicData uri="http://schemas.openxmlformats.org/drawingml/2006/table">
            <a:tbl>
              <a:tblPr firstRow="1" bandRow="1">
                <a:tableStyleId>{7DF18680-E054-41AD-8BC1-D1AEF772440D}</a:tableStyleId>
              </a:tblPr>
              <a:tblGrid>
                <a:gridCol w="867410"/>
                <a:gridCol w="3282315"/>
                <a:gridCol w="925195"/>
                <a:gridCol w="807720"/>
              </a:tblGrid>
              <a:tr h="375285">
                <a:tc>
                  <a:txBody>
                    <a:bodyPr/>
                    <a:lstStyle/>
                    <a:p>
                      <a:pPr algn="ctr"/>
                      <a:r>
                        <a:rPr lang="zh-CN" altLang="en-US" sz="1125" dirty="0">
                          <a:solidFill>
                            <a:schemeClr val="bg1"/>
                          </a:solidFill>
                          <a:latin typeface="+mj-ea"/>
                          <a:ea typeface="+mj-ea"/>
                        </a:rPr>
                        <a:t>Serial number</a:t>
                      </a:r>
                      <a:endParaRPr lang="zh-CN" altLang="en-US" sz="1125" dirty="0">
                        <a:solidFill>
                          <a:schemeClr val="bg1"/>
                        </a:solidFill>
                        <a:latin typeface="+mj-ea"/>
                        <a:ea typeface="+mj-ea"/>
                      </a:endParaRPr>
                    </a:p>
                  </a:txBody>
                  <a:tcPr anchor="ctr">
                    <a:solidFill>
                      <a:schemeClr val="bg2">
                        <a:lumMod val="50000"/>
                        <a:lumOff val="50000"/>
                      </a:schemeClr>
                    </a:solidFill>
                  </a:tcPr>
                </a:tc>
                <a:tc>
                  <a:txBody>
                    <a:bodyPr/>
                    <a:lstStyle/>
                    <a:p>
                      <a:pPr algn="ctr"/>
                      <a:r>
                        <a:rPr lang="zh-CN" altLang="en-US" sz="1125" dirty="0">
                          <a:solidFill>
                            <a:schemeClr val="bg1"/>
                          </a:solidFill>
                          <a:latin typeface="+mj-ea"/>
                          <a:ea typeface="+mj-ea"/>
                        </a:rPr>
                        <a:t>Article title</a:t>
                      </a:r>
                      <a:endParaRPr lang="zh-CN" altLang="en-US" sz="1125" dirty="0">
                        <a:solidFill>
                          <a:schemeClr val="bg1"/>
                        </a:solidFill>
                        <a:latin typeface="+mj-ea"/>
                        <a:ea typeface="+mj-ea"/>
                      </a:endParaRPr>
                    </a:p>
                  </a:txBody>
                  <a:tcPr anchor="ctr">
                    <a:solidFill>
                      <a:schemeClr val="bg2">
                        <a:lumMod val="50000"/>
                        <a:lumOff val="50000"/>
                      </a:schemeClr>
                    </a:solidFill>
                  </a:tcPr>
                </a:tc>
                <a:tc>
                  <a:txBody>
                    <a:bodyPr/>
                    <a:lstStyle/>
                    <a:p>
                      <a:pPr algn="ctr"/>
                      <a:r>
                        <a:rPr lang="zh-CN" altLang="en-US" sz="1125" dirty="0">
                          <a:solidFill>
                            <a:schemeClr val="bg1"/>
                          </a:solidFill>
                          <a:latin typeface="+mj-ea"/>
                          <a:ea typeface="+mj-ea"/>
                        </a:rPr>
                        <a:t>Reached</a:t>
                      </a:r>
                      <a:endParaRPr lang="zh-CN" altLang="en-US" sz="1125" dirty="0">
                        <a:solidFill>
                          <a:schemeClr val="bg1"/>
                        </a:solidFill>
                        <a:latin typeface="+mj-ea"/>
                        <a:ea typeface="+mj-ea"/>
                      </a:endParaRPr>
                    </a:p>
                  </a:txBody>
                  <a:tcPr anchor="ctr">
                    <a:solidFill>
                      <a:schemeClr val="bg2">
                        <a:lumMod val="50000"/>
                        <a:lumOff val="50000"/>
                      </a:schemeClr>
                    </a:solidFill>
                  </a:tcPr>
                </a:tc>
                <a:tc>
                  <a:txBody>
                    <a:bodyPr/>
                    <a:lstStyle/>
                    <a:p>
                      <a:pPr algn="ctr"/>
                      <a:r>
                        <a:rPr lang="zh-CN" altLang="en-US" sz="1125" dirty="0">
                          <a:solidFill>
                            <a:schemeClr val="bg1"/>
                          </a:solidFill>
                          <a:latin typeface="+mj-ea"/>
                          <a:ea typeface="+mj-ea"/>
                        </a:rPr>
                        <a:t>Tonal</a:t>
                      </a:r>
                      <a:endParaRPr lang="zh-CN" altLang="en-US" sz="1125" dirty="0">
                        <a:solidFill>
                          <a:schemeClr val="bg1"/>
                        </a:solidFill>
                        <a:latin typeface="+mj-ea"/>
                        <a:ea typeface="+mj-ea"/>
                      </a:endParaRPr>
                    </a:p>
                  </a:txBody>
                  <a:tcPr anchor="ctr">
                    <a:solidFill>
                      <a:schemeClr val="bg2">
                        <a:lumMod val="50000"/>
                        <a:lumOff val="50000"/>
                      </a:schemeClr>
                    </a:solidFill>
                  </a:tcPr>
                </a:tc>
              </a:tr>
              <a:tr h="438785">
                <a:tc>
                  <a:txBody>
                    <a:bodyPr/>
                    <a:lstStyle/>
                    <a:p>
                      <a:pPr algn="ctr"/>
                      <a:r>
                        <a:rPr lang="en-US" altLang="zh-CN" sz="1050" dirty="0">
                          <a:solidFill>
                            <a:schemeClr val="bg2"/>
                          </a:solidFill>
                          <a:latin typeface="+mj-ea"/>
                          <a:ea typeface="+mj-ea"/>
                        </a:rPr>
                        <a:t>1</a:t>
                      </a:r>
                      <a:endParaRPr lang="zh-CN" altLang="en-US" sz="1050" dirty="0">
                        <a:solidFill>
                          <a:schemeClr val="bg2"/>
                        </a:solidFill>
                        <a:latin typeface="+mj-ea"/>
                        <a:ea typeface="+mj-ea"/>
                      </a:endParaRPr>
                    </a:p>
                  </a:txBody>
                  <a:tcPr anchor="ctr"/>
                </a:tc>
                <a:tc>
                  <a:txBody>
                    <a:bodyPr/>
                    <a:lstStyle/>
                    <a:p>
                      <a:pPr algn="ctr"/>
                      <a:r>
                        <a:rPr sz="1050" dirty="0">
                          <a:solidFill>
                            <a:schemeClr val="bg2"/>
                          </a:solidFill>
                          <a:latin typeface="+mj-ea"/>
                          <a:ea typeface="+mj-ea"/>
                        </a:rPr>
                        <a:t>Car dynamics: new Sagitar launched; Toyota new sedan; Audi A3 co-branded version released</a:t>
                      </a:r>
                      <a:endParaRPr sz="1050" dirty="0">
                        <a:solidFill>
                          <a:schemeClr val="bg2"/>
                        </a:solidFill>
                        <a:latin typeface="+mj-ea"/>
                        <a:ea typeface="+mj-ea"/>
                      </a:endParaRPr>
                    </a:p>
                  </a:txBody>
                  <a:tcPr anchor="ctr"/>
                </a:tc>
                <a:tc>
                  <a:txBody>
                    <a:bodyPr/>
                    <a:lstStyle/>
                    <a:p>
                      <a:pPr algn="ctr"/>
                      <a:r>
                        <a:rPr lang="en-US" altLang="zh-CN" sz="1050" dirty="0">
                          <a:solidFill>
                            <a:schemeClr val="bg2"/>
                          </a:solidFill>
                          <a:latin typeface="+mj-ea"/>
                          <a:ea typeface="+mj-ea"/>
                        </a:rPr>
                        <a:t>193,056</a:t>
                      </a:r>
                      <a:endParaRPr lang="zh-CN" altLang="en-US" sz="1050" dirty="0">
                        <a:solidFill>
                          <a:schemeClr val="bg2"/>
                        </a:solidFill>
                        <a:latin typeface="+mj-ea"/>
                        <a:ea typeface="+mj-ea"/>
                      </a:endParaRPr>
                    </a:p>
                  </a:txBody>
                  <a:tcPr anchor="ctr"/>
                </a:tc>
                <a:tc>
                  <a:txBody>
                    <a:bodyPr/>
                    <a:lstStyle/>
                    <a:p>
                      <a:pPr algn="ctr"/>
                      <a:r>
                        <a:rPr lang="zh-CN" altLang="en-US" sz="1050" dirty="0">
                          <a:solidFill>
                            <a:schemeClr val="bg2"/>
                          </a:solidFill>
                          <a:latin typeface="+mj-ea"/>
                          <a:ea typeface="+mj-ea"/>
                        </a:rPr>
                        <a:t>positive</a:t>
                      </a:r>
                      <a:endParaRPr lang="zh-CN" altLang="en-US" sz="1050" dirty="0">
                        <a:solidFill>
                          <a:schemeClr val="bg2"/>
                        </a:solidFill>
                        <a:latin typeface="+mj-ea"/>
                        <a:ea typeface="+mj-ea"/>
                      </a:endParaRPr>
                    </a:p>
                  </a:txBody>
                  <a:tcPr anchor="ctr"/>
                </a:tc>
              </a:tr>
              <a:tr h="440690">
                <a:tc>
                  <a:txBody>
                    <a:bodyPr/>
                    <a:lstStyle/>
                    <a:p>
                      <a:pPr algn="ctr"/>
                      <a:r>
                        <a:rPr lang="en-US" altLang="zh-CN" sz="1050" dirty="0">
                          <a:solidFill>
                            <a:schemeClr val="bg2"/>
                          </a:solidFill>
                          <a:latin typeface="+mj-ea"/>
                          <a:ea typeface="+mj-ea"/>
                        </a:rPr>
                        <a:t>2</a:t>
                      </a:r>
                      <a:endParaRPr lang="zh-CN" altLang="en-US" sz="1050" dirty="0">
                        <a:solidFill>
                          <a:schemeClr val="bg2"/>
                        </a:solidFill>
                        <a:latin typeface="+mj-ea"/>
                        <a:ea typeface="+mj-ea"/>
                      </a:endParaRPr>
                    </a:p>
                  </a:txBody>
                  <a:tcPr anchor="ctr"/>
                </a:tc>
                <a:tc>
                  <a:txBody>
                    <a:bodyPr/>
                    <a:lstStyle/>
                    <a:p>
                      <a:pPr algn="ctr"/>
                      <a:r>
                        <a:rPr sz="1050" dirty="0">
                          <a:solidFill>
                            <a:schemeClr val="bg2"/>
                          </a:solidFill>
                          <a:latin typeface="+mj-ea"/>
                          <a:ea typeface="+mj-ea"/>
                        </a:rPr>
                        <a:t>Limited to 23 units! The new Audi A3 Wang Yibo joint limited edition purchase guide is here</a:t>
                      </a:r>
                      <a:endParaRPr sz="1050" dirty="0">
                        <a:solidFill>
                          <a:schemeClr val="bg2"/>
                        </a:solidFill>
                        <a:latin typeface="+mj-ea"/>
                        <a:ea typeface="+mj-ea"/>
                      </a:endParaRPr>
                    </a:p>
                  </a:txBody>
                  <a:tcPr anchor="ctr"/>
                </a:tc>
                <a:tc>
                  <a:txBody>
                    <a:bodyPr/>
                    <a:lstStyle/>
                    <a:p>
                      <a:pPr algn="ctr"/>
                      <a:r>
                        <a:rPr lang="en-US" altLang="zh-CN" sz="1050" dirty="0">
                          <a:solidFill>
                            <a:schemeClr val="bg2"/>
                          </a:solidFill>
                          <a:latin typeface="+mj-ea"/>
                          <a:ea typeface="+mj-ea"/>
                        </a:rPr>
                        <a:t>187,370</a:t>
                      </a:r>
                      <a:endParaRPr lang="zh-CN" altLang="en-US" sz="1050" dirty="0">
                        <a:solidFill>
                          <a:schemeClr val="bg2"/>
                        </a:solidFill>
                        <a:latin typeface="+mj-ea"/>
                        <a:ea typeface="+mj-ea"/>
                      </a:endParaRPr>
                    </a:p>
                  </a:txBody>
                  <a:tcPr anchor="ctr"/>
                </a:tc>
                <a:tc>
                  <a:txBody>
                    <a:bodyPr/>
                    <a:lstStyle/>
                    <a:p>
                      <a:pPr algn="ctr"/>
                      <a:r>
                        <a:rPr lang="zh-CN" altLang="en-US" sz="1050" kern="1200" dirty="0">
                          <a:solidFill>
                            <a:schemeClr val="bg2"/>
                          </a:solidFill>
                          <a:latin typeface="+mj-ea"/>
                          <a:ea typeface="+mj-ea"/>
                          <a:cs typeface="+mn-cs"/>
                        </a:rPr>
                        <a:t>positive</a:t>
                      </a:r>
                      <a:endParaRPr lang="zh-CN" altLang="en-US" sz="1050" kern="1200" dirty="0">
                        <a:solidFill>
                          <a:schemeClr val="bg2"/>
                        </a:solidFill>
                        <a:latin typeface="+mj-ea"/>
                        <a:ea typeface="+mj-ea"/>
                        <a:cs typeface="+mn-cs"/>
                      </a:endParaRPr>
                    </a:p>
                  </a:txBody>
                  <a:tcPr anchor="ctr"/>
                </a:tc>
              </a:tr>
              <a:tr h="439420">
                <a:tc>
                  <a:txBody>
                    <a:bodyPr/>
                    <a:lstStyle/>
                    <a:p>
                      <a:pPr algn="ctr"/>
                      <a:r>
                        <a:rPr lang="en-US" altLang="zh-CN" sz="1050" dirty="0">
                          <a:solidFill>
                            <a:schemeClr val="bg2"/>
                          </a:solidFill>
                          <a:latin typeface="+mj-ea"/>
                          <a:ea typeface="+mj-ea"/>
                        </a:rPr>
                        <a:t>3</a:t>
                      </a:r>
                      <a:endParaRPr lang="zh-CN" altLang="en-US" sz="1050" dirty="0">
                        <a:solidFill>
                          <a:schemeClr val="bg2"/>
                        </a:solidFill>
                        <a:latin typeface="+mj-ea"/>
                        <a:ea typeface="+mj-ea"/>
                      </a:endParaRPr>
                    </a:p>
                  </a:txBody>
                  <a:tcPr anchor="ctr"/>
                </a:tc>
                <a:tc>
                  <a:txBody>
                    <a:bodyPr/>
                    <a:lstStyle/>
                    <a:p>
                      <a:pPr algn="ctr"/>
                      <a:r>
                        <a:rPr sz="1050" dirty="0">
                          <a:solidFill>
                            <a:schemeClr val="bg2"/>
                          </a:solidFill>
                          <a:latin typeface="+mj-ea"/>
                          <a:ea typeface="+mj-ea"/>
                        </a:rPr>
                        <a:t>Audi Channel's live broadcast debut over 100 million likes, generation Z marketing breaks the circle debut</a:t>
                      </a:r>
                      <a:endParaRPr sz="1050" dirty="0">
                        <a:solidFill>
                          <a:schemeClr val="bg2"/>
                        </a:solidFill>
                        <a:latin typeface="+mj-ea"/>
                        <a:ea typeface="+mj-ea"/>
                      </a:endParaRPr>
                    </a:p>
                  </a:txBody>
                  <a:tcPr anchor="ctr"/>
                </a:tc>
                <a:tc>
                  <a:txBody>
                    <a:bodyPr/>
                    <a:lstStyle/>
                    <a:p>
                      <a:pPr algn="ctr"/>
                      <a:r>
                        <a:rPr lang="en-US" altLang="zh-CN" sz="1050" dirty="0">
                          <a:solidFill>
                            <a:schemeClr val="bg2"/>
                          </a:solidFill>
                          <a:latin typeface="+mj-ea"/>
                          <a:ea typeface="+mj-ea"/>
                        </a:rPr>
                        <a:t>173,946</a:t>
                      </a:r>
                      <a:endParaRPr lang="zh-CN" altLang="en-US" sz="1050" dirty="0">
                        <a:solidFill>
                          <a:schemeClr val="bg2"/>
                        </a:solidFill>
                        <a:latin typeface="+mj-ea"/>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50" kern="1200" dirty="0">
                          <a:solidFill>
                            <a:schemeClr val="bg2"/>
                          </a:solidFill>
                          <a:latin typeface="+mj-ea"/>
                          <a:ea typeface="+mn-ea"/>
                          <a:cs typeface="+mn-cs"/>
                        </a:rPr>
                        <a:t>positive</a:t>
                      </a:r>
                      <a:endParaRPr lang="zh-CN" altLang="en-US" sz="1050" kern="1200" dirty="0">
                        <a:solidFill>
                          <a:schemeClr val="bg2"/>
                        </a:solidFill>
                        <a:latin typeface="+mj-ea"/>
                        <a:ea typeface="+mn-ea"/>
                        <a:cs typeface="+mn-cs"/>
                      </a:endParaRPr>
                    </a:p>
                  </a:txBody>
                  <a:tcPr anchor="ctr"/>
                </a:tc>
              </a:tr>
              <a:tr h="509270">
                <a:tc>
                  <a:txBody>
                    <a:bodyPr/>
                    <a:lstStyle/>
                    <a:p>
                      <a:pPr algn="ctr"/>
                      <a:r>
                        <a:rPr lang="en-US" altLang="zh-CN" sz="1050" dirty="0">
                          <a:solidFill>
                            <a:schemeClr val="bg2"/>
                          </a:solidFill>
                          <a:latin typeface="+mj-ea"/>
                          <a:ea typeface="+mj-ea"/>
                        </a:rPr>
                        <a:t>4</a:t>
                      </a:r>
                      <a:endParaRPr lang="zh-CN" altLang="en-US" sz="1050" dirty="0">
                        <a:solidFill>
                          <a:schemeClr val="bg2"/>
                        </a:solidFill>
                        <a:latin typeface="+mj-ea"/>
                        <a:ea typeface="+mj-ea"/>
                      </a:endParaRPr>
                    </a:p>
                  </a:txBody>
                  <a:tcPr anchor="ctr"/>
                </a:tc>
                <a:tc>
                  <a:txBody>
                    <a:bodyPr/>
                    <a:lstStyle/>
                    <a:p>
                      <a:pPr algn="ctr"/>
                      <a:r>
                        <a:rPr sz="1050" dirty="0">
                          <a:solidFill>
                            <a:schemeClr val="bg2"/>
                          </a:solidFill>
                          <a:latin typeface="+mj-ea"/>
                          <a:ea typeface="+mj-ea"/>
                        </a:rPr>
                        <a:t>Exclusively presenting the new gameplay of "cross-dimension, breaking the circle" of the live broadcast The first phase of Audi's official live broadcast of Audi Channel ended perfectly</a:t>
                      </a:r>
                      <a:endParaRPr sz="1050" dirty="0">
                        <a:solidFill>
                          <a:schemeClr val="bg2"/>
                        </a:solidFill>
                        <a:latin typeface="+mj-ea"/>
                        <a:ea typeface="+mj-ea"/>
                      </a:endParaRPr>
                    </a:p>
                  </a:txBody>
                  <a:tcPr anchor="ctr"/>
                </a:tc>
                <a:tc>
                  <a:txBody>
                    <a:bodyPr/>
                    <a:lstStyle/>
                    <a:p>
                      <a:pPr algn="ctr"/>
                      <a:r>
                        <a:rPr lang="en-US" altLang="zh-CN" sz="1050" dirty="0">
                          <a:solidFill>
                            <a:schemeClr val="bg2"/>
                          </a:solidFill>
                          <a:latin typeface="+mj-ea"/>
                          <a:ea typeface="+mj-ea"/>
                        </a:rPr>
                        <a:t>157,957</a:t>
                      </a:r>
                      <a:endParaRPr lang="zh-CN" altLang="en-US" sz="1050" dirty="0">
                        <a:solidFill>
                          <a:schemeClr val="bg2"/>
                        </a:solidFill>
                        <a:latin typeface="+mj-ea"/>
                        <a:ea typeface="+mj-ea"/>
                      </a:endParaRPr>
                    </a:p>
                  </a:txBody>
                  <a:tcPr anchor="ctr"/>
                </a:tc>
                <a:tc>
                  <a:txBody>
                    <a:bodyPr/>
                    <a:lstStyle/>
                    <a:p>
                      <a:pPr algn="ctr"/>
                      <a:r>
                        <a:rPr lang="zh-CN" altLang="en-US" sz="1050" dirty="0">
                          <a:solidFill>
                            <a:schemeClr val="bg2"/>
                          </a:solidFill>
                          <a:latin typeface="+mj-ea"/>
                          <a:ea typeface="+mj-ea"/>
                        </a:rPr>
                        <a:t>positive</a:t>
                      </a:r>
                      <a:endParaRPr lang="zh-CN" altLang="en-US" sz="1050" dirty="0">
                        <a:solidFill>
                          <a:schemeClr val="bg2"/>
                        </a:solidFill>
                        <a:latin typeface="+mj-ea"/>
                        <a:ea typeface="+mj-ea"/>
                      </a:endParaRPr>
                    </a:p>
                  </a:txBody>
                  <a:tcPr anchor="ctr"/>
                </a:tc>
              </a:tr>
              <a:tr h="508635">
                <a:tc>
                  <a:txBody>
                    <a:bodyPr/>
                    <a:lstStyle/>
                    <a:p>
                      <a:pPr algn="ctr"/>
                      <a:r>
                        <a:rPr lang="en-US" altLang="zh-CN" sz="1050" dirty="0">
                          <a:solidFill>
                            <a:schemeClr val="bg2"/>
                          </a:solidFill>
                          <a:latin typeface="+mj-ea"/>
                          <a:ea typeface="+mj-ea"/>
                        </a:rPr>
                        <a:t>5</a:t>
                      </a:r>
                      <a:endParaRPr lang="zh-CN" altLang="en-US" sz="1050" dirty="0">
                        <a:solidFill>
                          <a:schemeClr val="bg2"/>
                        </a:solidFill>
                        <a:latin typeface="+mj-ea"/>
                        <a:ea typeface="+mj-ea"/>
                      </a:endParaRPr>
                    </a:p>
                  </a:txBody>
                  <a:tcPr anchor="ctr"/>
                </a:tc>
                <a:tc>
                  <a:txBody>
                    <a:bodyPr/>
                    <a:lstStyle/>
                    <a:p>
                      <a:pPr algn="ctr"/>
                      <a:r>
                        <a:rPr sz="1050" dirty="0">
                          <a:solidFill>
                            <a:schemeClr val="bg2"/>
                          </a:solidFill>
                          <a:latin typeface="+mj-ea"/>
                          <a:ea typeface="+mj-ea"/>
                        </a:rPr>
                        <a:t>This may be the best gift for your girlfriend. Audi A3 Wang Yibo Limited Edition sold for 268,500!</a:t>
                      </a:r>
                      <a:endParaRPr sz="1050" dirty="0">
                        <a:solidFill>
                          <a:schemeClr val="bg2"/>
                        </a:solidFill>
                        <a:latin typeface="+mj-ea"/>
                        <a:ea typeface="+mj-ea"/>
                      </a:endParaRPr>
                    </a:p>
                  </a:txBody>
                  <a:tcPr anchor="ctr"/>
                </a:tc>
                <a:tc>
                  <a:txBody>
                    <a:bodyPr/>
                    <a:lstStyle/>
                    <a:p>
                      <a:pPr algn="ctr"/>
                      <a:r>
                        <a:rPr lang="en-US" altLang="zh-CN" sz="1050" dirty="0">
                          <a:solidFill>
                            <a:schemeClr val="bg2"/>
                          </a:solidFill>
                          <a:latin typeface="+mj-ea"/>
                          <a:ea typeface="+mj-ea"/>
                        </a:rPr>
                        <a:t>145,397</a:t>
                      </a:r>
                      <a:endParaRPr lang="zh-CN" altLang="en-US" sz="1050" dirty="0">
                        <a:solidFill>
                          <a:schemeClr val="bg2"/>
                        </a:solidFill>
                        <a:latin typeface="+mj-ea"/>
                        <a:ea typeface="+mj-ea"/>
                      </a:endParaRPr>
                    </a:p>
                  </a:txBody>
                  <a:tcPr anchor="ctr"/>
                </a:tc>
                <a:tc>
                  <a:txBody>
                    <a:bodyPr/>
                    <a:lstStyle/>
                    <a:p>
                      <a:pPr algn="ctr"/>
                      <a:r>
                        <a:rPr lang="zh-CN" altLang="en-US" sz="1050" dirty="0">
                          <a:solidFill>
                            <a:schemeClr val="bg2"/>
                          </a:solidFill>
                          <a:latin typeface="+mj-ea"/>
                          <a:ea typeface="+mj-ea"/>
                        </a:rPr>
                        <a:t>positive</a:t>
                      </a:r>
                      <a:endParaRPr lang="zh-CN" altLang="en-US" sz="1050" dirty="0">
                        <a:solidFill>
                          <a:schemeClr val="bg2"/>
                        </a:solidFill>
                        <a:latin typeface="+mj-ea"/>
                        <a:ea typeface="+mj-ea"/>
                      </a:endParaRPr>
                    </a:p>
                  </a:txBody>
                  <a:tcPr anchor="ctr"/>
                </a:tc>
              </a:tr>
            </a:tbl>
          </a:graphicData>
        </a:graphic>
      </p:graphicFrame>
      <p:sp>
        <p:nvSpPr>
          <p:cNvPr id="47110" name="标题 1"/>
          <p:cNvSpPr txBox="1"/>
          <p:nvPr/>
        </p:nvSpPr>
        <p:spPr>
          <a:xfrm>
            <a:off x="0" y="0"/>
            <a:ext cx="9144000" cy="1325563"/>
          </a:xfrm>
          <a:prstGeom prst="rect">
            <a:avLst/>
          </a:prstGeom>
          <a:noFill/>
          <a:ln w="9525">
            <a:noFill/>
          </a:ln>
        </p:spPr>
        <p:txBody>
          <a:bodyPr lIns="540000" anchor="ctr"/>
          <a:lstStyle/>
          <a:p>
            <a:pPr>
              <a:lnSpc>
                <a:spcPct val="90000"/>
              </a:lnSpc>
            </a:pPr>
            <a:r>
              <a:rPr sz="1800" b="1" dirty="0">
                <a:solidFill>
                  <a:schemeClr val="bg2"/>
                </a:solidFill>
                <a:ea typeface="微软雅黑" panose="020B0503020204020204" pitchFamily="34" charset="-122"/>
              </a:rPr>
              <a:t>Audi Channel live broadcast project public opinion monitoring</a:t>
            </a:r>
            <a:endParaRPr sz="1800" b="1" dirty="0">
              <a:solidFill>
                <a:schemeClr val="bg2"/>
              </a:solidFill>
              <a:ea typeface="微软雅黑" panose="020B0503020204020204" pitchFamily="34" charset="-122"/>
            </a:endParaRPr>
          </a:p>
        </p:txBody>
      </p:sp>
      <p:sp>
        <p:nvSpPr>
          <p:cNvPr id="4" name="矩形 3"/>
          <p:cNvSpPr/>
          <p:nvPr/>
        </p:nvSpPr>
        <p:spPr>
          <a:xfrm>
            <a:off x="1035164" y="4015172"/>
            <a:ext cx="1311664" cy="646331"/>
          </a:xfrm>
          <a:prstGeom prst="rect">
            <a:avLst/>
          </a:prstGeom>
        </p:spPr>
        <p:txBody>
          <a:bodyPr wrap="square">
            <a:spAutoFit/>
          </a:bodyPr>
          <a:lstStyle/>
          <a:p>
            <a:pPr algn="ctr"/>
            <a:r>
              <a:rPr lang="en-US" altLang="zh-CN" dirty="0">
                <a:solidFill>
                  <a:schemeClr val="bg2"/>
                </a:solidFill>
              </a:rPr>
              <a:t>Total public </a:t>
            </a:r>
            <a:r>
              <a:rPr lang="en-US" altLang="zh-CN" dirty="0" smtClean="0">
                <a:solidFill>
                  <a:schemeClr val="bg2"/>
                </a:solidFill>
              </a:rPr>
              <a:t>opinion</a:t>
            </a:r>
            <a:endParaRPr lang="en-US" altLang="zh-CN" dirty="0" smtClean="0">
              <a:solidFill>
                <a:schemeClr val="bg2"/>
              </a:solidFill>
            </a:endParaRPr>
          </a:p>
          <a:p>
            <a:pPr algn="ctr"/>
            <a:r>
              <a:rPr lang="en-US" altLang="zh-CN" dirty="0" smtClean="0">
                <a:solidFill>
                  <a:schemeClr val="bg2"/>
                </a:solidFill>
              </a:rPr>
              <a:t>2,408</a:t>
            </a:r>
            <a:endParaRPr lang="zh-CN" altLang="en-US" dirty="0">
              <a:solidFill>
                <a:schemeClr val="bg2"/>
              </a:solidFil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bwMode="auto">
          <a:xfrm flipH="1">
            <a:off x="1379899" y="1484784"/>
            <a:ext cx="8285871" cy="520322"/>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400050" indent="-400050">
              <a:buFontTx/>
              <a:buAutoNum type="romanUcPeriod"/>
            </a:pPr>
            <a:r>
              <a:rPr kumimoji="1" lang="zh-CN" altLang="en-US" sz="1800" b="1" dirty="0">
                <a:solidFill>
                  <a:srgbClr val="A0A7AA"/>
                </a:solidFill>
                <a:latin typeface="微软雅黑" panose="020B0503020204020204" pitchFamily="34" charset="-122"/>
                <a:ea typeface="微软雅黑" panose="020B0503020204020204" pitchFamily="34" charset="-122"/>
                <a:cs typeface="+mn-ea"/>
                <a:sym typeface="+mn-lt"/>
              </a:rPr>
              <a:t>传播概览</a:t>
            </a:r>
            <a:r>
              <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rPr>
              <a:t>/Comm.</a:t>
            </a:r>
            <a:r>
              <a:rPr kumimoji="1" lang="zh-CN" altLang="en-US" sz="1800" b="1" dirty="0">
                <a:solidFill>
                  <a:srgbClr val="A0A7AA"/>
                </a:solidFill>
                <a:latin typeface="微软雅黑" panose="020B0503020204020204" pitchFamily="34" charset="-122"/>
                <a:ea typeface="微软雅黑" panose="020B0503020204020204" pitchFamily="34" charset="-122"/>
                <a:cs typeface="+mn-ea"/>
                <a:sym typeface="+mn-lt"/>
              </a:rPr>
              <a:t> </a:t>
            </a:r>
            <a:r>
              <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rPr>
              <a:t>Overview</a:t>
            </a:r>
            <a:endPar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endParaRPr>
          </a:p>
        </p:txBody>
      </p:sp>
      <p:sp>
        <p:nvSpPr>
          <p:cNvPr id="23" name="矩形 22"/>
          <p:cNvSpPr/>
          <p:nvPr/>
        </p:nvSpPr>
        <p:spPr bwMode="auto">
          <a:xfrm flipH="1">
            <a:off x="11165" y="2204864"/>
            <a:ext cx="329767" cy="1664106"/>
          </a:xfrm>
          <a:prstGeom prst="rect">
            <a:avLst/>
          </a:prstGeom>
          <a:solidFill>
            <a:srgbClr val="F50537"/>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algn="ctr" fontAlgn="base">
              <a:spcBef>
                <a:spcPct val="30000"/>
              </a:spcBef>
              <a:spcAft>
                <a:spcPct val="0"/>
              </a:spcAft>
              <a:buClr>
                <a:srgbClr val="B3B3B3"/>
              </a:buClr>
              <a:buFont typeface="Audi Type" pitchFamily="34" charset="0"/>
              <a:buNone/>
            </a:pPr>
            <a:endParaRPr lang="zh-CN" altLang="en-US" sz="1400" b="1" dirty="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24" name="矩形 23"/>
          <p:cNvSpPr/>
          <p:nvPr/>
        </p:nvSpPr>
        <p:spPr bwMode="auto">
          <a:xfrm flipH="1">
            <a:off x="423948" y="2204864"/>
            <a:ext cx="140152" cy="1664106"/>
          </a:xfrm>
          <a:prstGeom prst="rect">
            <a:avLst/>
          </a:prstGeom>
          <a:solidFill>
            <a:srgbClr val="F50537"/>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algn="ctr" fontAlgn="base">
              <a:spcBef>
                <a:spcPct val="30000"/>
              </a:spcBef>
              <a:spcAft>
                <a:spcPct val="0"/>
              </a:spcAft>
              <a:buClr>
                <a:srgbClr val="B3B3B3"/>
              </a:buClr>
              <a:buFont typeface="Audi Type" pitchFamily="34" charset="0"/>
              <a:buNone/>
            </a:pPr>
            <a:endParaRPr lang="zh-CN" altLang="en-US" sz="1400" b="1" dirty="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25" name="矩形 24"/>
          <p:cNvSpPr/>
          <p:nvPr/>
        </p:nvSpPr>
        <p:spPr bwMode="auto">
          <a:xfrm flipH="1">
            <a:off x="635948" y="2204864"/>
            <a:ext cx="8508052" cy="1664106"/>
          </a:xfrm>
          <a:prstGeom prst="rect">
            <a:avLst/>
          </a:prstGeom>
          <a:solidFill>
            <a:srgbClr val="F50537"/>
          </a:solidFill>
          <a:ln w="9525" cap="flat" cmpd="sng" algn="ctr">
            <a:solidFill>
              <a:srgbClr val="BB0A30"/>
            </a:solidFill>
            <a:prstDash val="solid"/>
            <a:round/>
            <a:headEnd type="none" w="med" len="med"/>
            <a:tailEnd type="none" w="med" len="med"/>
          </a:ln>
          <a:effectLst/>
        </p:spPr>
        <p:txBody>
          <a:bodyPr vert="horz" wrap="none" lIns="91440" tIns="45720" rIns="91440" bIns="45720" numCol="1" rtlCol="0" anchor="ctr" anchorCtr="0" compatLnSpc="1"/>
          <a:lstStyle/>
          <a:p>
            <a:pPr marL="313055" marR="0" lvl="0" indent="0" defTabSz="914400" eaLnBrk="1" fontAlgn="auto" latinLnBrk="0" hangingPunct="1">
              <a:lnSpc>
                <a:spcPct val="100000"/>
              </a:lnSpc>
              <a:spcBef>
                <a:spcPts val="0"/>
              </a:spcBef>
              <a:spcAft>
                <a:spcPts val="0"/>
              </a:spcAft>
              <a:buClrTx/>
              <a:buSzTx/>
              <a:buFontTx/>
              <a:buNone/>
              <a:defRPr/>
            </a:pPr>
            <a:r>
              <a:rPr kumimoji="1" lang="en-US" altLang="zh-CN" sz="2800" b="1" i="0" u="none" strike="noStrike" kern="0" cap="none" spc="0" normalizeH="0" baseline="0" noProof="0" dirty="0" smtClean="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II.</a:t>
            </a:r>
            <a:r>
              <a:rPr kumimoji="1" lang="zh-CN" altLang="en-US" sz="2800" b="1" i="0" u="none" strike="noStrike" kern="0" cap="none" spc="0" normalizeH="0" baseline="0" noProof="0" dirty="0" smtClean="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 执行</a:t>
            </a:r>
            <a:r>
              <a:rPr kumimoji="1" lang="zh-CN" altLang="en-US" sz="2800" b="1" kern="0" dirty="0" smtClean="0">
                <a:solidFill>
                  <a:srgbClr val="FFFFFF"/>
                </a:solidFill>
                <a:latin typeface="微软雅黑" panose="020B0503020204020204" pitchFamily="34" charset="-122"/>
                <a:ea typeface="微软雅黑" panose="020B0503020204020204" pitchFamily="34" charset="-122"/>
                <a:cs typeface="+mn-ea"/>
                <a:sym typeface="+mn-lt"/>
              </a:rPr>
              <a:t>亮点</a:t>
            </a:r>
            <a:endParaRPr kumimoji="1" lang="en-US" altLang="zh-CN" sz="2800" b="1" kern="0" dirty="0">
              <a:solidFill>
                <a:srgbClr val="FFFFFF"/>
              </a:solidFill>
              <a:latin typeface="微软雅黑" panose="020B0503020204020204" pitchFamily="34" charset="-122"/>
              <a:ea typeface="微软雅黑" panose="020B0503020204020204" pitchFamily="34" charset="-122"/>
              <a:cs typeface="+mn-ea"/>
              <a:sym typeface="+mn-lt"/>
            </a:endParaRPr>
          </a:p>
          <a:p>
            <a:pPr marL="313055" marR="0" lvl="0" indent="0" defTabSz="914400" eaLnBrk="1" fontAlgn="auto" latinLnBrk="0" hangingPunct="1">
              <a:lnSpc>
                <a:spcPct val="100000"/>
              </a:lnSpc>
              <a:spcBef>
                <a:spcPts val="0"/>
              </a:spcBef>
              <a:spcAft>
                <a:spcPts val="0"/>
              </a:spcAft>
              <a:buClrTx/>
              <a:buSzTx/>
              <a:buFontTx/>
              <a:buNone/>
              <a:defRPr/>
            </a:pPr>
            <a:r>
              <a:rPr kumimoji="1" lang="en-US" altLang="zh-CN" sz="2800" b="1" i="0" u="none" strike="noStrike" kern="0" cap="none" spc="0" normalizeH="0" noProof="0" dirty="0" smtClean="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    </a:t>
            </a:r>
            <a:r>
              <a:rPr kumimoji="1" lang="en-US" altLang="zh-CN" sz="2800" b="1" i="0" u="none" strike="noStrike" kern="0" cap="none" spc="0" normalizeH="0" baseline="0" noProof="0" dirty="0" smtClean="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Execution</a:t>
            </a:r>
            <a:r>
              <a:rPr kumimoji="1" lang="zh-CN" altLang="en-US" sz="2800" b="1" i="0" u="none" strike="noStrike" kern="0" cap="none" spc="0" normalizeH="0" baseline="0" noProof="0" dirty="0" smtClean="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 </a:t>
            </a:r>
            <a:r>
              <a:rPr kumimoji="1" lang="en-US" altLang="zh-CN" sz="2800" b="1" kern="0" dirty="0" smtClean="0">
                <a:solidFill>
                  <a:srgbClr val="FFFFFF"/>
                </a:solidFill>
                <a:latin typeface="微软雅黑" panose="020B0503020204020204" pitchFamily="34" charset="-122"/>
                <a:ea typeface="微软雅黑" panose="020B0503020204020204" pitchFamily="34" charset="-122"/>
                <a:cs typeface="+mn-ea"/>
                <a:sym typeface="+mn-lt"/>
              </a:rPr>
              <a:t>Highlights</a:t>
            </a:r>
            <a:endParaRPr kumimoji="1" lang="en-US" altLang="zh-CN" sz="2800" b="1" i="0" u="none" strike="noStrike" kern="0" cap="none" spc="0" normalizeH="0" baseline="0" noProof="0" dirty="0" smtClean="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6" name="矩形 5"/>
          <p:cNvSpPr/>
          <p:nvPr/>
        </p:nvSpPr>
        <p:spPr bwMode="auto">
          <a:xfrm flipH="1">
            <a:off x="1379900" y="4049895"/>
            <a:ext cx="8285871" cy="562705"/>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400050" lvl="1" indent="-400050">
              <a:buFont typeface="+mj-lt"/>
              <a:buAutoNum type="romanUcPeriod" startAt="3"/>
            </a:pPr>
            <a:r>
              <a:rPr kumimoji="1" lang="zh-CN" altLang="en-US" sz="1800" b="1" dirty="0">
                <a:solidFill>
                  <a:srgbClr val="A0A7AA"/>
                </a:solidFill>
                <a:latin typeface="微软雅黑" panose="020B0503020204020204" pitchFamily="34" charset="-122"/>
                <a:ea typeface="微软雅黑" panose="020B0503020204020204" pitchFamily="34" charset="-122"/>
                <a:cs typeface="+mn-ea"/>
                <a:sym typeface="+mn-lt"/>
              </a:rPr>
              <a:t>媒体反馈</a:t>
            </a:r>
            <a:r>
              <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rPr>
              <a:t>/Media</a:t>
            </a:r>
            <a:r>
              <a:rPr kumimoji="1" lang="zh-CN" altLang="en-US" sz="1800" b="1" dirty="0">
                <a:solidFill>
                  <a:srgbClr val="A0A7AA"/>
                </a:solidFill>
                <a:latin typeface="微软雅黑" panose="020B0503020204020204" pitchFamily="34" charset="-122"/>
                <a:ea typeface="微软雅黑" panose="020B0503020204020204" pitchFamily="34" charset="-122"/>
                <a:cs typeface="+mn-ea"/>
                <a:sym typeface="+mn-lt"/>
              </a:rPr>
              <a:t> </a:t>
            </a:r>
            <a:r>
              <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rPr>
              <a:t>Feedback</a:t>
            </a:r>
            <a:endPar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bwMode="auto">
          <a:xfrm flipH="1">
            <a:off x="1379855" y="4725670"/>
            <a:ext cx="5534660" cy="562610"/>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indent="0" algn="l">
              <a:lnSpc>
                <a:spcPct val="150000"/>
              </a:lnSpc>
              <a:buFont typeface="+mj-lt"/>
              <a:buNone/>
            </a:pPr>
            <a:r>
              <a:rPr kumimoji="1" lang="en-US" altLang="zh-CN" sz="1800" b="1" dirty="0">
                <a:solidFill>
                  <a:srgbClr val="A0A7AA"/>
                </a:solidFill>
                <a:latin typeface="微软雅黑" panose="020B0503020204020204" pitchFamily="34" charset="-122"/>
                <a:ea typeface="微软雅黑" panose="020B0503020204020204" pitchFamily="34" charset="-122"/>
                <a:cs typeface="微软雅黑" panose="020B0503020204020204" pitchFamily="34" charset="-122"/>
                <a:sym typeface="+mn-ea"/>
              </a:rPr>
              <a:t>Ⅳ.  </a:t>
            </a:r>
            <a:r>
              <a:rPr kumimoji="1" lang="zh-CN" altLang="en-US" sz="1800" b="1" dirty="0">
                <a:solidFill>
                  <a:srgbClr val="A0A7AA"/>
                </a:solidFill>
                <a:latin typeface="微软雅黑" panose="020B0503020204020204" pitchFamily="34" charset="-122"/>
                <a:ea typeface="微软雅黑" panose="020B0503020204020204" pitchFamily="34" charset="-122"/>
                <a:cs typeface="微软雅黑" panose="020B0503020204020204" pitchFamily="34" charset="-122"/>
                <a:sym typeface="+mn-ea"/>
              </a:rPr>
              <a:t>媒体报道总结</a:t>
            </a:r>
            <a:r>
              <a:rPr kumimoji="1" lang="zh-CN" altLang="en-US" sz="1800" b="1" dirty="0" smtClean="0">
                <a:solidFill>
                  <a:srgbClr val="A0A7AA"/>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sz="1800" b="1" dirty="0" smtClean="0">
                <a:solidFill>
                  <a:srgbClr val="A0A7AA"/>
                </a:solidFill>
                <a:latin typeface="微软雅黑" panose="020B0503020204020204" pitchFamily="34" charset="-122"/>
                <a:ea typeface="微软雅黑" panose="020B0503020204020204" pitchFamily="34" charset="-122"/>
                <a:cs typeface="微软雅黑" panose="020B0503020204020204" pitchFamily="34" charset="-122"/>
                <a:sym typeface="+mn-ea"/>
              </a:rPr>
              <a:t>/Media </a:t>
            </a:r>
            <a:r>
              <a:rPr kumimoji="1" lang="en-US" altLang="zh-CN" sz="1800" b="1" dirty="0">
                <a:solidFill>
                  <a:srgbClr val="A0A7AA"/>
                </a:solidFill>
                <a:latin typeface="微软雅黑" panose="020B0503020204020204" pitchFamily="34" charset="-122"/>
                <a:ea typeface="微软雅黑" panose="020B0503020204020204" pitchFamily="34" charset="-122"/>
                <a:cs typeface="微软雅黑" panose="020B0503020204020204" pitchFamily="34" charset="-122"/>
                <a:sym typeface="+mn-ea"/>
              </a:rPr>
              <a:t>report</a:t>
            </a:r>
            <a:endPar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282968" y="4623935"/>
            <a:ext cx="2875822" cy="15621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CC0033"/>
              </a:solidFill>
              <a:effectLst/>
              <a:uLnTx/>
              <a:uFillTx/>
              <a:latin typeface="+mn-lt"/>
              <a:ea typeface="+mn-ea"/>
              <a:cs typeface="+mn-cs"/>
            </a:endParaRPr>
          </a:p>
        </p:txBody>
      </p:sp>
      <p:sp>
        <p:nvSpPr>
          <p:cNvPr id="47110" name="标题 1"/>
          <p:cNvSpPr txBox="1"/>
          <p:nvPr/>
        </p:nvSpPr>
        <p:spPr>
          <a:xfrm>
            <a:off x="0" y="6350"/>
            <a:ext cx="9144000" cy="1325563"/>
          </a:xfrm>
          <a:prstGeom prst="rect">
            <a:avLst/>
          </a:prstGeom>
          <a:noFill/>
          <a:ln w="9525">
            <a:noFill/>
          </a:ln>
        </p:spPr>
        <p:txBody>
          <a:bodyPr lIns="540000" anchor="ctr"/>
          <a:lstStyle/>
          <a:p>
            <a:pPr>
              <a:lnSpc>
                <a:spcPct val="90000"/>
              </a:lnSpc>
            </a:pPr>
            <a:r>
              <a:rPr lang="en-US" sz="1800" b="1" dirty="0">
                <a:solidFill>
                  <a:schemeClr val="bg2"/>
                </a:solidFill>
                <a:ea typeface="微软雅黑" panose="020B0503020204020204" pitchFamily="34" charset="-122"/>
              </a:rPr>
              <a:t>Audi </a:t>
            </a:r>
            <a:r>
              <a:rPr sz="1800" b="1" dirty="0">
                <a:solidFill>
                  <a:schemeClr val="bg2"/>
                </a:solidFill>
                <a:ea typeface="微软雅黑" panose="020B0503020204020204" pitchFamily="34" charset="-122"/>
              </a:rPr>
              <a:t>Channel直播项目</a:t>
            </a:r>
            <a:r>
              <a:rPr lang="zh-CN" sz="1800" b="1" dirty="0">
                <a:solidFill>
                  <a:schemeClr val="bg2"/>
                </a:solidFill>
                <a:ea typeface="微软雅黑" panose="020B0503020204020204" pitchFamily="34" charset="-122"/>
              </a:rPr>
              <a:t>亮点</a:t>
            </a:r>
            <a:endParaRPr lang="zh-CN" sz="1800" b="1" dirty="0">
              <a:solidFill>
                <a:schemeClr val="bg2"/>
              </a:solidFill>
              <a:ea typeface="微软雅黑" panose="020B0503020204020204" pitchFamily="34" charset="-122"/>
            </a:endParaRPr>
          </a:p>
        </p:txBody>
      </p:sp>
      <p:sp>
        <p:nvSpPr>
          <p:cNvPr id="3" name="矩形 2"/>
          <p:cNvSpPr/>
          <p:nvPr/>
        </p:nvSpPr>
        <p:spPr>
          <a:xfrm>
            <a:off x="547039" y="1343983"/>
            <a:ext cx="2330462" cy="954107"/>
          </a:xfrm>
          <a:prstGeom prst="rect">
            <a:avLst/>
          </a:prstGeom>
        </p:spPr>
        <p:txBody>
          <a:bodyPr wrap="square">
            <a:spAutoFit/>
          </a:bodyPr>
          <a:lstStyle/>
          <a:p>
            <a:pPr algn="ctr"/>
            <a:r>
              <a:rPr lang="zh-CN" altLang="en-US" sz="1600" b="1" dirty="0" smtClean="0">
                <a:solidFill>
                  <a:schemeClr val="bg2"/>
                </a:solidFill>
                <a:latin typeface="+mj-ea"/>
                <a:ea typeface="+mj-ea"/>
              </a:rPr>
              <a:t>树立了豪华</a:t>
            </a:r>
            <a:r>
              <a:rPr lang="zh-CN" altLang="en-US" sz="1600" b="1" dirty="0">
                <a:solidFill>
                  <a:schemeClr val="bg2"/>
                </a:solidFill>
                <a:latin typeface="+mj-ea"/>
                <a:ea typeface="+mj-ea"/>
              </a:rPr>
              <a:t>汽车</a:t>
            </a:r>
            <a:r>
              <a:rPr lang="zh-CN" altLang="en-US" sz="1600" b="1" dirty="0" smtClean="0">
                <a:solidFill>
                  <a:schemeClr val="bg2"/>
                </a:solidFill>
                <a:latin typeface="+mj-ea"/>
                <a:ea typeface="+mj-ea"/>
              </a:rPr>
              <a:t>品牌</a:t>
            </a:r>
            <a:endParaRPr lang="en-US" altLang="zh-CN" sz="1600" b="1" dirty="0" smtClean="0">
              <a:solidFill>
                <a:schemeClr val="bg2"/>
              </a:solidFill>
              <a:latin typeface="+mj-ea"/>
              <a:ea typeface="+mj-ea"/>
            </a:endParaRPr>
          </a:p>
          <a:p>
            <a:pPr algn="ctr"/>
            <a:r>
              <a:rPr lang="zh-CN" altLang="en-US" sz="1600" b="1" dirty="0" smtClean="0">
                <a:solidFill>
                  <a:schemeClr val="bg2"/>
                </a:solidFill>
                <a:latin typeface="+mj-ea"/>
                <a:ea typeface="+mj-ea"/>
              </a:rPr>
              <a:t>官方直播的</a:t>
            </a:r>
            <a:endParaRPr lang="en-US" altLang="zh-CN" sz="1600" b="1" dirty="0">
              <a:solidFill>
                <a:schemeClr val="bg2"/>
              </a:solidFill>
              <a:latin typeface="+mj-ea"/>
              <a:ea typeface="+mj-ea"/>
            </a:endParaRPr>
          </a:p>
          <a:p>
            <a:pPr algn="ctr"/>
            <a:r>
              <a:rPr lang="zh-CN" altLang="en-US" sz="2400" b="1" dirty="0" smtClean="0">
                <a:solidFill>
                  <a:srgbClr val="FF0000"/>
                </a:solidFill>
                <a:latin typeface="+mj-ea"/>
                <a:ea typeface="+mj-ea"/>
              </a:rPr>
              <a:t>新</a:t>
            </a:r>
            <a:r>
              <a:rPr lang="zh-CN" altLang="en-US" sz="2400" b="1" dirty="0">
                <a:solidFill>
                  <a:srgbClr val="FF0000"/>
                </a:solidFill>
                <a:latin typeface="+mj-ea"/>
                <a:ea typeface="+mj-ea"/>
              </a:rPr>
              <a:t>标杆</a:t>
            </a:r>
            <a:endParaRPr lang="zh-CN" altLang="en-US" sz="2400" b="1" dirty="0">
              <a:solidFill>
                <a:srgbClr val="FF0000"/>
              </a:solidFill>
              <a:latin typeface="+mj-ea"/>
              <a:ea typeface="+mj-ea"/>
            </a:endParaRPr>
          </a:p>
        </p:txBody>
      </p:sp>
      <p:sp>
        <p:nvSpPr>
          <p:cNvPr id="5" name="矩形 4"/>
          <p:cNvSpPr/>
          <p:nvPr/>
        </p:nvSpPr>
        <p:spPr>
          <a:xfrm>
            <a:off x="3389449" y="1343983"/>
            <a:ext cx="2576094" cy="953135"/>
          </a:xfrm>
          <a:prstGeom prst="rect">
            <a:avLst/>
          </a:prstGeom>
        </p:spPr>
        <p:txBody>
          <a:bodyPr wrap="square">
            <a:spAutoFit/>
          </a:bodyPr>
          <a:lstStyle/>
          <a:p>
            <a:pPr algn="ctr"/>
            <a:r>
              <a:rPr lang="zh-CN" altLang="zh-CN" sz="1600" b="1" dirty="0">
                <a:solidFill>
                  <a:schemeClr val="bg2"/>
                </a:solidFill>
                <a:latin typeface="+mj-ea"/>
                <a:ea typeface="+mj-ea"/>
              </a:rPr>
              <a:t>创造了抖</a:t>
            </a:r>
            <a:r>
              <a:rPr lang="zh-CN" altLang="zh-CN" sz="1600" b="1" dirty="0" smtClean="0">
                <a:solidFill>
                  <a:schemeClr val="bg2"/>
                </a:solidFill>
                <a:latin typeface="+mj-ea"/>
                <a:ea typeface="+mj-ea"/>
              </a:rPr>
              <a:t>音生态</a:t>
            </a:r>
            <a:endParaRPr lang="en-US" altLang="zh-CN" sz="1600" b="1" dirty="0" smtClean="0">
              <a:solidFill>
                <a:schemeClr val="bg2"/>
              </a:solidFill>
              <a:latin typeface="+mj-ea"/>
              <a:ea typeface="+mj-ea"/>
            </a:endParaRPr>
          </a:p>
          <a:p>
            <a:pPr algn="ctr"/>
            <a:r>
              <a:rPr lang="zh-CN" altLang="en-US" sz="1600" b="1" dirty="0" smtClean="0">
                <a:solidFill>
                  <a:schemeClr val="bg2"/>
                </a:solidFill>
                <a:latin typeface="+mj-ea"/>
                <a:ea typeface="+mj-ea"/>
              </a:rPr>
              <a:t>单场直播</a:t>
            </a:r>
            <a:r>
              <a:rPr lang="zh-CN" altLang="zh-CN" sz="1600" b="1" dirty="0" smtClean="0">
                <a:solidFill>
                  <a:schemeClr val="bg2"/>
                </a:solidFill>
                <a:latin typeface="+mj-ea"/>
                <a:ea typeface="+mj-ea"/>
              </a:rPr>
              <a:t>点</a:t>
            </a:r>
            <a:r>
              <a:rPr lang="zh-CN" altLang="zh-CN" sz="1600" b="1" dirty="0">
                <a:solidFill>
                  <a:schemeClr val="bg2"/>
                </a:solidFill>
                <a:latin typeface="+mj-ea"/>
                <a:ea typeface="+mj-ea"/>
              </a:rPr>
              <a:t>赞量</a:t>
            </a:r>
            <a:r>
              <a:rPr lang="zh-CN" altLang="zh-CN" sz="1600" b="1" dirty="0" smtClean="0">
                <a:solidFill>
                  <a:schemeClr val="bg2"/>
                </a:solidFill>
                <a:latin typeface="+mj-ea"/>
                <a:ea typeface="+mj-ea"/>
              </a:rPr>
              <a:t>的</a:t>
            </a:r>
            <a:endParaRPr lang="en-US" altLang="zh-CN" sz="1600" b="1" dirty="0" smtClean="0">
              <a:solidFill>
                <a:schemeClr val="bg2"/>
              </a:solidFill>
              <a:latin typeface="+mj-ea"/>
              <a:ea typeface="+mj-ea"/>
            </a:endParaRPr>
          </a:p>
          <a:p>
            <a:pPr algn="ctr"/>
            <a:r>
              <a:rPr lang="zh-CN" altLang="en-US" sz="2400" b="1" dirty="0">
                <a:solidFill>
                  <a:srgbClr val="FF0000"/>
                </a:solidFill>
                <a:latin typeface="+mj-ea"/>
                <a:ea typeface="+mj-ea"/>
              </a:rPr>
              <a:t>最高纪录</a:t>
            </a:r>
            <a:endParaRPr lang="zh-CN" altLang="en-US" sz="2400" b="1" dirty="0">
              <a:solidFill>
                <a:srgbClr val="FF0000"/>
              </a:solidFill>
              <a:latin typeface="+mj-ea"/>
              <a:ea typeface="+mj-ea"/>
            </a:endParaRPr>
          </a:p>
        </p:txBody>
      </p:sp>
      <p:sp>
        <p:nvSpPr>
          <p:cNvPr id="8" name="矩形 7"/>
          <p:cNvSpPr/>
          <p:nvPr/>
        </p:nvSpPr>
        <p:spPr>
          <a:xfrm>
            <a:off x="6279001" y="1343157"/>
            <a:ext cx="2576094" cy="953135"/>
          </a:xfrm>
          <a:prstGeom prst="rect">
            <a:avLst/>
          </a:prstGeom>
        </p:spPr>
        <p:txBody>
          <a:bodyPr wrap="square">
            <a:spAutoFit/>
          </a:bodyPr>
          <a:lstStyle/>
          <a:p>
            <a:pPr algn="ctr"/>
            <a:r>
              <a:rPr lang="zh-CN" altLang="en-US" sz="1600" b="1" dirty="0" smtClean="0">
                <a:solidFill>
                  <a:schemeClr val="bg2"/>
                </a:solidFill>
                <a:latin typeface="+mj-ea"/>
                <a:ea typeface="+mj-ea"/>
              </a:rPr>
              <a:t>实现全员营销</a:t>
            </a:r>
            <a:endParaRPr lang="en-US" altLang="zh-CN" sz="1600" b="1" dirty="0" smtClean="0">
              <a:solidFill>
                <a:schemeClr val="bg2"/>
              </a:solidFill>
              <a:latin typeface="+mj-ea"/>
              <a:ea typeface="+mj-ea"/>
            </a:endParaRPr>
          </a:p>
          <a:p>
            <a:pPr algn="ctr"/>
            <a:r>
              <a:rPr lang="zh-CN" altLang="en-US" sz="1600" b="1" dirty="0" smtClean="0">
                <a:solidFill>
                  <a:schemeClr val="bg2"/>
                </a:solidFill>
                <a:latin typeface="+mj-ea"/>
                <a:ea typeface="+mj-ea"/>
              </a:rPr>
              <a:t>全</a:t>
            </a:r>
            <a:r>
              <a:rPr lang="zh-CN" altLang="en-US" sz="1600" b="1" dirty="0">
                <a:solidFill>
                  <a:schemeClr val="bg2"/>
                </a:solidFill>
                <a:latin typeface="+mj-ea"/>
                <a:ea typeface="+mj-ea"/>
              </a:rPr>
              <a:t>网</a:t>
            </a:r>
            <a:r>
              <a:rPr lang="zh-CN" altLang="en-US" sz="1600" b="1" dirty="0" smtClean="0">
                <a:solidFill>
                  <a:schemeClr val="bg2"/>
                </a:solidFill>
                <a:latin typeface="+mj-ea"/>
                <a:ea typeface="+mj-ea"/>
              </a:rPr>
              <a:t>联动，助力传播声量</a:t>
            </a:r>
            <a:endParaRPr lang="en-US" altLang="zh-CN" sz="1600" b="1" dirty="0" smtClean="0">
              <a:solidFill>
                <a:schemeClr val="bg2"/>
              </a:solidFill>
              <a:latin typeface="+mj-ea"/>
              <a:ea typeface="+mj-ea"/>
            </a:endParaRPr>
          </a:p>
          <a:p>
            <a:pPr algn="ctr"/>
            <a:r>
              <a:rPr lang="zh-CN" altLang="en-US" sz="2400" b="1" dirty="0">
                <a:solidFill>
                  <a:srgbClr val="FF0000"/>
                </a:solidFill>
                <a:latin typeface="+mj-ea"/>
                <a:ea typeface="+mj-ea"/>
              </a:rPr>
              <a:t>最大化</a:t>
            </a:r>
            <a:endParaRPr lang="en-US" altLang="zh-CN" sz="2400" b="1" dirty="0">
              <a:solidFill>
                <a:srgbClr val="FF0000"/>
              </a:solidFill>
              <a:latin typeface="+mj-ea"/>
              <a:ea typeface="+mj-ea"/>
            </a:endParaRPr>
          </a:p>
        </p:txBody>
      </p:sp>
      <p:sp>
        <p:nvSpPr>
          <p:cNvPr id="6" name="矩形 5"/>
          <p:cNvSpPr/>
          <p:nvPr/>
        </p:nvSpPr>
        <p:spPr>
          <a:xfrm>
            <a:off x="339325" y="4671774"/>
            <a:ext cx="2745889" cy="1514261"/>
          </a:xfrm>
          <a:prstGeom prst="rect">
            <a:avLst/>
          </a:prstGeom>
        </p:spPr>
        <p:txBody>
          <a:bodyPr wrap="square">
            <a:spAutoFit/>
          </a:bodyPr>
          <a:lstStyle/>
          <a:p>
            <a:pPr marL="285750" indent="-285750" algn="just">
              <a:lnSpc>
                <a:spcPct val="120000"/>
              </a:lnSpc>
              <a:buFont typeface="Wingdings" panose="05000000000000000000" pitchFamily="2" charset="2"/>
              <a:buChar char="n"/>
            </a:pPr>
            <a:r>
              <a:rPr lang="zh-CN" altLang="en-US" sz="1100" dirty="0">
                <a:solidFill>
                  <a:schemeClr val="bg2"/>
                </a:solidFill>
                <a:latin typeface="+mj-ea"/>
                <a:ea typeface="+mj-ea"/>
              </a:rPr>
              <a:t>打造</a:t>
            </a:r>
            <a:r>
              <a:rPr lang="zh-CN" altLang="en-US" sz="1100" dirty="0" smtClean="0">
                <a:solidFill>
                  <a:schemeClr val="bg2"/>
                </a:solidFill>
                <a:latin typeface="+mj-ea"/>
                <a:ea typeface="+mj-ea"/>
              </a:rPr>
              <a:t>豪华</a:t>
            </a:r>
            <a:r>
              <a:rPr lang="zh-CN" altLang="en-US" sz="1100" dirty="0">
                <a:solidFill>
                  <a:schemeClr val="bg2"/>
                </a:solidFill>
                <a:latin typeface="+mj-ea"/>
                <a:ea typeface="+mj-ea"/>
              </a:rPr>
              <a:t>汽车品牌首</a:t>
            </a:r>
            <a:r>
              <a:rPr lang="zh-CN" altLang="en-US" sz="1100" dirty="0" smtClean="0">
                <a:solidFill>
                  <a:schemeClr val="bg2"/>
                </a:solidFill>
                <a:latin typeface="+mj-ea"/>
                <a:ea typeface="+mj-ea"/>
              </a:rPr>
              <a:t>个生活方式“种草”类官方直播平台，呈现直播界的米其林盛宴</a:t>
            </a:r>
            <a:endParaRPr lang="en-US" altLang="zh-CN" sz="1100" dirty="0" smtClean="0">
              <a:solidFill>
                <a:schemeClr val="bg2"/>
              </a:solidFill>
              <a:latin typeface="+mj-ea"/>
              <a:ea typeface="+mj-ea"/>
            </a:endParaRPr>
          </a:p>
          <a:p>
            <a:pPr marL="285750" indent="-285750" algn="just">
              <a:lnSpc>
                <a:spcPct val="120000"/>
              </a:lnSpc>
              <a:buFont typeface="Wingdings" panose="05000000000000000000" pitchFamily="2" charset="2"/>
              <a:buChar char="n"/>
            </a:pPr>
            <a:r>
              <a:rPr lang="zh-CN" altLang="en-US" sz="1100" dirty="0" smtClean="0">
                <a:solidFill>
                  <a:schemeClr val="bg2"/>
                </a:solidFill>
                <a:latin typeface="+mj-ea"/>
                <a:ea typeface="+mj-ea"/>
              </a:rPr>
              <a:t>“好玩 好物 好惊喜”三大模块内容引爆，实现真正的跨界破圈，成功吸引汽车圈、国漫圈、滑板圈及粉丝圈的关注</a:t>
            </a:r>
            <a:r>
              <a:rPr lang="zh-CN" altLang="en-US" sz="1100" dirty="0">
                <a:solidFill>
                  <a:schemeClr val="bg2"/>
                </a:solidFill>
                <a:latin typeface="+mj-ea"/>
                <a:ea typeface="+mj-ea"/>
              </a:rPr>
              <a:t>，</a:t>
            </a:r>
            <a:r>
              <a:rPr lang="zh-CN" altLang="en-US" sz="1100" dirty="0" smtClean="0">
                <a:solidFill>
                  <a:schemeClr val="bg2"/>
                </a:solidFill>
                <a:latin typeface="+mj-ea"/>
                <a:ea typeface="+mj-ea"/>
              </a:rPr>
              <a:t>反响热烈</a:t>
            </a:r>
            <a:endParaRPr lang="zh-CN" altLang="en-US" sz="1100" dirty="0">
              <a:solidFill>
                <a:schemeClr val="bg2"/>
              </a:solidFill>
              <a:latin typeface="+mj-ea"/>
              <a:ea typeface="+mj-ea"/>
            </a:endParaRPr>
          </a:p>
        </p:txBody>
      </p:sp>
      <p:pic>
        <p:nvPicPr>
          <p:cNvPr id="7" name="图片 6"/>
          <p:cNvPicPr>
            <a:picLocks noChangeAspect="1"/>
          </p:cNvPicPr>
          <p:nvPr/>
        </p:nvPicPr>
        <p:blipFill>
          <a:blip r:embed="rId1" cstate="email"/>
          <a:stretch>
            <a:fillRect/>
          </a:stretch>
        </p:blipFill>
        <p:spPr>
          <a:xfrm>
            <a:off x="391288" y="2528842"/>
            <a:ext cx="2641964" cy="1761309"/>
          </a:xfrm>
          <a:prstGeom prst="rect">
            <a:avLst/>
          </a:prstGeom>
        </p:spPr>
      </p:pic>
      <p:grpSp>
        <p:nvGrpSpPr>
          <p:cNvPr id="11" name="组合 10"/>
          <p:cNvGrpSpPr/>
          <p:nvPr/>
        </p:nvGrpSpPr>
        <p:grpSpPr>
          <a:xfrm>
            <a:off x="3477235" y="2351406"/>
            <a:ext cx="2400524" cy="2116183"/>
            <a:chOff x="3658165" y="2441927"/>
            <a:chExt cx="2400524" cy="2116183"/>
          </a:xfrm>
        </p:grpSpPr>
        <p:pic>
          <p:nvPicPr>
            <p:cNvPr id="9" name="图片 8"/>
            <p:cNvPicPr>
              <a:picLocks noChangeAspect="1"/>
            </p:cNvPicPr>
            <p:nvPr/>
          </p:nvPicPr>
          <p:blipFill>
            <a:blip r:embed="rId2" cstate="email"/>
            <a:stretch>
              <a:fillRect/>
            </a:stretch>
          </p:blipFill>
          <p:spPr>
            <a:xfrm>
              <a:off x="3658165" y="2441927"/>
              <a:ext cx="1190353" cy="2116183"/>
            </a:xfrm>
            <a:prstGeom prst="rect">
              <a:avLst/>
            </a:prstGeom>
          </p:spPr>
        </p:pic>
        <p:pic>
          <p:nvPicPr>
            <p:cNvPr id="10" name="图片 9"/>
            <p:cNvPicPr>
              <a:picLocks noChangeAspect="1"/>
            </p:cNvPicPr>
            <p:nvPr/>
          </p:nvPicPr>
          <p:blipFill>
            <a:blip r:embed="rId3" cstate="email"/>
            <a:stretch>
              <a:fillRect/>
            </a:stretch>
          </p:blipFill>
          <p:spPr>
            <a:xfrm>
              <a:off x="4868337" y="2441927"/>
              <a:ext cx="1190352" cy="2116182"/>
            </a:xfrm>
            <a:prstGeom prst="rect">
              <a:avLst/>
            </a:prstGeom>
          </p:spPr>
        </p:pic>
      </p:grpSp>
      <p:grpSp>
        <p:nvGrpSpPr>
          <p:cNvPr id="15" name="组合 14"/>
          <p:cNvGrpSpPr/>
          <p:nvPr/>
        </p:nvGrpSpPr>
        <p:grpSpPr>
          <a:xfrm>
            <a:off x="6530418" y="2310462"/>
            <a:ext cx="2080412" cy="2251733"/>
            <a:chOff x="6530418" y="2415801"/>
            <a:chExt cx="2080412" cy="2251733"/>
          </a:xfrm>
        </p:grpSpPr>
        <p:pic>
          <p:nvPicPr>
            <p:cNvPr id="13" name="图片 12"/>
            <p:cNvPicPr>
              <a:picLocks noChangeAspect="1"/>
            </p:cNvPicPr>
            <p:nvPr/>
          </p:nvPicPr>
          <p:blipFill rotWithShape="1">
            <a:blip r:embed="rId4" cstate="email"/>
            <a:srcRect/>
            <a:stretch>
              <a:fillRect/>
            </a:stretch>
          </p:blipFill>
          <p:spPr>
            <a:xfrm>
              <a:off x="6530418" y="3430775"/>
              <a:ext cx="2080412" cy="1236759"/>
            </a:xfrm>
            <a:prstGeom prst="rect">
              <a:avLst/>
            </a:prstGeom>
          </p:spPr>
        </p:pic>
        <p:pic>
          <p:nvPicPr>
            <p:cNvPr id="12" name="图片 11"/>
            <p:cNvPicPr>
              <a:picLocks noChangeAspect="1"/>
            </p:cNvPicPr>
            <p:nvPr/>
          </p:nvPicPr>
          <p:blipFill>
            <a:blip r:embed="rId5" cstate="email"/>
            <a:stretch>
              <a:fillRect/>
            </a:stretch>
          </p:blipFill>
          <p:spPr>
            <a:xfrm>
              <a:off x="6530418" y="2415801"/>
              <a:ext cx="2080412" cy="1169971"/>
            </a:xfrm>
            <a:prstGeom prst="rect">
              <a:avLst/>
            </a:prstGeom>
          </p:spPr>
        </p:pic>
      </p:grpSp>
      <p:sp>
        <p:nvSpPr>
          <p:cNvPr id="17" name="矩形 16"/>
          <p:cNvSpPr/>
          <p:nvPr/>
        </p:nvSpPr>
        <p:spPr>
          <a:xfrm>
            <a:off x="3477234" y="4623935"/>
            <a:ext cx="2400525" cy="15621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CC0033"/>
              </a:solidFill>
              <a:effectLst/>
              <a:uLnTx/>
              <a:uFillTx/>
              <a:latin typeface="+mn-lt"/>
              <a:ea typeface="+mn-ea"/>
              <a:cs typeface="+mn-cs"/>
            </a:endParaRPr>
          </a:p>
        </p:txBody>
      </p:sp>
      <p:sp>
        <p:nvSpPr>
          <p:cNvPr id="18" name="矩形 17"/>
          <p:cNvSpPr/>
          <p:nvPr/>
        </p:nvSpPr>
        <p:spPr>
          <a:xfrm>
            <a:off x="6196204" y="4623935"/>
            <a:ext cx="2741687" cy="15621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CC0033"/>
              </a:solidFill>
              <a:effectLst/>
              <a:uLnTx/>
              <a:uFillTx/>
              <a:latin typeface="+mn-lt"/>
              <a:ea typeface="+mn-ea"/>
              <a:cs typeface="+mn-cs"/>
            </a:endParaRPr>
          </a:p>
        </p:txBody>
      </p:sp>
      <p:sp>
        <p:nvSpPr>
          <p:cNvPr id="14" name="矩形 13"/>
          <p:cNvSpPr/>
          <p:nvPr/>
        </p:nvSpPr>
        <p:spPr>
          <a:xfrm>
            <a:off x="6196203" y="4749421"/>
            <a:ext cx="2741687" cy="1311128"/>
          </a:xfrm>
          <a:prstGeom prst="rect">
            <a:avLst/>
          </a:prstGeom>
        </p:spPr>
        <p:txBody>
          <a:bodyPr wrap="square">
            <a:spAutoFit/>
          </a:bodyPr>
          <a:lstStyle/>
          <a:p>
            <a:pPr marL="285750" indent="-285750" algn="just">
              <a:lnSpc>
                <a:spcPct val="120000"/>
              </a:lnSpc>
              <a:buFont typeface="Wingdings" panose="05000000000000000000" pitchFamily="2" charset="2"/>
              <a:buChar char="n"/>
            </a:pPr>
            <a:r>
              <a:rPr lang="zh-CN" altLang="en-US" sz="1100" dirty="0">
                <a:solidFill>
                  <a:schemeClr val="bg2"/>
                </a:solidFill>
                <a:latin typeface="+mj-ea"/>
                <a:ea typeface="+mj-ea"/>
              </a:rPr>
              <a:t>内</a:t>
            </a:r>
            <a:r>
              <a:rPr lang="zh-CN" altLang="en-US" sz="1100" dirty="0" smtClean="0">
                <a:solidFill>
                  <a:schemeClr val="bg2"/>
                </a:solidFill>
                <a:latin typeface="+mj-ea"/>
                <a:ea typeface="+mj-ea"/>
              </a:rPr>
              <a:t>部</a:t>
            </a:r>
            <a:r>
              <a:rPr lang="zh-CN" altLang="zh-CN" sz="1100" dirty="0" smtClean="0">
                <a:solidFill>
                  <a:schemeClr val="bg2"/>
                </a:solidFill>
                <a:latin typeface="+mj-ea"/>
                <a:ea typeface="+mj-ea"/>
              </a:rPr>
              <a:t>首次</a:t>
            </a:r>
            <a:r>
              <a:rPr lang="zh-CN" altLang="zh-CN" sz="1100" dirty="0">
                <a:solidFill>
                  <a:schemeClr val="bg2"/>
                </a:solidFill>
                <a:latin typeface="+mj-ea"/>
                <a:ea typeface="+mj-ea"/>
              </a:rPr>
              <a:t>实现了奥迪市场</a:t>
            </a:r>
            <a:r>
              <a:rPr lang="zh-CN" altLang="zh-CN" sz="1100" dirty="0" smtClean="0">
                <a:solidFill>
                  <a:schemeClr val="bg2"/>
                </a:solidFill>
                <a:latin typeface="+mj-ea"/>
                <a:ea typeface="+mj-ea"/>
              </a:rPr>
              <a:t>部</a:t>
            </a:r>
            <a:r>
              <a:rPr lang="zh-CN" altLang="en-US" sz="1100" dirty="0" smtClean="0">
                <a:solidFill>
                  <a:schemeClr val="bg2"/>
                </a:solidFill>
                <a:latin typeface="+mj-ea"/>
                <a:ea typeface="+mj-ea"/>
              </a:rPr>
              <a:t>的</a:t>
            </a:r>
            <a:r>
              <a:rPr lang="zh-CN" altLang="zh-CN" sz="1100" dirty="0" smtClean="0">
                <a:solidFill>
                  <a:schemeClr val="bg2"/>
                </a:solidFill>
                <a:latin typeface="+mj-ea"/>
                <a:ea typeface="+mj-ea"/>
              </a:rPr>
              <a:t>资源整合，</a:t>
            </a:r>
            <a:r>
              <a:rPr lang="zh-CN" altLang="zh-CN" sz="1100" dirty="0">
                <a:solidFill>
                  <a:schemeClr val="bg2"/>
                </a:solidFill>
                <a:latin typeface="+mj-ea"/>
                <a:ea typeface="+mj-ea"/>
              </a:rPr>
              <a:t>调动部门</a:t>
            </a:r>
            <a:r>
              <a:rPr lang="zh-CN" altLang="zh-CN" sz="1100" dirty="0" smtClean="0">
                <a:solidFill>
                  <a:schemeClr val="bg2"/>
                </a:solidFill>
                <a:latin typeface="+mj-ea"/>
                <a:ea typeface="+mj-ea"/>
              </a:rPr>
              <a:t>最多</a:t>
            </a:r>
            <a:r>
              <a:rPr lang="zh-CN" altLang="en-US" sz="1100" dirty="0" smtClean="0">
                <a:solidFill>
                  <a:schemeClr val="bg2"/>
                </a:solidFill>
                <a:latin typeface="+mj-ea"/>
                <a:ea typeface="+mj-ea"/>
              </a:rPr>
              <a:t>且</a:t>
            </a:r>
            <a:r>
              <a:rPr lang="zh-CN" altLang="zh-CN" sz="1100" dirty="0" smtClean="0">
                <a:solidFill>
                  <a:schemeClr val="bg2"/>
                </a:solidFill>
                <a:latin typeface="+mj-ea"/>
                <a:ea typeface="+mj-ea"/>
              </a:rPr>
              <a:t>合作最为</a:t>
            </a:r>
            <a:r>
              <a:rPr lang="zh-CN" altLang="en-US" sz="1100" dirty="0" smtClean="0">
                <a:solidFill>
                  <a:schemeClr val="bg2"/>
                </a:solidFill>
                <a:latin typeface="+mj-ea"/>
                <a:ea typeface="+mj-ea"/>
              </a:rPr>
              <a:t>紧密</a:t>
            </a:r>
            <a:endParaRPr lang="en-US" altLang="zh-CN" sz="1100" dirty="0" smtClean="0">
              <a:solidFill>
                <a:schemeClr val="bg2"/>
              </a:solidFill>
              <a:latin typeface="+mj-ea"/>
              <a:ea typeface="+mj-ea"/>
            </a:endParaRPr>
          </a:p>
          <a:p>
            <a:pPr marL="285750" indent="-285750" algn="just">
              <a:lnSpc>
                <a:spcPct val="120000"/>
              </a:lnSpc>
              <a:buFont typeface="Wingdings" panose="05000000000000000000" pitchFamily="2" charset="2"/>
              <a:buChar char="n"/>
            </a:pPr>
            <a:r>
              <a:rPr lang="zh-CN" altLang="en-US" sz="1100" dirty="0" smtClean="0">
                <a:solidFill>
                  <a:schemeClr val="bg2"/>
                </a:solidFill>
                <a:latin typeface="+mj-ea"/>
                <a:ea typeface="+mj-ea"/>
              </a:rPr>
              <a:t>纵向实现总部</a:t>
            </a:r>
            <a:r>
              <a:rPr lang="en-US" altLang="zh-CN" sz="1100" dirty="0" smtClean="0">
                <a:solidFill>
                  <a:schemeClr val="bg2"/>
                </a:solidFill>
                <a:latin typeface="+mj-ea"/>
                <a:ea typeface="+mj-ea"/>
              </a:rPr>
              <a:t>-</a:t>
            </a:r>
            <a:r>
              <a:rPr lang="zh-CN" altLang="en-US" sz="1100" dirty="0" smtClean="0">
                <a:solidFill>
                  <a:schemeClr val="bg2"/>
                </a:solidFill>
                <a:latin typeface="+mj-ea"/>
                <a:ea typeface="+mj-ea"/>
              </a:rPr>
              <a:t>区域</a:t>
            </a:r>
            <a:r>
              <a:rPr lang="en-US" altLang="zh-CN" sz="1100" dirty="0" smtClean="0">
                <a:solidFill>
                  <a:schemeClr val="bg2"/>
                </a:solidFill>
                <a:latin typeface="+mj-ea"/>
                <a:ea typeface="+mj-ea"/>
              </a:rPr>
              <a:t>-</a:t>
            </a:r>
            <a:r>
              <a:rPr lang="zh-CN" altLang="en-US" sz="1100" dirty="0" smtClean="0">
                <a:solidFill>
                  <a:schemeClr val="bg2"/>
                </a:solidFill>
                <a:latin typeface="+mj-ea"/>
                <a:ea typeface="+mj-ea"/>
              </a:rPr>
              <a:t>经销商三级联动</a:t>
            </a:r>
            <a:endParaRPr lang="en-US" altLang="zh-CN" sz="1100" dirty="0" smtClean="0">
              <a:solidFill>
                <a:schemeClr val="bg2"/>
              </a:solidFill>
              <a:latin typeface="+mj-ea"/>
              <a:ea typeface="+mj-ea"/>
            </a:endParaRPr>
          </a:p>
          <a:p>
            <a:pPr marL="285750" indent="-285750" algn="just">
              <a:lnSpc>
                <a:spcPct val="120000"/>
              </a:lnSpc>
              <a:buFont typeface="Wingdings" panose="05000000000000000000" pitchFamily="2" charset="2"/>
              <a:buChar char="n"/>
            </a:pPr>
            <a:r>
              <a:rPr lang="zh-CN" altLang="en-US" sz="1100" dirty="0" smtClean="0">
                <a:solidFill>
                  <a:schemeClr val="bg2"/>
                </a:solidFill>
                <a:latin typeface="+mj-ea"/>
                <a:ea typeface="+mj-ea"/>
              </a:rPr>
              <a:t>横向打通全网资源，如王一博粉丝、灵笼粉丝、车圈</a:t>
            </a:r>
            <a:r>
              <a:rPr lang="en-US" altLang="zh-CN" sz="1100" dirty="0" smtClean="0">
                <a:solidFill>
                  <a:schemeClr val="bg2"/>
                </a:solidFill>
                <a:latin typeface="+mj-ea"/>
                <a:ea typeface="+mj-ea"/>
              </a:rPr>
              <a:t>KOL</a:t>
            </a:r>
            <a:r>
              <a:rPr lang="zh-CN" altLang="en-US" sz="1100" dirty="0" smtClean="0">
                <a:solidFill>
                  <a:schemeClr val="bg2"/>
                </a:solidFill>
                <a:latin typeface="+mj-ea"/>
                <a:ea typeface="+mj-ea"/>
              </a:rPr>
              <a:t>等</a:t>
            </a:r>
            <a:endParaRPr lang="en-US" altLang="zh-CN" sz="1100" dirty="0" smtClean="0">
              <a:solidFill>
                <a:schemeClr val="bg2"/>
              </a:solidFill>
              <a:latin typeface="+mj-ea"/>
              <a:ea typeface="+mj-ea"/>
            </a:endParaRPr>
          </a:p>
          <a:p>
            <a:pPr marL="285750" indent="-285750" algn="just">
              <a:lnSpc>
                <a:spcPct val="120000"/>
              </a:lnSpc>
              <a:buFont typeface="Wingdings" panose="05000000000000000000" pitchFamily="2" charset="2"/>
              <a:buChar char="n"/>
            </a:pPr>
            <a:r>
              <a:rPr lang="zh-CN" altLang="en-US" sz="1100" dirty="0" smtClean="0">
                <a:solidFill>
                  <a:schemeClr val="bg2"/>
                </a:solidFill>
                <a:latin typeface="+mj-ea"/>
                <a:ea typeface="+mj-ea"/>
              </a:rPr>
              <a:t>充分利用王一博的流量</a:t>
            </a:r>
            <a:r>
              <a:rPr lang="en-US" altLang="zh-CN" sz="1100" dirty="0" smtClean="0">
                <a:solidFill>
                  <a:schemeClr val="bg2"/>
                </a:solidFill>
                <a:latin typeface="+mj-ea"/>
                <a:ea typeface="+mj-ea"/>
              </a:rPr>
              <a:t>IP</a:t>
            </a:r>
            <a:r>
              <a:rPr lang="zh-CN" altLang="en-US" sz="1100" dirty="0" smtClean="0">
                <a:solidFill>
                  <a:schemeClr val="bg2"/>
                </a:solidFill>
                <a:latin typeface="+mj-ea"/>
                <a:ea typeface="+mj-ea"/>
              </a:rPr>
              <a:t>，撬动声量</a:t>
            </a:r>
            <a:endParaRPr lang="zh-CN" altLang="zh-CN" sz="1100" dirty="0">
              <a:solidFill>
                <a:schemeClr val="bg2"/>
              </a:solidFill>
              <a:latin typeface="+mj-ea"/>
              <a:ea typeface="+mj-ea"/>
            </a:endParaRPr>
          </a:p>
        </p:txBody>
      </p:sp>
      <p:sp>
        <p:nvSpPr>
          <p:cNvPr id="19" name="矩形 18"/>
          <p:cNvSpPr/>
          <p:nvPr/>
        </p:nvSpPr>
        <p:spPr>
          <a:xfrm>
            <a:off x="3503479" y="4749421"/>
            <a:ext cx="2328217" cy="1311128"/>
          </a:xfrm>
          <a:prstGeom prst="rect">
            <a:avLst/>
          </a:prstGeom>
        </p:spPr>
        <p:txBody>
          <a:bodyPr wrap="square">
            <a:spAutoFit/>
          </a:bodyPr>
          <a:lstStyle/>
          <a:p>
            <a:pPr marL="285750" indent="-285750" algn="just">
              <a:lnSpc>
                <a:spcPct val="120000"/>
              </a:lnSpc>
              <a:buFont typeface="Wingdings" panose="05000000000000000000" pitchFamily="2" charset="2"/>
              <a:buChar char="n"/>
            </a:pPr>
            <a:r>
              <a:rPr lang="zh-CN" altLang="en-US" sz="1100" dirty="0" smtClean="0">
                <a:solidFill>
                  <a:schemeClr val="bg2"/>
                </a:solidFill>
                <a:latin typeface="+mj-ea"/>
                <a:ea typeface="+mj-ea"/>
              </a:rPr>
              <a:t>成为</a:t>
            </a:r>
            <a:r>
              <a:rPr lang="zh-CN" altLang="zh-CN" sz="1100" dirty="0" smtClean="0">
                <a:solidFill>
                  <a:schemeClr val="bg2"/>
                </a:solidFill>
                <a:latin typeface="+mj-ea"/>
                <a:ea typeface="+mj-ea"/>
              </a:rPr>
              <a:t>抖音</a:t>
            </a:r>
            <a:r>
              <a:rPr lang="zh-CN" altLang="en-US" sz="1100" dirty="0">
                <a:solidFill>
                  <a:schemeClr val="bg2"/>
                </a:solidFill>
                <a:latin typeface="+mj-ea"/>
                <a:ea typeface="+mj-ea"/>
              </a:rPr>
              <a:t>生态</a:t>
            </a:r>
            <a:r>
              <a:rPr lang="zh-CN" altLang="zh-CN" sz="1100" dirty="0" smtClean="0">
                <a:solidFill>
                  <a:schemeClr val="bg2"/>
                </a:solidFill>
                <a:latin typeface="+mj-ea"/>
                <a:ea typeface="+mj-ea"/>
              </a:rPr>
              <a:t>现象级</a:t>
            </a:r>
            <a:r>
              <a:rPr lang="zh-CN" altLang="en-US" sz="1100" dirty="0" smtClean="0">
                <a:solidFill>
                  <a:schemeClr val="bg2"/>
                </a:solidFill>
                <a:latin typeface="+mj-ea"/>
                <a:ea typeface="+mj-ea"/>
              </a:rPr>
              <a:t>的品牌官方直播</a:t>
            </a:r>
            <a:r>
              <a:rPr lang="zh-CN" altLang="zh-CN" sz="1100" dirty="0" smtClean="0">
                <a:solidFill>
                  <a:schemeClr val="bg2"/>
                </a:solidFill>
                <a:latin typeface="+mj-ea"/>
                <a:ea typeface="+mj-ea"/>
              </a:rPr>
              <a:t>案例</a:t>
            </a:r>
            <a:endParaRPr lang="en-US" altLang="zh-CN" sz="1100" dirty="0">
              <a:solidFill>
                <a:schemeClr val="bg2"/>
              </a:solidFill>
              <a:latin typeface="+mj-ea"/>
              <a:ea typeface="+mj-ea"/>
            </a:endParaRPr>
          </a:p>
          <a:p>
            <a:pPr marL="285750" indent="-285750" algn="just">
              <a:lnSpc>
                <a:spcPct val="120000"/>
              </a:lnSpc>
              <a:buFont typeface="Wingdings" panose="05000000000000000000" pitchFamily="2" charset="2"/>
              <a:buChar char="n"/>
            </a:pPr>
            <a:r>
              <a:rPr lang="zh-CN" altLang="en-US" sz="1100" dirty="0" smtClean="0">
                <a:solidFill>
                  <a:schemeClr val="bg2"/>
                </a:solidFill>
                <a:latin typeface="+mj-ea"/>
                <a:ea typeface="+mj-ea"/>
              </a:rPr>
              <a:t>实现破纪录式的直播点赞量</a:t>
            </a:r>
            <a:r>
              <a:rPr lang="en-US" altLang="zh-CN" sz="1100" dirty="0" smtClean="0">
                <a:solidFill>
                  <a:schemeClr val="bg2"/>
                </a:solidFill>
                <a:latin typeface="+mj-ea"/>
                <a:ea typeface="+mj-ea"/>
              </a:rPr>
              <a:t>1.1</a:t>
            </a:r>
            <a:r>
              <a:rPr lang="zh-CN" altLang="en-US" sz="1100" dirty="0" smtClean="0">
                <a:solidFill>
                  <a:schemeClr val="bg2"/>
                </a:solidFill>
                <a:latin typeface="+mj-ea"/>
                <a:ea typeface="+mj-ea"/>
              </a:rPr>
              <a:t>亿</a:t>
            </a:r>
            <a:r>
              <a:rPr lang="en-US" altLang="zh-CN" sz="1100" dirty="0" smtClean="0">
                <a:solidFill>
                  <a:schemeClr val="bg2"/>
                </a:solidFill>
                <a:latin typeface="+mj-ea"/>
                <a:ea typeface="+mj-ea"/>
              </a:rPr>
              <a:t>+</a:t>
            </a:r>
            <a:endParaRPr lang="en-US" altLang="zh-CN" sz="1100" dirty="0" smtClean="0">
              <a:solidFill>
                <a:schemeClr val="bg2"/>
              </a:solidFill>
              <a:latin typeface="+mj-ea"/>
              <a:ea typeface="+mj-ea"/>
            </a:endParaRPr>
          </a:p>
          <a:p>
            <a:pPr marL="285750" indent="-285750" algn="just">
              <a:lnSpc>
                <a:spcPct val="120000"/>
              </a:lnSpc>
              <a:buFont typeface="Wingdings" panose="05000000000000000000" pitchFamily="2" charset="2"/>
              <a:buChar char="n"/>
            </a:pPr>
            <a:r>
              <a:rPr lang="zh-CN" altLang="en-US" sz="1100" dirty="0" smtClean="0">
                <a:solidFill>
                  <a:schemeClr val="bg2"/>
                </a:solidFill>
                <a:latin typeface="+mj-ea"/>
                <a:ea typeface="+mj-ea"/>
              </a:rPr>
              <a:t>助力奥迪官方抖音账号粉丝突破</a:t>
            </a:r>
            <a:r>
              <a:rPr lang="en-US" altLang="zh-CN" sz="1100" dirty="0" smtClean="0">
                <a:solidFill>
                  <a:schemeClr val="bg2"/>
                </a:solidFill>
                <a:latin typeface="+mj-ea"/>
                <a:ea typeface="+mj-ea"/>
              </a:rPr>
              <a:t>100W</a:t>
            </a:r>
            <a:endParaRPr lang="en-US" altLang="zh-CN" sz="1100" dirty="0" smtClean="0">
              <a:solidFill>
                <a:schemeClr val="bg2"/>
              </a:solidFill>
              <a:latin typeface="+mj-ea"/>
              <a:ea typeface="+mj-ea"/>
            </a:endParaRPr>
          </a:p>
        </p:txBody>
      </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228600" y="4257675"/>
            <a:ext cx="3114675" cy="19284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CC0033"/>
              </a:solidFill>
              <a:effectLst/>
              <a:uLnTx/>
              <a:uFillTx/>
              <a:latin typeface="+mn-lt"/>
              <a:ea typeface="+mn-ea"/>
              <a:cs typeface="+mn-cs"/>
            </a:endParaRPr>
          </a:p>
        </p:txBody>
      </p:sp>
      <p:sp>
        <p:nvSpPr>
          <p:cNvPr id="47110" name="标题 1"/>
          <p:cNvSpPr txBox="1"/>
          <p:nvPr/>
        </p:nvSpPr>
        <p:spPr>
          <a:xfrm>
            <a:off x="0" y="6350"/>
            <a:ext cx="9144000" cy="1325563"/>
          </a:xfrm>
          <a:prstGeom prst="rect">
            <a:avLst/>
          </a:prstGeom>
          <a:noFill/>
          <a:ln w="9525">
            <a:noFill/>
          </a:ln>
        </p:spPr>
        <p:txBody>
          <a:bodyPr lIns="540000" anchor="ctr"/>
          <a:lstStyle/>
          <a:p>
            <a:pPr>
              <a:lnSpc>
                <a:spcPct val="90000"/>
              </a:lnSpc>
            </a:pPr>
            <a:r>
              <a:rPr lang="en-US" sz="1800" b="1" dirty="0">
                <a:solidFill>
                  <a:schemeClr val="bg2"/>
                </a:solidFill>
                <a:ea typeface="微软雅黑" panose="020B0503020204020204" pitchFamily="34" charset="-122"/>
              </a:rPr>
              <a:t>Audi </a:t>
            </a:r>
            <a:r>
              <a:rPr sz="1800" b="1" dirty="0">
                <a:solidFill>
                  <a:schemeClr val="bg2"/>
                </a:solidFill>
                <a:ea typeface="微软雅黑" panose="020B0503020204020204" pitchFamily="34" charset="-122"/>
              </a:rPr>
              <a:t>Channel直播项目</a:t>
            </a:r>
            <a:r>
              <a:rPr lang="zh-CN" sz="1800" b="1" dirty="0">
                <a:solidFill>
                  <a:schemeClr val="bg2"/>
                </a:solidFill>
                <a:ea typeface="微软雅黑" panose="020B0503020204020204" pitchFamily="34" charset="-122"/>
              </a:rPr>
              <a:t>亮点</a:t>
            </a:r>
            <a:endParaRPr lang="zh-CN" sz="1800" b="1" dirty="0">
              <a:solidFill>
                <a:schemeClr val="bg2"/>
              </a:solidFill>
              <a:ea typeface="微软雅黑" panose="020B0503020204020204" pitchFamily="34" charset="-122"/>
            </a:endParaRPr>
          </a:p>
        </p:txBody>
      </p:sp>
      <p:sp>
        <p:nvSpPr>
          <p:cNvPr id="3" name="矩形 2"/>
          <p:cNvSpPr/>
          <p:nvPr/>
        </p:nvSpPr>
        <p:spPr>
          <a:xfrm>
            <a:off x="228600" y="1332230"/>
            <a:ext cx="2930525" cy="829945"/>
          </a:xfrm>
          <a:prstGeom prst="rect">
            <a:avLst/>
          </a:prstGeom>
        </p:spPr>
        <p:txBody>
          <a:bodyPr wrap="square">
            <a:spAutoFit/>
          </a:bodyPr>
          <a:lstStyle/>
          <a:p>
            <a:pPr algn="ctr"/>
            <a:r>
              <a:rPr lang="zh-CN" altLang="en-US" sz="1400" b="1" dirty="0">
                <a:solidFill>
                  <a:schemeClr val="bg2"/>
                </a:solidFill>
                <a:latin typeface="+mj-ea"/>
                <a:ea typeface="+mj-ea"/>
              </a:rPr>
              <a:t>Established a luxury car brandOfficial live</a:t>
            </a:r>
            <a:endParaRPr lang="zh-CN" altLang="en-US" sz="1400" b="1" dirty="0">
              <a:solidFill>
                <a:schemeClr val="bg2"/>
              </a:solidFill>
              <a:latin typeface="+mj-ea"/>
              <a:ea typeface="+mj-ea"/>
            </a:endParaRPr>
          </a:p>
          <a:p>
            <a:pPr algn="ctr">
              <a:buClrTx/>
              <a:buSzTx/>
              <a:buFontTx/>
            </a:pPr>
            <a:r>
              <a:rPr lang="zh-CN" altLang="en-US" sz="2000" b="1" dirty="0">
                <a:solidFill>
                  <a:srgbClr val="FF0000"/>
                </a:solidFill>
                <a:latin typeface="+mj-ea"/>
                <a:ea typeface="+mj-ea"/>
              </a:rPr>
              <a:t>New benchmark</a:t>
            </a:r>
            <a:endParaRPr lang="zh-CN" altLang="en-US" sz="2000" b="1" dirty="0">
              <a:solidFill>
                <a:srgbClr val="FF0000"/>
              </a:solidFill>
              <a:latin typeface="+mj-ea"/>
              <a:ea typeface="+mj-ea"/>
            </a:endParaRPr>
          </a:p>
        </p:txBody>
      </p:sp>
      <p:sp>
        <p:nvSpPr>
          <p:cNvPr id="5" name="矩形 4"/>
          <p:cNvSpPr/>
          <p:nvPr/>
        </p:nvSpPr>
        <p:spPr>
          <a:xfrm>
            <a:off x="3084830" y="1332230"/>
            <a:ext cx="3141345" cy="829945"/>
          </a:xfrm>
          <a:prstGeom prst="rect">
            <a:avLst/>
          </a:prstGeom>
        </p:spPr>
        <p:txBody>
          <a:bodyPr wrap="square">
            <a:spAutoFit/>
          </a:bodyPr>
          <a:lstStyle/>
          <a:p>
            <a:pPr algn="ctr"/>
            <a:r>
              <a:rPr lang="zh-CN" altLang="zh-CN" sz="1400" b="1" dirty="0">
                <a:solidFill>
                  <a:schemeClr val="bg2"/>
                </a:solidFill>
                <a:latin typeface="+mj-ea"/>
                <a:ea typeface="+mj-ea"/>
              </a:rPr>
              <a:t>Created the vibrato ecologyLikes for a single live broadcast</a:t>
            </a:r>
            <a:endParaRPr lang="zh-CN" altLang="zh-CN" sz="1400" b="1" dirty="0">
              <a:solidFill>
                <a:schemeClr val="bg2"/>
              </a:solidFill>
              <a:latin typeface="+mj-ea"/>
              <a:ea typeface="+mj-ea"/>
            </a:endParaRPr>
          </a:p>
          <a:p>
            <a:pPr algn="ctr"/>
            <a:r>
              <a:rPr lang="zh-CN" altLang="en-US" sz="2000" b="1" dirty="0">
                <a:solidFill>
                  <a:srgbClr val="FF0000"/>
                </a:solidFill>
                <a:latin typeface="+mj-ea"/>
                <a:ea typeface="+mj-ea"/>
              </a:rPr>
              <a:t>Highest record</a:t>
            </a:r>
            <a:endParaRPr lang="zh-CN" altLang="en-US" sz="2000" b="1" dirty="0">
              <a:solidFill>
                <a:srgbClr val="FF0000"/>
              </a:solidFill>
              <a:latin typeface="+mj-ea"/>
              <a:ea typeface="+mj-ea"/>
            </a:endParaRPr>
          </a:p>
        </p:txBody>
      </p:sp>
      <p:sp>
        <p:nvSpPr>
          <p:cNvPr id="8" name="矩形 7"/>
          <p:cNvSpPr/>
          <p:nvPr/>
        </p:nvSpPr>
        <p:spPr>
          <a:xfrm>
            <a:off x="6337935" y="1224280"/>
            <a:ext cx="2806065" cy="1045210"/>
          </a:xfrm>
          <a:prstGeom prst="rect">
            <a:avLst/>
          </a:prstGeom>
        </p:spPr>
        <p:txBody>
          <a:bodyPr wrap="square">
            <a:spAutoFit/>
          </a:bodyPr>
          <a:lstStyle/>
          <a:p>
            <a:pPr algn="ctr"/>
            <a:r>
              <a:rPr lang="zh-CN" altLang="en-US" sz="1400" b="1" dirty="0" smtClean="0">
                <a:solidFill>
                  <a:schemeClr val="bg2"/>
                </a:solidFill>
                <a:latin typeface="+mj-ea"/>
                <a:ea typeface="+mj-ea"/>
              </a:rPr>
              <a:t>Realize full-staff marketingNetwork-wide linkage to help spread the </a:t>
            </a:r>
            <a:r>
              <a:rPr lang="zh-CN" altLang="en-US" sz="2000" b="1" dirty="0">
                <a:solidFill>
                  <a:srgbClr val="FF0000"/>
                </a:solidFill>
                <a:latin typeface="+mj-ea"/>
                <a:ea typeface="+mj-ea"/>
              </a:rPr>
              <a:t>volumemaximize</a:t>
            </a:r>
            <a:endParaRPr lang="zh-CN" altLang="en-US" sz="2000" b="1" dirty="0">
              <a:solidFill>
                <a:srgbClr val="FF0000"/>
              </a:solidFill>
              <a:latin typeface="+mj-ea"/>
              <a:ea typeface="+mj-ea"/>
            </a:endParaRPr>
          </a:p>
        </p:txBody>
      </p:sp>
      <p:sp>
        <p:nvSpPr>
          <p:cNvPr id="6" name="矩形 5"/>
          <p:cNvSpPr/>
          <p:nvPr/>
        </p:nvSpPr>
        <p:spPr>
          <a:xfrm>
            <a:off x="46990" y="4308475"/>
            <a:ext cx="3112135" cy="1751965"/>
          </a:xfrm>
          <a:prstGeom prst="rect">
            <a:avLst/>
          </a:prstGeom>
        </p:spPr>
        <p:txBody>
          <a:bodyPr wrap="square">
            <a:spAutoFit/>
          </a:bodyPr>
          <a:lstStyle/>
          <a:p>
            <a:pPr marL="285750" indent="-285750" algn="just">
              <a:lnSpc>
                <a:spcPct val="120000"/>
              </a:lnSpc>
              <a:buFont typeface="Wingdings" panose="05000000000000000000" pitchFamily="2" charset="2"/>
              <a:buChar char="n"/>
            </a:pPr>
            <a:r>
              <a:rPr lang="zh-CN" altLang="en-US" sz="900" dirty="0">
                <a:solidFill>
                  <a:schemeClr val="bg2"/>
                </a:solidFill>
                <a:latin typeface="+mj-ea"/>
                <a:ea typeface="+mj-ea"/>
              </a:rPr>
              <a:t>Create the first official live broadcast platform of the luxury car brand's lifestyle "grass planting" category, presenting the Michelin feast in the live broadcast industry</a:t>
            </a:r>
            <a:endParaRPr lang="zh-CN" altLang="en-US" sz="900" dirty="0">
              <a:solidFill>
                <a:schemeClr val="bg2"/>
              </a:solidFill>
              <a:latin typeface="+mj-ea"/>
              <a:ea typeface="+mj-ea"/>
            </a:endParaRPr>
          </a:p>
          <a:p>
            <a:pPr marL="285750" indent="-285750" algn="just">
              <a:lnSpc>
                <a:spcPct val="120000"/>
              </a:lnSpc>
              <a:buFont typeface="Wingdings" panose="05000000000000000000" pitchFamily="2" charset="2"/>
              <a:buChar char="n"/>
            </a:pPr>
            <a:r>
              <a:rPr lang="zh-CN" altLang="en-US" sz="900" dirty="0">
                <a:solidFill>
                  <a:schemeClr val="bg2"/>
                </a:solidFill>
                <a:latin typeface="+mj-ea"/>
                <a:ea typeface="+mj-ea"/>
              </a:rPr>
              <a:t>The content of the three modules of "Fun, Good Things, Good Surprises" detonated, realizing a real cross-border break, and successfully attracted the attention of the car circle, the national comic circle, the skateboard circle and the fan circle, and the response was enthusiastic</a:t>
            </a:r>
            <a:endParaRPr lang="zh-CN" altLang="en-US" sz="900" dirty="0">
              <a:solidFill>
                <a:schemeClr val="bg2"/>
              </a:solidFill>
              <a:latin typeface="+mj-ea"/>
              <a:ea typeface="+mj-ea"/>
            </a:endParaRPr>
          </a:p>
        </p:txBody>
      </p:sp>
      <p:pic>
        <p:nvPicPr>
          <p:cNvPr id="7" name="图片 6"/>
          <p:cNvPicPr>
            <a:picLocks noChangeAspect="1"/>
          </p:cNvPicPr>
          <p:nvPr/>
        </p:nvPicPr>
        <p:blipFill>
          <a:blip r:embed="rId1" cstate="email"/>
          <a:stretch>
            <a:fillRect/>
          </a:stretch>
        </p:blipFill>
        <p:spPr>
          <a:xfrm>
            <a:off x="442723" y="2311037"/>
            <a:ext cx="2641964" cy="1761309"/>
          </a:xfrm>
          <a:prstGeom prst="rect">
            <a:avLst/>
          </a:prstGeom>
        </p:spPr>
      </p:pic>
      <p:grpSp>
        <p:nvGrpSpPr>
          <p:cNvPr id="11" name="组合 10"/>
          <p:cNvGrpSpPr/>
          <p:nvPr/>
        </p:nvGrpSpPr>
        <p:grpSpPr>
          <a:xfrm>
            <a:off x="3556000" y="2269490"/>
            <a:ext cx="2245360" cy="1979930"/>
            <a:chOff x="3658165" y="2441927"/>
            <a:chExt cx="2400524" cy="2116183"/>
          </a:xfrm>
        </p:grpSpPr>
        <p:pic>
          <p:nvPicPr>
            <p:cNvPr id="9" name="图片 8"/>
            <p:cNvPicPr>
              <a:picLocks noChangeAspect="1"/>
            </p:cNvPicPr>
            <p:nvPr/>
          </p:nvPicPr>
          <p:blipFill>
            <a:blip r:embed="rId2" cstate="email"/>
            <a:stretch>
              <a:fillRect/>
            </a:stretch>
          </p:blipFill>
          <p:spPr>
            <a:xfrm>
              <a:off x="3658165" y="2441927"/>
              <a:ext cx="1190353" cy="2116183"/>
            </a:xfrm>
            <a:prstGeom prst="rect">
              <a:avLst/>
            </a:prstGeom>
          </p:spPr>
        </p:pic>
        <p:pic>
          <p:nvPicPr>
            <p:cNvPr id="10" name="图片 9"/>
            <p:cNvPicPr>
              <a:picLocks noChangeAspect="1"/>
            </p:cNvPicPr>
            <p:nvPr/>
          </p:nvPicPr>
          <p:blipFill>
            <a:blip r:embed="rId3" cstate="email"/>
            <a:stretch>
              <a:fillRect/>
            </a:stretch>
          </p:blipFill>
          <p:spPr>
            <a:xfrm>
              <a:off x="4868337" y="2441927"/>
              <a:ext cx="1190352" cy="2116182"/>
            </a:xfrm>
            <a:prstGeom prst="rect">
              <a:avLst/>
            </a:prstGeom>
          </p:spPr>
        </p:pic>
      </p:grpSp>
      <p:grpSp>
        <p:nvGrpSpPr>
          <p:cNvPr id="15" name="组合 14"/>
          <p:cNvGrpSpPr/>
          <p:nvPr/>
        </p:nvGrpSpPr>
        <p:grpSpPr>
          <a:xfrm>
            <a:off x="6720840" y="2394585"/>
            <a:ext cx="1685290" cy="1762125"/>
            <a:chOff x="6530418" y="2415801"/>
            <a:chExt cx="2080412" cy="2251733"/>
          </a:xfrm>
        </p:grpSpPr>
        <p:pic>
          <p:nvPicPr>
            <p:cNvPr id="13" name="图片 12"/>
            <p:cNvPicPr>
              <a:picLocks noChangeAspect="1"/>
            </p:cNvPicPr>
            <p:nvPr/>
          </p:nvPicPr>
          <p:blipFill rotWithShape="1">
            <a:blip r:embed="rId4" cstate="email"/>
            <a:srcRect/>
            <a:stretch>
              <a:fillRect/>
            </a:stretch>
          </p:blipFill>
          <p:spPr>
            <a:xfrm>
              <a:off x="6530418" y="3430775"/>
              <a:ext cx="2080412" cy="1236759"/>
            </a:xfrm>
            <a:prstGeom prst="rect">
              <a:avLst/>
            </a:prstGeom>
          </p:spPr>
        </p:pic>
        <p:pic>
          <p:nvPicPr>
            <p:cNvPr id="12" name="图片 11"/>
            <p:cNvPicPr>
              <a:picLocks noChangeAspect="1"/>
            </p:cNvPicPr>
            <p:nvPr/>
          </p:nvPicPr>
          <p:blipFill>
            <a:blip r:embed="rId5" cstate="email"/>
            <a:stretch>
              <a:fillRect/>
            </a:stretch>
          </p:blipFill>
          <p:spPr>
            <a:xfrm>
              <a:off x="6530418" y="2415801"/>
              <a:ext cx="2080412" cy="1169971"/>
            </a:xfrm>
            <a:prstGeom prst="rect">
              <a:avLst/>
            </a:prstGeom>
          </p:spPr>
        </p:pic>
      </p:grpSp>
      <p:sp>
        <p:nvSpPr>
          <p:cNvPr id="17" name="矩形 16"/>
          <p:cNvSpPr/>
          <p:nvPr/>
        </p:nvSpPr>
        <p:spPr>
          <a:xfrm>
            <a:off x="3449320" y="4249420"/>
            <a:ext cx="2640330" cy="19361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CC0033"/>
              </a:solidFill>
              <a:effectLst/>
              <a:uLnTx/>
              <a:uFillTx/>
              <a:latin typeface="+mn-lt"/>
              <a:ea typeface="+mn-ea"/>
              <a:cs typeface="+mn-cs"/>
            </a:endParaRPr>
          </a:p>
        </p:txBody>
      </p:sp>
      <p:sp>
        <p:nvSpPr>
          <p:cNvPr id="18" name="矩形 17"/>
          <p:cNvSpPr/>
          <p:nvPr/>
        </p:nvSpPr>
        <p:spPr>
          <a:xfrm>
            <a:off x="6142990" y="4492625"/>
            <a:ext cx="2840355" cy="16935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CC0033"/>
              </a:solidFill>
              <a:effectLst/>
              <a:uLnTx/>
              <a:uFillTx/>
              <a:latin typeface="+mn-lt"/>
              <a:ea typeface="+mn-ea"/>
              <a:cs typeface="+mn-cs"/>
            </a:endParaRPr>
          </a:p>
        </p:txBody>
      </p:sp>
      <p:sp>
        <p:nvSpPr>
          <p:cNvPr id="14" name="矩形 13"/>
          <p:cNvSpPr/>
          <p:nvPr/>
        </p:nvSpPr>
        <p:spPr>
          <a:xfrm>
            <a:off x="6142990" y="4268470"/>
            <a:ext cx="3001010" cy="1917700"/>
          </a:xfrm>
          <a:prstGeom prst="rect">
            <a:avLst/>
          </a:prstGeom>
        </p:spPr>
        <p:txBody>
          <a:bodyPr wrap="square">
            <a:spAutoFit/>
          </a:bodyPr>
          <a:lstStyle/>
          <a:p>
            <a:pPr marL="285750" indent="-285750" algn="just">
              <a:lnSpc>
                <a:spcPct val="120000"/>
              </a:lnSpc>
              <a:buFont typeface="Wingdings" panose="05000000000000000000" pitchFamily="2" charset="2"/>
              <a:buChar char="n"/>
            </a:pPr>
            <a:r>
              <a:rPr lang="zh-CN" sz="900" dirty="0">
                <a:solidFill>
                  <a:schemeClr val="bg2"/>
                </a:solidFill>
                <a:latin typeface="+mj-ea"/>
                <a:ea typeface="+mj-ea"/>
              </a:rPr>
              <a:t>For the first time, the internal resources integration of the Audi marketing department was realized, with the most mobilized departments and the closest cooperation</a:t>
            </a:r>
            <a:endParaRPr lang="zh-CN" sz="900" dirty="0">
              <a:solidFill>
                <a:schemeClr val="bg2"/>
              </a:solidFill>
              <a:latin typeface="+mj-ea"/>
              <a:ea typeface="+mj-ea"/>
            </a:endParaRPr>
          </a:p>
          <a:p>
            <a:pPr marL="285750" indent="-285750" algn="just">
              <a:lnSpc>
                <a:spcPct val="120000"/>
              </a:lnSpc>
              <a:buFont typeface="Wingdings" panose="05000000000000000000" pitchFamily="2" charset="2"/>
              <a:buChar char="n"/>
            </a:pPr>
            <a:r>
              <a:rPr lang="zh-CN" sz="900" dirty="0">
                <a:solidFill>
                  <a:schemeClr val="bg2"/>
                </a:solidFill>
                <a:latin typeface="+mj-ea"/>
                <a:ea typeface="+mj-ea"/>
              </a:rPr>
              <a:t>Vertically realize the three-level linkage of headquarters-region-dealers</a:t>
            </a:r>
            <a:endParaRPr lang="zh-CN" sz="900" dirty="0">
              <a:solidFill>
                <a:schemeClr val="bg2"/>
              </a:solidFill>
              <a:latin typeface="+mj-ea"/>
              <a:ea typeface="+mj-ea"/>
            </a:endParaRPr>
          </a:p>
          <a:p>
            <a:pPr marL="285750" indent="-285750" algn="just">
              <a:lnSpc>
                <a:spcPct val="120000"/>
              </a:lnSpc>
              <a:buFont typeface="Wingdings" panose="05000000000000000000" pitchFamily="2" charset="2"/>
              <a:buChar char="n"/>
            </a:pPr>
            <a:r>
              <a:rPr lang="zh-CN" sz="900" dirty="0">
                <a:solidFill>
                  <a:schemeClr val="bg2"/>
                </a:solidFill>
                <a:latin typeface="+mj-ea"/>
                <a:ea typeface="+mj-ea"/>
              </a:rPr>
              <a:t>Open up resources across the entire network horizontally, such as Wang Yibo fans, Lingcage fans, KOLs, etc.</a:t>
            </a:r>
            <a:endParaRPr lang="zh-CN" sz="900" dirty="0">
              <a:solidFill>
                <a:schemeClr val="bg2"/>
              </a:solidFill>
              <a:latin typeface="+mj-ea"/>
              <a:ea typeface="+mj-ea"/>
            </a:endParaRPr>
          </a:p>
          <a:p>
            <a:pPr marL="285750" indent="-285750" algn="just">
              <a:lnSpc>
                <a:spcPct val="120000"/>
              </a:lnSpc>
              <a:buFont typeface="Wingdings" panose="05000000000000000000" pitchFamily="2" charset="2"/>
              <a:buChar char="n"/>
            </a:pPr>
            <a:r>
              <a:rPr lang="zh-CN" sz="900" dirty="0">
                <a:solidFill>
                  <a:schemeClr val="bg2"/>
                </a:solidFill>
                <a:latin typeface="+mj-ea"/>
                <a:ea typeface="+mj-ea"/>
              </a:rPr>
              <a:t>Make full use of Wang Yibo’s traffic IP to move the volume of sound</a:t>
            </a:r>
            <a:endParaRPr lang="zh-CN" sz="900" dirty="0">
              <a:solidFill>
                <a:schemeClr val="bg2"/>
              </a:solidFill>
              <a:latin typeface="+mj-ea"/>
              <a:ea typeface="+mj-ea"/>
            </a:endParaRPr>
          </a:p>
        </p:txBody>
      </p:sp>
      <p:sp>
        <p:nvSpPr>
          <p:cNvPr id="19" name="矩形 18"/>
          <p:cNvSpPr/>
          <p:nvPr/>
        </p:nvSpPr>
        <p:spPr>
          <a:xfrm>
            <a:off x="3395980" y="4492625"/>
            <a:ext cx="2747010" cy="1087755"/>
          </a:xfrm>
          <a:prstGeom prst="rect">
            <a:avLst/>
          </a:prstGeom>
        </p:spPr>
        <p:txBody>
          <a:bodyPr wrap="square">
            <a:spAutoFit/>
          </a:bodyPr>
          <a:lstStyle/>
          <a:p>
            <a:pPr marL="285750" indent="-285750" algn="just">
              <a:lnSpc>
                <a:spcPct val="120000"/>
              </a:lnSpc>
              <a:buFont typeface="Wingdings" panose="05000000000000000000" pitchFamily="2" charset="2"/>
              <a:buChar char="n"/>
            </a:pPr>
            <a:r>
              <a:rPr lang="zh-CN" sz="900" dirty="0">
                <a:solidFill>
                  <a:schemeClr val="bg2"/>
                </a:solidFill>
                <a:latin typeface="+mj-ea"/>
                <a:ea typeface="+mj-ea"/>
              </a:rPr>
              <a:t>Become a brand official live broadcast case of Douyin ecological phenomenon</a:t>
            </a:r>
            <a:endParaRPr lang="zh-CN" sz="900" dirty="0">
              <a:solidFill>
                <a:schemeClr val="bg2"/>
              </a:solidFill>
              <a:latin typeface="+mj-ea"/>
              <a:ea typeface="+mj-ea"/>
            </a:endParaRPr>
          </a:p>
          <a:p>
            <a:pPr marL="285750" indent="-285750" algn="just">
              <a:lnSpc>
                <a:spcPct val="120000"/>
              </a:lnSpc>
              <a:buFont typeface="Wingdings" panose="05000000000000000000" pitchFamily="2" charset="2"/>
              <a:buChar char="n"/>
            </a:pPr>
            <a:r>
              <a:rPr lang="zh-CN" sz="900" dirty="0">
                <a:solidFill>
                  <a:schemeClr val="bg2"/>
                </a:solidFill>
                <a:latin typeface="+mj-ea"/>
                <a:ea typeface="+mj-ea"/>
              </a:rPr>
              <a:t>Achieved a record-breaking live broadcast of 110 million+ likes</a:t>
            </a:r>
            <a:endParaRPr lang="zh-CN" sz="900" dirty="0">
              <a:solidFill>
                <a:schemeClr val="bg2"/>
              </a:solidFill>
              <a:latin typeface="+mj-ea"/>
              <a:ea typeface="+mj-ea"/>
            </a:endParaRPr>
          </a:p>
          <a:p>
            <a:pPr marL="285750" indent="-285750" algn="just">
              <a:lnSpc>
                <a:spcPct val="120000"/>
              </a:lnSpc>
              <a:buFont typeface="Wingdings" panose="05000000000000000000" pitchFamily="2" charset="2"/>
              <a:buChar char="n"/>
            </a:pPr>
            <a:r>
              <a:rPr lang="zh-CN" sz="900" dirty="0">
                <a:solidFill>
                  <a:schemeClr val="bg2"/>
                </a:solidFill>
                <a:latin typeface="+mj-ea"/>
                <a:ea typeface="+mj-ea"/>
              </a:rPr>
              <a:t>Help Audi's official Douyin account fans break through 100W</a:t>
            </a:r>
            <a:endParaRPr lang="zh-CN" sz="900" dirty="0">
              <a:solidFill>
                <a:schemeClr val="bg2"/>
              </a:solidFill>
              <a:latin typeface="+mj-ea"/>
              <a:ea typeface="+mj-ea"/>
            </a:endParaRPr>
          </a:p>
        </p:txBody>
      </p:sp>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10" name="标题 1"/>
          <p:cNvSpPr txBox="1"/>
          <p:nvPr/>
        </p:nvSpPr>
        <p:spPr>
          <a:xfrm>
            <a:off x="0" y="6350"/>
            <a:ext cx="9144000" cy="1325563"/>
          </a:xfrm>
          <a:prstGeom prst="rect">
            <a:avLst/>
          </a:prstGeom>
          <a:noFill/>
          <a:ln w="9525">
            <a:noFill/>
          </a:ln>
        </p:spPr>
        <p:txBody>
          <a:bodyPr lIns="540000" anchor="ctr"/>
          <a:lstStyle/>
          <a:p>
            <a:pPr>
              <a:lnSpc>
                <a:spcPct val="90000"/>
              </a:lnSpc>
            </a:pPr>
            <a:r>
              <a:rPr lang="zh-CN" sz="1800" b="1" dirty="0">
                <a:solidFill>
                  <a:schemeClr val="bg2"/>
                </a:solidFill>
                <a:ea typeface="微软雅黑" panose="020B0503020204020204" pitchFamily="34" charset="-122"/>
              </a:rPr>
              <a:t>各圈层人群互动精彩瞬间</a:t>
            </a:r>
            <a:endParaRPr lang="zh-CN" sz="1800" b="1" dirty="0">
              <a:solidFill>
                <a:schemeClr val="bg2"/>
              </a:solidFill>
              <a:ea typeface="微软雅黑" panose="020B0503020204020204" pitchFamily="34" charset="-122"/>
            </a:endParaRPr>
          </a:p>
          <a:p>
            <a:pPr>
              <a:lnSpc>
                <a:spcPct val="90000"/>
              </a:lnSpc>
            </a:pPr>
            <a:r>
              <a:rPr lang="zh-CN" sz="1800" b="1" dirty="0">
                <a:solidFill>
                  <a:schemeClr val="bg2"/>
                </a:solidFill>
                <a:ea typeface="微软雅黑" panose="020B0503020204020204" pitchFamily="34" charset="-122"/>
              </a:rPr>
              <a:t>Wonderful moments of interaction with people from all circles</a:t>
            </a:r>
            <a:endParaRPr lang="zh-CN" sz="1800" b="1" dirty="0">
              <a:solidFill>
                <a:schemeClr val="bg2"/>
              </a:solidFill>
              <a:ea typeface="微软雅黑" panose="020B0503020204020204" pitchFamily="34" charset="-122"/>
            </a:endParaRPr>
          </a:p>
        </p:txBody>
      </p:sp>
      <p:grpSp>
        <p:nvGrpSpPr>
          <p:cNvPr id="27" name="组合 26"/>
          <p:cNvGrpSpPr/>
          <p:nvPr/>
        </p:nvGrpSpPr>
        <p:grpSpPr>
          <a:xfrm>
            <a:off x="142638" y="1283640"/>
            <a:ext cx="3865482" cy="5119717"/>
            <a:chOff x="4545" y="2462"/>
            <a:chExt cx="5887" cy="7797"/>
          </a:xfrm>
        </p:grpSpPr>
        <p:sp>
          <p:nvSpPr>
            <p:cNvPr id="3" name="文本框 2"/>
            <p:cNvSpPr txBox="1"/>
            <p:nvPr/>
          </p:nvSpPr>
          <p:spPr>
            <a:xfrm>
              <a:off x="4545" y="2462"/>
              <a:ext cx="5108" cy="795"/>
            </a:xfrm>
            <a:prstGeom prst="rect">
              <a:avLst/>
            </a:prstGeom>
          </p:spPr>
          <p:txBody>
            <a:bodyPr vert="horz" wrap="square" lIns="91440" tIns="45720" rIns="91440" bIns="45720" rtlCol="0" anchor="t">
              <a:spAutoFit/>
            </a:bodyPr>
            <a:lstStyle/>
            <a:p>
              <a:pPr lvl="0" algn="ctr">
                <a:buClrTx/>
                <a:buSzTx/>
                <a:buFontTx/>
              </a:pPr>
              <a:r>
                <a:rPr lang="zh-CN" altLang="en-US" sz="1400" b="1" i="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媒体高度评价</a:t>
              </a:r>
              <a:endParaRPr lang="zh-CN" altLang="en-US" sz="1400" b="1" i="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a:buClrTx/>
                <a:buSzTx/>
                <a:buFontTx/>
              </a:pPr>
              <a:r>
                <a:rPr lang="zh-CN" altLang="en-US" sz="1400" b="1" i="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Highly rated by the media</a:t>
              </a:r>
              <a:endParaRPr lang="zh-CN" altLang="en-US" sz="1400" b="1" i="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5"/>
            <p:cNvPicPr>
              <a:picLocks noChangeAspect="1"/>
            </p:cNvPicPr>
            <p:nvPr/>
          </p:nvPicPr>
          <p:blipFill>
            <a:blip r:embed="rId1" cstate="email"/>
            <a:srcRect/>
            <a:stretch>
              <a:fillRect/>
            </a:stretch>
          </p:blipFill>
          <p:spPr>
            <a:xfrm>
              <a:off x="4717" y="4834"/>
              <a:ext cx="2945" cy="2772"/>
            </a:xfrm>
            <a:prstGeom prst="rect">
              <a:avLst/>
            </a:prstGeom>
          </p:spPr>
        </p:pic>
        <p:pic>
          <p:nvPicPr>
            <p:cNvPr id="7" name="图片 6"/>
            <p:cNvPicPr>
              <a:picLocks noChangeAspect="1"/>
            </p:cNvPicPr>
            <p:nvPr/>
          </p:nvPicPr>
          <p:blipFill>
            <a:blip r:embed="rId2" cstate="email"/>
            <a:srcRect/>
            <a:stretch>
              <a:fillRect/>
            </a:stretch>
          </p:blipFill>
          <p:spPr>
            <a:xfrm>
              <a:off x="7826" y="4834"/>
              <a:ext cx="2606" cy="2959"/>
            </a:xfrm>
            <a:prstGeom prst="rect">
              <a:avLst/>
            </a:prstGeom>
          </p:spPr>
        </p:pic>
        <p:pic>
          <p:nvPicPr>
            <p:cNvPr id="8" name="图片 7"/>
            <p:cNvPicPr>
              <a:picLocks noChangeAspect="1"/>
            </p:cNvPicPr>
            <p:nvPr/>
          </p:nvPicPr>
          <p:blipFill>
            <a:blip r:embed="rId3" cstate="email"/>
            <a:srcRect/>
            <a:stretch>
              <a:fillRect/>
            </a:stretch>
          </p:blipFill>
          <p:spPr>
            <a:xfrm>
              <a:off x="7646" y="7846"/>
              <a:ext cx="2786" cy="2413"/>
            </a:xfrm>
            <a:prstGeom prst="rect">
              <a:avLst/>
            </a:prstGeom>
          </p:spPr>
        </p:pic>
        <p:pic>
          <p:nvPicPr>
            <p:cNvPr id="9" name="图片 8"/>
            <p:cNvPicPr>
              <a:picLocks noChangeAspect="1"/>
            </p:cNvPicPr>
            <p:nvPr/>
          </p:nvPicPr>
          <p:blipFill>
            <a:blip r:embed="rId4" cstate="email"/>
            <a:srcRect r="-685"/>
            <a:stretch>
              <a:fillRect/>
            </a:stretch>
          </p:blipFill>
          <p:spPr>
            <a:xfrm>
              <a:off x="4791" y="7605"/>
              <a:ext cx="2795" cy="2435"/>
            </a:xfrm>
            <a:prstGeom prst="rect">
              <a:avLst/>
            </a:prstGeom>
          </p:spPr>
        </p:pic>
        <p:sp>
          <p:nvSpPr>
            <p:cNvPr id="20" name="文本框 19"/>
            <p:cNvSpPr txBox="1"/>
            <p:nvPr/>
          </p:nvSpPr>
          <p:spPr>
            <a:xfrm>
              <a:off x="4765" y="3420"/>
              <a:ext cx="4785" cy="1085"/>
            </a:xfrm>
            <a:prstGeom prst="rect">
              <a:avLst/>
            </a:prstGeom>
          </p:spPr>
          <p:txBody>
            <a:bodyPr vert="horz" wrap="square" lIns="91440" tIns="45720" rIns="91440" bIns="45720" rtlCol="0" anchor="ctr"/>
            <a:lstStyle/>
            <a:p>
              <a:r>
                <a:rPr lang="zh-CN" altLang="en-US" sz="1000" dirty="0" smtClean="0">
                  <a:solidFill>
                    <a:schemeClr val="bg2"/>
                  </a:solidFill>
                  <a:latin typeface="微软雅黑" panose="020B0503020204020204" pitchFamily="34" charset="-122"/>
                  <a:ea typeface="微软雅黑" panose="020B0503020204020204" pitchFamily="34" charset="-122"/>
                  <a:cs typeface="微软雅黑" panose="020B0503020204020204" pitchFamily="34" charset="-122"/>
                </a:rPr>
                <a:t>车圈媒体对</a:t>
              </a:r>
              <a:r>
                <a:rPr lang="en-US" altLang="zh-CN" sz="1000" dirty="0" smtClean="0">
                  <a:solidFill>
                    <a:schemeClr val="bg2"/>
                  </a:solidFill>
                  <a:latin typeface="微软雅黑" panose="020B0503020204020204" pitchFamily="34" charset="-122"/>
                  <a:ea typeface="微软雅黑" panose="020B0503020204020204" pitchFamily="34" charset="-122"/>
                  <a:cs typeface="微软雅黑" panose="020B0503020204020204" pitchFamily="34" charset="-122"/>
                </a:rPr>
                <a:t>Audi Channel</a:t>
              </a:r>
              <a:r>
                <a:rPr lang="zh-CN" altLang="en-US" sz="1000" dirty="0" smtClean="0">
                  <a:solidFill>
                    <a:schemeClr val="bg2"/>
                  </a:solidFill>
                  <a:latin typeface="微软雅黑" panose="020B0503020204020204" pitchFamily="34" charset="-122"/>
                  <a:ea typeface="微软雅黑" panose="020B0503020204020204" pitchFamily="34" charset="-122"/>
                  <a:cs typeface="微软雅黑" panose="020B0503020204020204" pitchFamily="34" charset="-122"/>
                </a:rPr>
                <a:t>高度评价，并积极主动的转发直播相关物料The rim media spoke highly of Audi Channel and actively forwarded live broadcast related materials</a:t>
              </a:r>
              <a:endParaRPr lang="zh-CN" altLang="en-US" sz="1000" dirty="0" smtClean="0">
                <a:solidFill>
                  <a:schemeClr val="bg2"/>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8" name="组合 27"/>
          <p:cNvGrpSpPr/>
          <p:nvPr/>
        </p:nvGrpSpPr>
        <p:grpSpPr>
          <a:xfrm>
            <a:off x="6388100" y="1176020"/>
            <a:ext cx="2755900" cy="5062220"/>
            <a:chOff x="10267" y="3162"/>
            <a:chExt cx="4340" cy="7972"/>
          </a:xfrm>
        </p:grpSpPr>
        <p:sp>
          <p:nvSpPr>
            <p:cNvPr id="5" name="文本框 4"/>
            <p:cNvSpPr txBox="1"/>
            <p:nvPr/>
          </p:nvSpPr>
          <p:spPr>
            <a:xfrm>
              <a:off x="10643" y="3162"/>
              <a:ext cx="3688" cy="1161"/>
            </a:xfrm>
            <a:prstGeom prst="rect">
              <a:avLst/>
            </a:prstGeom>
          </p:spPr>
          <p:txBody>
            <a:bodyPr vert="horz" wrap="square" lIns="91440" tIns="45720" rIns="91440" bIns="45720" rtlCol="0" anchor="t">
              <a:spAutoFit/>
            </a:bodyPr>
            <a:lstStyle/>
            <a:p>
              <a:pPr lvl="0" algn="ctr">
                <a:buClrTx/>
                <a:buSzTx/>
                <a:buFontTx/>
              </a:pPr>
              <a:r>
                <a:rPr lang="zh-CN" altLang="en-US" sz="1400" b="1" i="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参与嘉宾积极参与</a:t>
              </a:r>
              <a:endParaRPr lang="zh-CN" altLang="en-US" sz="1400" b="1" i="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a:buClrTx/>
                <a:buSzTx/>
                <a:buFontTx/>
              </a:pPr>
              <a:r>
                <a:rPr lang="zh-CN" altLang="en-US" sz="1400" b="1" i="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Participating guests actively participate</a:t>
              </a:r>
              <a:endParaRPr lang="zh-CN" altLang="en-US" sz="1400" b="1" i="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6" name="图片 15"/>
            <p:cNvPicPr>
              <a:picLocks noChangeAspect="1"/>
            </p:cNvPicPr>
            <p:nvPr/>
          </p:nvPicPr>
          <p:blipFill>
            <a:blip r:embed="rId5" cstate="email"/>
            <a:srcRect/>
            <a:stretch>
              <a:fillRect/>
            </a:stretch>
          </p:blipFill>
          <p:spPr>
            <a:xfrm>
              <a:off x="10454" y="8636"/>
              <a:ext cx="2845" cy="2498"/>
            </a:xfrm>
            <a:prstGeom prst="rect">
              <a:avLst/>
            </a:prstGeom>
          </p:spPr>
        </p:pic>
        <p:sp>
          <p:nvSpPr>
            <p:cNvPr id="21" name="文本框 20"/>
            <p:cNvSpPr txBox="1"/>
            <p:nvPr/>
          </p:nvSpPr>
          <p:spPr>
            <a:xfrm>
              <a:off x="10267" y="4699"/>
              <a:ext cx="4340" cy="1085"/>
            </a:xfrm>
            <a:prstGeom prst="rect">
              <a:avLst/>
            </a:prstGeom>
          </p:spPr>
          <p:txBody>
            <a:bodyPr vert="horz" wrap="square" lIns="91440" tIns="45720" rIns="91440" bIns="45720" rtlCol="0" anchor="ctr"/>
            <a:lstStyle/>
            <a:p>
              <a:r>
                <a:rPr lang="zh-CN" altLang="en-US" sz="1000" dirty="0" smtClean="0">
                  <a:solidFill>
                    <a:schemeClr val="bg2"/>
                  </a:solidFill>
                  <a:latin typeface="微软雅黑" panose="020B0503020204020204" pitchFamily="34" charset="-122"/>
                  <a:ea typeface="微软雅黑" panose="020B0503020204020204" pitchFamily="34" charset="-122"/>
                  <a:cs typeface="微软雅黑" panose="020B0503020204020204" pitchFamily="34" charset="-122"/>
                </a:rPr>
                <a:t>直播嘉宾武云舟、灵笼团队、李晨</a:t>
              </a:r>
              <a:r>
                <a:rPr lang="en-US" altLang="zh-CN" sz="1000" dirty="0" smtClean="0">
                  <a:solidFill>
                    <a:schemeClr val="bg2"/>
                  </a:solidFill>
                  <a:latin typeface="微软雅黑" panose="020B0503020204020204" pitchFamily="34" charset="-122"/>
                  <a:ea typeface="微软雅黑" panose="020B0503020204020204" pitchFamily="34" charset="-122"/>
                  <a:cs typeface="微软雅黑" panose="020B0503020204020204" pitchFamily="34" charset="-122"/>
                </a:rPr>
                <a:t>nic</a:t>
              </a:r>
              <a:r>
                <a:rPr lang="zh-CN" altLang="en-US" sz="1000" dirty="0" smtClean="0">
                  <a:solidFill>
                    <a:schemeClr val="bg2"/>
                  </a:solidFill>
                  <a:latin typeface="微软雅黑" panose="020B0503020204020204" pitchFamily="34" charset="-122"/>
                  <a:ea typeface="微软雅黑" panose="020B0503020204020204" pitchFamily="34" charset="-122"/>
                  <a:cs typeface="微软雅黑" panose="020B0503020204020204" pitchFamily="34" charset="-122"/>
                </a:rPr>
                <a:t>等，通过个人</a:t>
              </a:r>
              <a:r>
                <a:rPr lang="en-US" altLang="zh-CN" sz="1000" dirty="0" smtClean="0">
                  <a:solidFill>
                    <a:schemeClr val="bg2"/>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dirty="0" smtClean="0">
                  <a:solidFill>
                    <a:schemeClr val="bg2"/>
                  </a:solidFill>
                  <a:latin typeface="微软雅黑" panose="020B0503020204020204" pitchFamily="34" charset="-122"/>
                  <a:ea typeface="微软雅黑" panose="020B0503020204020204" pitchFamily="34" charset="-122"/>
                  <a:cs typeface="微软雅黑" panose="020B0503020204020204" pitchFamily="34" charset="-122"/>
                </a:rPr>
                <a:t>自媒体渠道对直播效果表示赞叹Live broadcast guests Wu Yunzhou, Lingcage team, Li Chennic, etc. expressed their admiration for the live broadcast effect through personal/we-media channels</a:t>
              </a:r>
              <a:endParaRPr lang="zh-CN" altLang="en-US" sz="1000" dirty="0" smtClean="0">
                <a:solidFill>
                  <a:schemeClr val="bg2"/>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6" name="组合 25"/>
          <p:cNvGrpSpPr/>
          <p:nvPr/>
        </p:nvGrpSpPr>
        <p:grpSpPr>
          <a:xfrm>
            <a:off x="3249077" y="1175556"/>
            <a:ext cx="3257780" cy="5399869"/>
            <a:chOff x="-770" y="2006"/>
            <a:chExt cx="4893" cy="8110"/>
          </a:xfrm>
        </p:grpSpPr>
        <p:sp>
          <p:nvSpPr>
            <p:cNvPr id="14" name="文本框 13"/>
            <p:cNvSpPr txBox="1"/>
            <p:nvPr/>
          </p:nvSpPr>
          <p:spPr>
            <a:xfrm>
              <a:off x="-770" y="2006"/>
              <a:ext cx="4893" cy="1107"/>
            </a:xfrm>
            <a:prstGeom prst="rect">
              <a:avLst/>
            </a:prstGeom>
          </p:spPr>
          <p:txBody>
            <a:bodyPr vert="horz" wrap="square" lIns="91440" tIns="45720" rIns="91440" bIns="45720" rtlCol="0" anchor="t">
              <a:spAutoFit/>
            </a:bodyPr>
            <a:lstStyle/>
            <a:p>
              <a:pPr lvl="0" algn="ctr">
                <a:buClrTx/>
                <a:buSzTx/>
                <a:buFontTx/>
              </a:pPr>
              <a:r>
                <a:rPr lang="zh-CN" altLang="en-US" sz="1400" b="1" i="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直播间互动热烈</a:t>
              </a:r>
              <a:endParaRPr lang="zh-CN" altLang="en-US" sz="1400" b="1" i="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a:buClrTx/>
                <a:buSzTx/>
                <a:buFontTx/>
              </a:pPr>
              <a:r>
                <a:rPr lang="zh-CN" altLang="en-US" sz="1400" b="1" i="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Warm interaction in the live broadcast room</a:t>
              </a:r>
              <a:endParaRPr lang="zh-CN" altLang="en-US" sz="1400" b="1" i="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1" name="图片 10"/>
            <p:cNvPicPr>
              <a:picLocks noChangeAspect="1"/>
            </p:cNvPicPr>
            <p:nvPr/>
          </p:nvPicPr>
          <p:blipFill>
            <a:blip r:embed="rId6" cstate="email"/>
            <a:srcRect/>
            <a:stretch>
              <a:fillRect/>
            </a:stretch>
          </p:blipFill>
          <p:spPr>
            <a:xfrm>
              <a:off x="628" y="4133"/>
              <a:ext cx="1392" cy="2878"/>
            </a:xfrm>
            <a:prstGeom prst="rect">
              <a:avLst/>
            </a:prstGeom>
          </p:spPr>
        </p:pic>
        <p:sp>
          <p:nvSpPr>
            <p:cNvPr id="15" name="文本框 14"/>
            <p:cNvSpPr txBox="1"/>
            <p:nvPr/>
          </p:nvSpPr>
          <p:spPr>
            <a:xfrm>
              <a:off x="628" y="6524"/>
              <a:ext cx="1393" cy="506"/>
            </a:xfrm>
            <a:prstGeom prst="rect">
              <a:avLst/>
            </a:prstGeom>
            <a:solidFill>
              <a:schemeClr val="accent3">
                <a:lumMod val="60000"/>
                <a:lumOff val="40000"/>
              </a:schemeClr>
            </a:solidFill>
          </p:spPr>
          <p:txBody>
            <a:bodyPr vert="horz" wrap="square" lIns="91440" tIns="45720" rIns="91440" bIns="45720" rtlCol="0" anchor="ctr"/>
            <a:lstStyle/>
            <a:p>
              <a:pPr algn="ctr"/>
              <a:r>
                <a:rPr lang="zh-CN" altLang="en-US" sz="1000" dirty="0" smtClean="0">
                  <a:solidFill>
                    <a:schemeClr val="bg1"/>
                  </a:solidFill>
                  <a:latin typeface="Audi Type"/>
                  <a:ea typeface="+mj-ea"/>
                </a:rPr>
                <a:t>吴佩</a:t>
              </a:r>
              <a:endParaRPr lang="zh-CN" altLang="en-US" sz="1000" dirty="0" smtClean="0">
                <a:solidFill>
                  <a:schemeClr val="bg1"/>
                </a:solidFill>
                <a:latin typeface="Audi Type"/>
                <a:ea typeface="+mj-ea"/>
              </a:endParaRPr>
            </a:p>
          </p:txBody>
        </p:sp>
        <p:pic>
          <p:nvPicPr>
            <p:cNvPr id="17" name="图片 16"/>
            <p:cNvPicPr>
              <a:picLocks noChangeAspect="1"/>
            </p:cNvPicPr>
            <p:nvPr/>
          </p:nvPicPr>
          <p:blipFill>
            <a:blip r:embed="rId7" cstate="email"/>
            <a:srcRect/>
            <a:stretch>
              <a:fillRect/>
            </a:stretch>
          </p:blipFill>
          <p:spPr>
            <a:xfrm>
              <a:off x="2097" y="4133"/>
              <a:ext cx="1415" cy="2897"/>
            </a:xfrm>
            <a:prstGeom prst="rect">
              <a:avLst/>
            </a:prstGeom>
          </p:spPr>
        </p:pic>
        <p:sp>
          <p:nvSpPr>
            <p:cNvPr id="18" name="文本框 17"/>
            <p:cNvSpPr txBox="1"/>
            <p:nvPr/>
          </p:nvSpPr>
          <p:spPr>
            <a:xfrm>
              <a:off x="2097" y="6544"/>
              <a:ext cx="1415" cy="506"/>
            </a:xfrm>
            <a:prstGeom prst="rect">
              <a:avLst/>
            </a:prstGeom>
            <a:solidFill>
              <a:schemeClr val="accent3">
                <a:lumMod val="60000"/>
                <a:lumOff val="40000"/>
              </a:schemeClr>
            </a:solidFill>
          </p:spPr>
          <p:txBody>
            <a:bodyPr vert="horz" wrap="square" lIns="91440" tIns="45720" rIns="91440" bIns="45720" rtlCol="0" anchor="ctr"/>
            <a:lstStyle/>
            <a:p>
              <a:pPr algn="ctr"/>
              <a:r>
                <a:rPr lang="zh-CN" altLang="en-US" sz="1000" dirty="0" smtClean="0">
                  <a:solidFill>
                    <a:schemeClr val="bg1"/>
                  </a:solidFill>
                  <a:latin typeface="Audi Type"/>
                  <a:ea typeface="+mj-ea"/>
                </a:rPr>
                <a:t>南哥</a:t>
              </a:r>
              <a:endParaRPr lang="zh-CN" altLang="en-US" sz="1000" dirty="0" smtClean="0">
                <a:solidFill>
                  <a:schemeClr val="bg1"/>
                </a:solidFill>
                <a:latin typeface="Audi Type"/>
                <a:ea typeface="+mj-ea"/>
              </a:endParaRPr>
            </a:p>
          </p:txBody>
        </p:sp>
        <p:sp>
          <p:nvSpPr>
            <p:cNvPr id="19" name="文本框 18"/>
            <p:cNvSpPr txBox="1"/>
            <p:nvPr/>
          </p:nvSpPr>
          <p:spPr>
            <a:xfrm>
              <a:off x="-623" y="3097"/>
              <a:ext cx="4746" cy="1085"/>
            </a:xfrm>
            <a:prstGeom prst="rect">
              <a:avLst/>
            </a:prstGeom>
          </p:spPr>
          <p:txBody>
            <a:bodyPr vert="horz" wrap="square" lIns="91440" tIns="45720" rIns="91440" bIns="45720" rtlCol="0" anchor="ctr"/>
            <a:lstStyle/>
            <a:p>
              <a:pPr algn="ctr"/>
              <a:r>
                <a:rPr lang="zh-CN" altLang="en-US" sz="1000" dirty="0" smtClean="0">
                  <a:solidFill>
                    <a:schemeClr val="bg2"/>
                  </a:solidFill>
                  <a:latin typeface="Audi Type"/>
                  <a:ea typeface="+mj-ea"/>
                </a:rPr>
                <a:t>媒体大佬及粉丝群体在直播间内互动热烈，高潮迭起Media tycoons and fan groups interacted enthusiastically in the live broadcast room, with climaxes</a:t>
              </a:r>
              <a:endParaRPr lang="zh-CN" altLang="en-US" sz="1000" dirty="0" smtClean="0">
                <a:solidFill>
                  <a:schemeClr val="bg2"/>
                </a:solidFill>
                <a:latin typeface="Audi Type"/>
                <a:ea typeface="+mj-ea"/>
              </a:endParaRPr>
            </a:p>
          </p:txBody>
        </p:sp>
        <p:pic>
          <p:nvPicPr>
            <p:cNvPr id="22" name="图片 21"/>
            <p:cNvPicPr>
              <a:picLocks noChangeAspect="1"/>
            </p:cNvPicPr>
            <p:nvPr/>
          </p:nvPicPr>
          <p:blipFill>
            <a:blip r:embed="rId8" cstate="email"/>
            <a:srcRect/>
            <a:stretch>
              <a:fillRect/>
            </a:stretch>
          </p:blipFill>
          <p:spPr>
            <a:xfrm>
              <a:off x="629" y="7237"/>
              <a:ext cx="1392" cy="2879"/>
            </a:xfrm>
            <a:prstGeom prst="rect">
              <a:avLst/>
            </a:prstGeom>
          </p:spPr>
        </p:pic>
        <p:sp>
          <p:nvSpPr>
            <p:cNvPr id="23" name="文本框 22"/>
            <p:cNvSpPr txBox="1"/>
            <p:nvPr/>
          </p:nvSpPr>
          <p:spPr>
            <a:xfrm>
              <a:off x="627" y="9610"/>
              <a:ext cx="1393" cy="506"/>
            </a:xfrm>
            <a:prstGeom prst="rect">
              <a:avLst/>
            </a:prstGeom>
            <a:solidFill>
              <a:schemeClr val="accent3">
                <a:lumMod val="60000"/>
                <a:lumOff val="40000"/>
              </a:schemeClr>
            </a:solidFill>
          </p:spPr>
          <p:txBody>
            <a:bodyPr vert="horz" wrap="square" lIns="91440" tIns="45720" rIns="91440" bIns="45720" rtlCol="0" anchor="ctr"/>
            <a:lstStyle/>
            <a:p>
              <a:pPr algn="ctr"/>
              <a:r>
                <a:rPr lang="zh-CN" altLang="en-US" sz="1000" dirty="0" smtClean="0">
                  <a:solidFill>
                    <a:schemeClr val="bg1"/>
                  </a:solidFill>
                  <a:latin typeface="Audi Type"/>
                  <a:ea typeface="+mj-ea"/>
                </a:rPr>
                <a:t>终极小腾</a:t>
              </a:r>
              <a:endParaRPr lang="zh-CN" altLang="en-US" sz="1000" dirty="0" smtClean="0">
                <a:solidFill>
                  <a:schemeClr val="bg1"/>
                </a:solidFill>
                <a:latin typeface="Audi Type"/>
                <a:ea typeface="+mj-ea"/>
              </a:endParaRPr>
            </a:p>
          </p:txBody>
        </p:sp>
        <p:pic>
          <p:nvPicPr>
            <p:cNvPr id="24" name="图片 23"/>
            <p:cNvPicPr>
              <a:picLocks noChangeAspect="1"/>
            </p:cNvPicPr>
            <p:nvPr/>
          </p:nvPicPr>
          <p:blipFill>
            <a:blip r:embed="rId9" cstate="email"/>
            <a:srcRect/>
            <a:stretch>
              <a:fillRect/>
            </a:stretch>
          </p:blipFill>
          <p:spPr>
            <a:xfrm>
              <a:off x="2097" y="7237"/>
              <a:ext cx="1414" cy="2856"/>
            </a:xfrm>
            <a:prstGeom prst="rect">
              <a:avLst/>
            </a:prstGeom>
          </p:spPr>
        </p:pic>
        <p:sp>
          <p:nvSpPr>
            <p:cNvPr id="25" name="文本框 24"/>
            <p:cNvSpPr txBox="1"/>
            <p:nvPr/>
          </p:nvSpPr>
          <p:spPr>
            <a:xfrm>
              <a:off x="2119" y="9610"/>
              <a:ext cx="1393" cy="506"/>
            </a:xfrm>
            <a:prstGeom prst="rect">
              <a:avLst/>
            </a:prstGeom>
            <a:solidFill>
              <a:schemeClr val="accent3">
                <a:lumMod val="60000"/>
                <a:lumOff val="40000"/>
              </a:schemeClr>
            </a:solidFill>
          </p:spPr>
          <p:txBody>
            <a:bodyPr vert="horz" wrap="square" lIns="91440" tIns="45720" rIns="91440" bIns="45720" rtlCol="0" anchor="ctr"/>
            <a:lstStyle/>
            <a:p>
              <a:pPr algn="ctr"/>
              <a:r>
                <a:rPr lang="zh-CN" altLang="en-US" sz="1000" dirty="0" smtClean="0">
                  <a:solidFill>
                    <a:schemeClr val="bg1"/>
                  </a:solidFill>
                  <a:latin typeface="Audi Type"/>
                  <a:ea typeface="+mj-ea"/>
                </a:rPr>
                <a:t>高转青年</a:t>
              </a:r>
              <a:endParaRPr lang="zh-CN" altLang="en-US" sz="1000" dirty="0" smtClean="0">
                <a:solidFill>
                  <a:schemeClr val="bg1"/>
                </a:solidFill>
                <a:latin typeface="Audi Type"/>
                <a:ea typeface="+mj-ea"/>
              </a:endParaRPr>
            </a:p>
          </p:txBody>
        </p:sp>
      </p:grpSp>
      <p:pic>
        <p:nvPicPr>
          <p:cNvPr id="29" name="图片 28"/>
          <p:cNvPicPr>
            <a:picLocks noChangeAspect="1"/>
          </p:cNvPicPr>
          <p:nvPr/>
        </p:nvPicPr>
        <p:blipFill>
          <a:blip r:embed="rId10" cstate="email"/>
          <a:srcRect/>
          <a:stretch>
            <a:fillRect/>
          </a:stretch>
        </p:blipFill>
        <p:spPr>
          <a:xfrm>
            <a:off x="6506845" y="3073400"/>
            <a:ext cx="2397125" cy="1478915"/>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cstate="email"/>
          <a:stretch>
            <a:fillRect/>
          </a:stretch>
        </p:blipFill>
        <p:spPr>
          <a:xfrm rot="1800000">
            <a:off x="6642735" y="3397250"/>
            <a:ext cx="2051685" cy="2349500"/>
          </a:xfrm>
          <a:prstGeom prst="rect">
            <a:avLst/>
          </a:prstGeom>
        </p:spPr>
      </p:pic>
      <p:sp>
        <p:nvSpPr>
          <p:cNvPr id="2" name="标题 1"/>
          <p:cNvSpPr>
            <a:spLocks noGrp="1"/>
          </p:cNvSpPr>
          <p:nvPr>
            <p:ph type="title"/>
          </p:nvPr>
        </p:nvSpPr>
        <p:spPr/>
        <p:txBody>
          <a:bodyPr/>
          <a:lstStyle/>
          <a:p>
            <a:r>
              <a:rPr lang="zh-CN" altLang="en-US" dirty="0"/>
              <a:t>丰富且全面的背景资料 </a:t>
            </a:r>
            <a:r>
              <a:rPr lang="en-US" altLang="zh-CN" dirty="0"/>
              <a:t>Comprehensive Background Info.</a:t>
            </a:r>
            <a:endParaRPr lang="zh-CN" altLang="en-US" dirty="0"/>
          </a:p>
        </p:txBody>
      </p:sp>
      <p:sp>
        <p:nvSpPr>
          <p:cNvPr id="14" name="矩形 13"/>
          <p:cNvSpPr/>
          <p:nvPr/>
        </p:nvSpPr>
        <p:spPr>
          <a:xfrm>
            <a:off x="385046" y="1162883"/>
            <a:ext cx="8706840" cy="723275"/>
          </a:xfrm>
          <a:prstGeom prst="rect">
            <a:avLst/>
          </a:prstGeom>
        </p:spPr>
        <p:txBody>
          <a:bodyPr wrap="square">
            <a:spAutoFit/>
          </a:bodyPr>
          <a:lstStyle/>
          <a:p>
            <a:pPr marL="171450" indent="-171450">
              <a:spcBef>
                <a:spcPts val="600"/>
              </a:spcBef>
              <a:buClr>
                <a:srgbClr val="BB0A30"/>
              </a:buClr>
              <a:buFont typeface="Wingdings" panose="05000000000000000000" pitchFamily="2" charset="2"/>
              <a:buChar char="n"/>
            </a:pP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为媒体</a:t>
            </a:r>
            <a:r>
              <a:rPr lang="zh-CN" altLang="en-US" sz="1200" b="1" dirty="0" smtClean="0">
                <a:solidFill>
                  <a:srgbClr val="000000"/>
                </a:solidFill>
                <a:latin typeface="Arial" panose="020B0604020202020204" pitchFamily="34" charset="0"/>
                <a:ea typeface="微软雅黑" panose="020B0503020204020204" pitchFamily="34" charset="-122"/>
                <a:cs typeface="Arial" panose="020B0604020202020204" pitchFamily="34" charset="0"/>
              </a:rPr>
              <a:t>提供详尽</a:t>
            </a:r>
            <a:r>
              <a:rPr lang="zh-CN" altLang="en-US"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的文字资料、图片素材、视频素材等，收到媒体的一致好评。</a:t>
            </a:r>
            <a:endPar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71450" indent="-171450">
              <a:spcBef>
                <a:spcPts val="600"/>
              </a:spcBef>
              <a:buClr>
                <a:srgbClr val="BB0A30"/>
              </a:buClr>
              <a:buFont typeface="Wingdings" panose="05000000000000000000" pitchFamily="2" charset="2"/>
              <a:buChar char="n"/>
            </a:pPr>
            <a:r>
              <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rPr>
              <a:t>Provide a very diverse range of materials, including detailed text materials, picture materials, video materials, etc., received the media </a:t>
            </a:r>
            <a:r>
              <a:rPr lang="en-US" altLang="zh-CN" sz="1200" b="1" dirty="0" smtClean="0">
                <a:solidFill>
                  <a:srgbClr val="000000"/>
                </a:solidFill>
                <a:latin typeface="Arial" panose="020B0604020202020204" pitchFamily="34" charset="0"/>
                <a:ea typeface="微软雅黑" panose="020B0503020204020204" pitchFamily="34" charset="-122"/>
                <a:cs typeface="Arial" panose="020B0604020202020204" pitchFamily="34" charset="0"/>
              </a:rPr>
              <a:t>acclaim</a:t>
            </a:r>
            <a:endPar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15" name="文本框 14"/>
          <p:cNvSpPr txBox="1"/>
          <p:nvPr/>
        </p:nvSpPr>
        <p:spPr>
          <a:xfrm>
            <a:off x="457270" y="4516569"/>
            <a:ext cx="3589530" cy="429895"/>
          </a:xfrm>
          <a:prstGeom prst="rect">
            <a:avLst/>
          </a:prstGeom>
          <a:noFill/>
        </p:spPr>
        <p:txBody>
          <a:bodyPr wrap="square" rtlCol="0">
            <a:spAutoFit/>
          </a:bodyPr>
          <a:lstStyle/>
          <a:p>
            <a:r>
              <a:rPr lang="zh-CN" altLang="en-US" sz="1200" b="1" dirty="0" smtClean="0">
                <a:solidFill>
                  <a:srgbClr val="000000"/>
                </a:solidFill>
                <a:latin typeface="Arial" panose="020B0604020202020204" pitchFamily="34" charset="0"/>
                <a:ea typeface="微软雅黑" panose="020B0503020204020204" pitchFamily="34" charset="-122"/>
                <a:cs typeface="Arial" panose="020B0604020202020204" pitchFamily="34" charset="0"/>
              </a:rPr>
              <a:t>背景资料（</a:t>
            </a:r>
            <a:r>
              <a:rPr lang="en-US" altLang="zh-CN" sz="1200" b="1" dirty="0" smtClean="0">
                <a:solidFill>
                  <a:srgbClr val="000000"/>
                </a:solidFill>
                <a:latin typeface="Arial" panose="020B0604020202020204" pitchFamily="34" charset="0"/>
                <a:ea typeface="微软雅黑" panose="020B0503020204020204" pitchFamily="34" charset="-122"/>
                <a:cs typeface="Arial" panose="020B0604020202020204" pitchFamily="34" charset="0"/>
              </a:rPr>
              <a:t>3</a:t>
            </a:r>
            <a:r>
              <a:rPr lang="zh-CN" altLang="en-US" sz="1200" b="1" dirty="0" smtClean="0">
                <a:solidFill>
                  <a:srgbClr val="000000"/>
                </a:solidFill>
                <a:latin typeface="Arial" panose="020B0604020202020204" pitchFamily="34" charset="0"/>
                <a:ea typeface="微软雅黑" panose="020B0503020204020204" pitchFamily="34" charset="-122"/>
                <a:cs typeface="Arial" panose="020B0604020202020204" pitchFamily="34" charset="0"/>
              </a:rPr>
              <a:t>篇）</a:t>
            </a:r>
            <a:endParaRPr lang="en-US" altLang="zh-CN" sz="1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r>
              <a:rPr lang="en-US" altLang="zh-CN" sz="1000" b="1" dirty="0" smtClean="0">
                <a:solidFill>
                  <a:srgbClr val="000000"/>
                </a:solidFill>
                <a:latin typeface="Arial" panose="020B0604020202020204" pitchFamily="34" charset="0"/>
                <a:ea typeface="微软雅黑" panose="020B0503020204020204" pitchFamily="34" charset="-122"/>
                <a:cs typeface="Arial" panose="020B0604020202020204" pitchFamily="34" charset="0"/>
              </a:rPr>
              <a:t>Background Information</a:t>
            </a:r>
            <a:endParaRPr lang="en-US" altLang="zh-CN" sz="10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29" name="文本框 28"/>
          <p:cNvSpPr txBox="1"/>
          <p:nvPr/>
        </p:nvSpPr>
        <p:spPr>
          <a:xfrm>
            <a:off x="457131" y="2038625"/>
            <a:ext cx="3589530" cy="460375"/>
          </a:xfrm>
          <a:prstGeom prst="rect">
            <a:avLst/>
          </a:prstGeom>
          <a:noFill/>
        </p:spPr>
        <p:txBody>
          <a:bodyPr wrap="square" rtlCol="0">
            <a:spAutoFit/>
          </a:bodyPr>
          <a:lstStyle/>
          <a:p>
            <a:r>
              <a:rPr lang="zh-CN" altLang="en-US" sz="1200" b="1" dirty="0" smtClean="0">
                <a:solidFill>
                  <a:srgbClr val="000000"/>
                </a:solidFill>
                <a:latin typeface="Arial" panose="020B0604020202020204" pitchFamily="34" charset="0"/>
                <a:ea typeface="微软雅黑" panose="020B0503020204020204" pitchFamily="34" charset="-122"/>
                <a:cs typeface="Arial" panose="020B0604020202020204" pitchFamily="34" charset="0"/>
              </a:rPr>
              <a:t>新闻稿</a:t>
            </a:r>
            <a:endParaRPr lang="zh-CN" altLang="en-US" sz="1200" b="1" dirty="0" smtClean="0">
              <a:solidFill>
                <a:srgbClr val="000000"/>
              </a:solidFill>
              <a:latin typeface="Arial" panose="020B0604020202020204" pitchFamily="34" charset="0"/>
              <a:ea typeface="微软雅黑" panose="020B0503020204020204" pitchFamily="34" charset="-122"/>
              <a:cs typeface="Arial" panose="020B0604020202020204" pitchFamily="34" charset="0"/>
            </a:endParaRPr>
          </a:p>
          <a:p>
            <a:r>
              <a:rPr lang="zh-CN" altLang="en-US" sz="1200" b="1" dirty="0" smtClean="0">
                <a:solidFill>
                  <a:srgbClr val="000000"/>
                </a:solidFill>
                <a:latin typeface="Arial" panose="020B0604020202020204" pitchFamily="34" charset="0"/>
                <a:ea typeface="微软雅黑" panose="020B0503020204020204" pitchFamily="34" charset="-122"/>
                <a:cs typeface="Arial" panose="020B0604020202020204" pitchFamily="34" charset="0"/>
              </a:rPr>
              <a:t>Press release</a:t>
            </a:r>
            <a:endParaRPr lang="zh-CN" altLang="en-US" sz="1200" b="1" dirty="0" smtClean="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p:cNvPicPr>
            <a:picLocks noChangeAspect="1"/>
          </p:cNvPicPr>
          <p:nvPr/>
        </p:nvPicPr>
        <p:blipFill>
          <a:blip r:embed="rId2" cstate="email"/>
          <a:srcRect/>
          <a:stretch>
            <a:fillRect/>
          </a:stretch>
        </p:blipFill>
        <p:spPr>
          <a:xfrm>
            <a:off x="457200" y="4946650"/>
            <a:ext cx="3938270" cy="1362075"/>
          </a:xfrm>
          <a:prstGeom prst="rect">
            <a:avLst/>
          </a:prstGeom>
        </p:spPr>
      </p:pic>
      <p:sp>
        <p:nvSpPr>
          <p:cNvPr id="30" name="文本框 29"/>
          <p:cNvSpPr txBox="1"/>
          <p:nvPr/>
        </p:nvSpPr>
        <p:spPr>
          <a:xfrm>
            <a:off x="5446966" y="1990365"/>
            <a:ext cx="3589530" cy="430887"/>
          </a:xfrm>
          <a:prstGeom prst="rect">
            <a:avLst/>
          </a:prstGeom>
          <a:noFill/>
        </p:spPr>
        <p:txBody>
          <a:bodyPr wrap="square" rtlCol="0">
            <a:spAutoFit/>
          </a:bodyPr>
          <a:lstStyle/>
          <a:p>
            <a:r>
              <a:rPr lang="zh-CN" altLang="en-US" sz="1200" b="1" dirty="0" smtClean="0">
                <a:solidFill>
                  <a:srgbClr val="000000"/>
                </a:solidFill>
                <a:latin typeface="Arial" panose="020B0604020202020204" pitchFamily="34" charset="0"/>
                <a:ea typeface="微软雅黑" panose="020B0503020204020204" pitchFamily="34" charset="-122"/>
                <a:cs typeface="Arial" panose="020B0604020202020204" pitchFamily="34" charset="0"/>
              </a:rPr>
              <a:t>活动备考</a:t>
            </a:r>
            <a:endParaRPr lang="en-US" altLang="zh-CN" sz="1200" b="1" dirty="0" smtClean="0">
              <a:solidFill>
                <a:srgbClr val="000000"/>
              </a:solidFill>
              <a:latin typeface="Arial" panose="020B0604020202020204" pitchFamily="34" charset="0"/>
              <a:ea typeface="微软雅黑" panose="020B0503020204020204" pitchFamily="34" charset="-122"/>
              <a:cs typeface="Arial" panose="020B0604020202020204" pitchFamily="34" charset="0"/>
            </a:endParaRPr>
          </a:p>
          <a:p>
            <a:r>
              <a:rPr lang="en-US" altLang="zh-CN" sz="1000" b="1" dirty="0" smtClean="0">
                <a:solidFill>
                  <a:srgbClr val="000000"/>
                </a:solidFill>
                <a:latin typeface="Arial" panose="020B0604020202020204" pitchFamily="34" charset="0"/>
                <a:ea typeface="微软雅黑" panose="020B0503020204020204" pitchFamily="34" charset="-122"/>
                <a:cs typeface="Arial" panose="020B0604020202020204" pitchFamily="34" charset="0"/>
              </a:rPr>
              <a:t>Activity handbook</a:t>
            </a:r>
            <a:endParaRPr lang="en-US" altLang="zh-CN" sz="10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pic>
        <p:nvPicPr>
          <p:cNvPr id="9" name="图片 8"/>
          <p:cNvPicPr>
            <a:picLocks noChangeAspect="1"/>
          </p:cNvPicPr>
          <p:nvPr/>
        </p:nvPicPr>
        <p:blipFill>
          <a:blip r:embed="rId3" cstate="email"/>
          <a:stretch>
            <a:fillRect/>
          </a:stretch>
        </p:blipFill>
        <p:spPr>
          <a:xfrm rot="19800000">
            <a:off x="4512310" y="3000375"/>
            <a:ext cx="2139950" cy="2434590"/>
          </a:xfrm>
          <a:prstGeom prst="rect">
            <a:avLst/>
          </a:prstGeom>
        </p:spPr>
      </p:pic>
      <p:pic>
        <p:nvPicPr>
          <p:cNvPr id="8" name="图片 7"/>
          <p:cNvPicPr>
            <a:picLocks noChangeAspect="1"/>
          </p:cNvPicPr>
          <p:nvPr/>
        </p:nvPicPr>
        <p:blipFill>
          <a:blip r:embed="rId4" cstate="email"/>
          <a:srcRect/>
          <a:stretch>
            <a:fillRect/>
          </a:stretch>
        </p:blipFill>
        <p:spPr>
          <a:xfrm>
            <a:off x="5589905" y="3041650"/>
            <a:ext cx="2042795" cy="2351405"/>
          </a:xfrm>
          <a:prstGeom prst="rect">
            <a:avLst/>
          </a:prstGeom>
        </p:spPr>
      </p:pic>
      <p:pic>
        <p:nvPicPr>
          <p:cNvPr id="11" name="图片 10"/>
          <p:cNvPicPr>
            <a:picLocks noChangeAspect="1"/>
          </p:cNvPicPr>
          <p:nvPr/>
        </p:nvPicPr>
        <p:blipFill>
          <a:blip r:embed="rId5" cstate="email"/>
          <a:srcRect/>
          <a:stretch>
            <a:fillRect/>
          </a:stretch>
        </p:blipFill>
        <p:spPr>
          <a:xfrm>
            <a:off x="457200" y="2628265"/>
            <a:ext cx="1501775" cy="1487805"/>
          </a:xfrm>
          <a:prstGeom prst="rect">
            <a:avLst/>
          </a:prstGeom>
        </p:spPr>
      </p:pic>
      <p:pic>
        <p:nvPicPr>
          <p:cNvPr id="12" name="图片 11"/>
          <p:cNvPicPr>
            <a:picLocks noChangeAspect="1"/>
          </p:cNvPicPr>
          <p:nvPr/>
        </p:nvPicPr>
        <p:blipFill>
          <a:blip r:embed="rId6" cstate="email"/>
          <a:stretch>
            <a:fillRect/>
          </a:stretch>
        </p:blipFill>
        <p:spPr>
          <a:xfrm>
            <a:off x="2194560" y="2421255"/>
            <a:ext cx="1515745" cy="1003935"/>
          </a:xfrm>
          <a:prstGeom prst="rect">
            <a:avLst/>
          </a:prstGeom>
        </p:spPr>
      </p:pic>
      <p:pic>
        <p:nvPicPr>
          <p:cNvPr id="13" name="图片 12"/>
          <p:cNvPicPr>
            <a:picLocks noChangeAspect="1"/>
          </p:cNvPicPr>
          <p:nvPr/>
        </p:nvPicPr>
        <p:blipFill>
          <a:blip r:embed="rId7" cstate="email"/>
          <a:stretch>
            <a:fillRect/>
          </a:stretch>
        </p:blipFill>
        <p:spPr>
          <a:xfrm>
            <a:off x="2195195" y="3502660"/>
            <a:ext cx="1515110" cy="1002030"/>
          </a:xfrm>
          <a:prstGeom prst="rect">
            <a:avLst/>
          </a:prstGeom>
        </p:spPr>
      </p:pic>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10" name="标题 1"/>
          <p:cNvSpPr txBox="1"/>
          <p:nvPr/>
        </p:nvSpPr>
        <p:spPr>
          <a:xfrm>
            <a:off x="0" y="6350"/>
            <a:ext cx="9144000" cy="1325563"/>
          </a:xfrm>
          <a:prstGeom prst="rect">
            <a:avLst/>
          </a:prstGeom>
          <a:noFill/>
          <a:ln w="9525">
            <a:noFill/>
          </a:ln>
        </p:spPr>
        <p:txBody>
          <a:bodyPr lIns="540000" anchor="ctr"/>
          <a:lstStyle/>
          <a:p>
            <a:pPr>
              <a:lnSpc>
                <a:spcPct val="90000"/>
              </a:lnSpc>
            </a:pPr>
            <a:r>
              <a:rPr lang="zh-CN" sz="1800" b="1" dirty="0">
                <a:solidFill>
                  <a:schemeClr val="bg2"/>
                </a:solidFill>
                <a:ea typeface="微软雅黑" panose="020B0503020204020204" pitchFamily="34" charset="-122"/>
              </a:rPr>
              <a:t>有序释放的多元化素材 Orderly release of diversified materials</a:t>
            </a:r>
            <a:endParaRPr lang="zh-CN" sz="1800" b="1" dirty="0">
              <a:solidFill>
                <a:schemeClr val="bg2"/>
              </a:solidFill>
              <a:ea typeface="微软雅黑" panose="020B0503020204020204" pitchFamily="34" charset="-122"/>
            </a:endParaRPr>
          </a:p>
        </p:txBody>
      </p:sp>
      <p:pic>
        <p:nvPicPr>
          <p:cNvPr id="4" name="图片 3" descr="33e3456caa2b42b205e5cc3dcc009fa"/>
          <p:cNvPicPr>
            <a:picLocks noChangeAspect="1"/>
          </p:cNvPicPr>
          <p:nvPr/>
        </p:nvPicPr>
        <p:blipFill>
          <a:blip r:embed="rId1" cstate="email"/>
          <a:srcRect/>
          <a:stretch>
            <a:fillRect/>
          </a:stretch>
        </p:blipFill>
        <p:spPr>
          <a:xfrm>
            <a:off x="6503035" y="1048385"/>
            <a:ext cx="1052195" cy="5074920"/>
          </a:xfrm>
          <a:prstGeom prst="rect">
            <a:avLst/>
          </a:prstGeom>
        </p:spPr>
      </p:pic>
      <p:pic>
        <p:nvPicPr>
          <p:cNvPr id="10" name="图片 9" descr="33e3456caa2b42b205e5cc3dcc009fa"/>
          <p:cNvPicPr>
            <a:picLocks noChangeAspect="1"/>
          </p:cNvPicPr>
          <p:nvPr/>
        </p:nvPicPr>
        <p:blipFill>
          <a:blip r:embed="rId2" cstate="email"/>
          <a:srcRect/>
          <a:stretch>
            <a:fillRect/>
          </a:stretch>
        </p:blipFill>
        <p:spPr>
          <a:xfrm>
            <a:off x="7682865" y="1019175"/>
            <a:ext cx="1108075" cy="5091430"/>
          </a:xfrm>
          <a:prstGeom prst="rect">
            <a:avLst/>
          </a:prstGeom>
        </p:spPr>
      </p:pic>
      <p:pic>
        <p:nvPicPr>
          <p:cNvPr id="12" name="图片 11" descr="4b69a616bd7e7baa5caa6037162d340"/>
          <p:cNvPicPr>
            <a:picLocks noChangeAspect="1"/>
          </p:cNvPicPr>
          <p:nvPr/>
        </p:nvPicPr>
        <p:blipFill>
          <a:blip r:embed="rId3" cstate="email"/>
          <a:stretch>
            <a:fillRect/>
          </a:stretch>
        </p:blipFill>
        <p:spPr>
          <a:xfrm>
            <a:off x="2366645" y="3724910"/>
            <a:ext cx="1330960" cy="2366645"/>
          </a:xfrm>
          <a:prstGeom prst="rect">
            <a:avLst/>
          </a:prstGeom>
        </p:spPr>
      </p:pic>
      <p:pic>
        <p:nvPicPr>
          <p:cNvPr id="31" name="图片 30" descr="00f1b4613c5a3bf571deb8b0338d1d0"/>
          <p:cNvPicPr>
            <a:picLocks noChangeAspect="1"/>
          </p:cNvPicPr>
          <p:nvPr/>
        </p:nvPicPr>
        <p:blipFill>
          <a:blip r:embed="rId4" cstate="email"/>
          <a:stretch>
            <a:fillRect/>
          </a:stretch>
        </p:blipFill>
        <p:spPr>
          <a:xfrm>
            <a:off x="2366645" y="1146175"/>
            <a:ext cx="1330325" cy="2366645"/>
          </a:xfrm>
          <a:prstGeom prst="rect">
            <a:avLst/>
          </a:prstGeom>
        </p:spPr>
      </p:pic>
      <p:pic>
        <p:nvPicPr>
          <p:cNvPr id="33" name="图片 32" descr="3247b9f41d391331c0351c8ab2cd30e"/>
          <p:cNvPicPr>
            <a:picLocks noChangeAspect="1"/>
          </p:cNvPicPr>
          <p:nvPr/>
        </p:nvPicPr>
        <p:blipFill>
          <a:blip r:embed="rId5" cstate="email"/>
          <a:srcRect/>
          <a:stretch>
            <a:fillRect/>
          </a:stretch>
        </p:blipFill>
        <p:spPr>
          <a:xfrm>
            <a:off x="645160" y="1162050"/>
            <a:ext cx="1560830" cy="1266190"/>
          </a:xfrm>
          <a:prstGeom prst="rect">
            <a:avLst/>
          </a:prstGeom>
        </p:spPr>
      </p:pic>
      <p:pic>
        <p:nvPicPr>
          <p:cNvPr id="34" name="图片 33" descr="ded8293bd39d51e950f10b36838aab1"/>
          <p:cNvPicPr>
            <a:picLocks noChangeAspect="1"/>
          </p:cNvPicPr>
          <p:nvPr/>
        </p:nvPicPr>
        <p:blipFill>
          <a:blip r:embed="rId6" cstate="email"/>
          <a:srcRect/>
          <a:stretch>
            <a:fillRect/>
          </a:stretch>
        </p:blipFill>
        <p:spPr>
          <a:xfrm>
            <a:off x="645160" y="4929505"/>
            <a:ext cx="1566545" cy="1193800"/>
          </a:xfrm>
          <a:prstGeom prst="rect">
            <a:avLst/>
          </a:prstGeom>
        </p:spPr>
      </p:pic>
      <p:pic>
        <p:nvPicPr>
          <p:cNvPr id="35" name="图片 34" descr="67feb68257fe004a8952da9310b6fed"/>
          <p:cNvPicPr>
            <a:picLocks noChangeAspect="1"/>
          </p:cNvPicPr>
          <p:nvPr/>
        </p:nvPicPr>
        <p:blipFill>
          <a:blip r:embed="rId7" cstate="email"/>
          <a:srcRect/>
          <a:stretch>
            <a:fillRect/>
          </a:stretch>
        </p:blipFill>
        <p:spPr>
          <a:xfrm>
            <a:off x="645160" y="2428240"/>
            <a:ext cx="1585595" cy="1180465"/>
          </a:xfrm>
          <a:prstGeom prst="rect">
            <a:avLst/>
          </a:prstGeom>
        </p:spPr>
      </p:pic>
      <p:pic>
        <p:nvPicPr>
          <p:cNvPr id="36" name="图片 35" descr="4a54f45aed620571209165a4ebe951d"/>
          <p:cNvPicPr>
            <a:picLocks noChangeAspect="1"/>
          </p:cNvPicPr>
          <p:nvPr/>
        </p:nvPicPr>
        <p:blipFill>
          <a:blip r:embed="rId8" cstate="email"/>
          <a:srcRect/>
          <a:stretch>
            <a:fillRect/>
          </a:stretch>
        </p:blipFill>
        <p:spPr>
          <a:xfrm>
            <a:off x="645160" y="3677285"/>
            <a:ext cx="1586230" cy="1191895"/>
          </a:xfrm>
          <a:prstGeom prst="rect">
            <a:avLst/>
          </a:prstGeom>
        </p:spPr>
      </p:pic>
      <p:pic>
        <p:nvPicPr>
          <p:cNvPr id="37" name="图片 36" descr="97d3a61591f0368761600532a71fb4a"/>
          <p:cNvPicPr>
            <a:picLocks noChangeAspect="1"/>
          </p:cNvPicPr>
          <p:nvPr/>
        </p:nvPicPr>
        <p:blipFill>
          <a:blip r:embed="rId9" cstate="email"/>
          <a:srcRect/>
          <a:stretch>
            <a:fillRect/>
          </a:stretch>
        </p:blipFill>
        <p:spPr>
          <a:xfrm>
            <a:off x="3838575" y="1048385"/>
            <a:ext cx="1045845" cy="5360035"/>
          </a:xfrm>
          <a:prstGeom prst="rect">
            <a:avLst/>
          </a:prstGeom>
        </p:spPr>
      </p:pic>
      <p:pic>
        <p:nvPicPr>
          <p:cNvPr id="38" name="图片 37" descr="97d3a61591f0368761600532a71fb4a"/>
          <p:cNvPicPr>
            <a:picLocks noChangeAspect="1"/>
          </p:cNvPicPr>
          <p:nvPr/>
        </p:nvPicPr>
        <p:blipFill>
          <a:blip r:embed="rId10" cstate="email"/>
          <a:srcRect/>
          <a:stretch>
            <a:fillRect/>
          </a:stretch>
        </p:blipFill>
        <p:spPr>
          <a:xfrm>
            <a:off x="5039360" y="1048385"/>
            <a:ext cx="1275715" cy="5413375"/>
          </a:xfrm>
          <a:prstGeom prst="rect">
            <a:avLst/>
          </a:prstGeom>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bwMode="auto">
          <a:xfrm flipH="1">
            <a:off x="1379899" y="1412776"/>
            <a:ext cx="8285871" cy="520322"/>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400050" indent="-400050">
              <a:buFontTx/>
              <a:buAutoNum type="romanUcPeriod"/>
            </a:pPr>
            <a:r>
              <a:rPr kumimoji="1" lang="zh-CN" altLang="en-US" sz="1800" b="1" dirty="0">
                <a:solidFill>
                  <a:srgbClr val="A0A7AA"/>
                </a:solidFill>
                <a:latin typeface="微软雅黑" panose="020B0503020204020204" pitchFamily="34" charset="-122"/>
                <a:ea typeface="微软雅黑" panose="020B0503020204020204" pitchFamily="34" charset="-122"/>
                <a:cs typeface="+mn-ea"/>
                <a:sym typeface="+mn-lt"/>
              </a:rPr>
              <a:t>传播概览</a:t>
            </a:r>
            <a:r>
              <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rPr>
              <a:t>/Comm.</a:t>
            </a:r>
            <a:r>
              <a:rPr kumimoji="1" lang="zh-CN" altLang="en-US" sz="1800" b="1" dirty="0">
                <a:solidFill>
                  <a:srgbClr val="A0A7AA"/>
                </a:solidFill>
                <a:latin typeface="微软雅黑" panose="020B0503020204020204" pitchFamily="34" charset="-122"/>
                <a:ea typeface="微软雅黑" panose="020B0503020204020204" pitchFamily="34" charset="-122"/>
                <a:cs typeface="+mn-ea"/>
                <a:sym typeface="+mn-lt"/>
              </a:rPr>
              <a:t> </a:t>
            </a:r>
            <a:r>
              <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rPr>
              <a:t>Overview</a:t>
            </a:r>
            <a:endPar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endParaRPr>
          </a:p>
        </p:txBody>
      </p:sp>
      <p:sp>
        <p:nvSpPr>
          <p:cNvPr id="35" name="矩形 34"/>
          <p:cNvSpPr/>
          <p:nvPr/>
        </p:nvSpPr>
        <p:spPr bwMode="auto">
          <a:xfrm flipH="1">
            <a:off x="1379899" y="2068552"/>
            <a:ext cx="8285871" cy="562705"/>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0" lvl="1"/>
            <a:r>
              <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rPr>
              <a:t>II.</a:t>
            </a:r>
            <a:r>
              <a:rPr kumimoji="1" lang="zh-CN" altLang="en-US" sz="1800" b="1" dirty="0">
                <a:solidFill>
                  <a:srgbClr val="A0A7AA"/>
                </a:solidFill>
                <a:latin typeface="微软雅黑" panose="020B0503020204020204" pitchFamily="34" charset="-122"/>
                <a:ea typeface="微软雅黑" panose="020B0503020204020204" pitchFamily="34" charset="-122"/>
                <a:cs typeface="+mn-ea"/>
                <a:sym typeface="+mn-lt"/>
              </a:rPr>
              <a:t>   执行亮点</a:t>
            </a:r>
            <a:r>
              <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rPr>
              <a:t>/Execution Highlight</a:t>
            </a:r>
            <a:r>
              <a:rPr kumimoji="1" lang="zh-CN" altLang="en-US" sz="1800" b="1" dirty="0">
                <a:solidFill>
                  <a:srgbClr val="A0A7AA"/>
                </a:solidFill>
                <a:latin typeface="微软雅黑" panose="020B0503020204020204" pitchFamily="34" charset="-122"/>
                <a:ea typeface="微软雅黑" panose="020B0503020204020204" pitchFamily="34" charset="-122"/>
                <a:cs typeface="+mn-ea"/>
                <a:sym typeface="+mn-lt"/>
              </a:rPr>
              <a:t> </a:t>
            </a:r>
            <a:endParaRPr kumimoji="1" lang="zh-CN" altLang="en-US" sz="1800" b="1" dirty="0">
              <a:solidFill>
                <a:srgbClr val="A0A7AA"/>
              </a:solidFill>
              <a:latin typeface="微软雅黑" panose="020B0503020204020204" pitchFamily="34" charset="-122"/>
              <a:ea typeface="微软雅黑" panose="020B0503020204020204" pitchFamily="34" charset="-122"/>
              <a:cs typeface="+mn-ea"/>
              <a:sym typeface="+mn-lt"/>
            </a:endParaRPr>
          </a:p>
        </p:txBody>
      </p:sp>
      <p:sp>
        <p:nvSpPr>
          <p:cNvPr id="37" name="矩形 36"/>
          <p:cNvSpPr/>
          <p:nvPr/>
        </p:nvSpPr>
        <p:spPr bwMode="auto">
          <a:xfrm flipH="1">
            <a:off x="84" y="2724597"/>
            <a:ext cx="329767" cy="1664106"/>
          </a:xfrm>
          <a:prstGeom prst="rect">
            <a:avLst/>
          </a:prstGeom>
          <a:solidFill>
            <a:srgbClr val="F50537"/>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algn="ctr" fontAlgn="base">
              <a:spcBef>
                <a:spcPct val="30000"/>
              </a:spcBef>
              <a:spcAft>
                <a:spcPct val="0"/>
              </a:spcAft>
              <a:buClr>
                <a:srgbClr val="B3B3B3"/>
              </a:buClr>
              <a:buFont typeface="Audi Type" pitchFamily="34" charset="0"/>
              <a:buNone/>
            </a:pPr>
            <a:endParaRPr lang="zh-CN" altLang="en-US" sz="1400" b="1" dirty="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38" name="矩形 37"/>
          <p:cNvSpPr/>
          <p:nvPr/>
        </p:nvSpPr>
        <p:spPr bwMode="auto">
          <a:xfrm flipH="1">
            <a:off x="409692" y="2724597"/>
            <a:ext cx="140152" cy="1664106"/>
          </a:xfrm>
          <a:prstGeom prst="rect">
            <a:avLst/>
          </a:prstGeom>
          <a:solidFill>
            <a:srgbClr val="F50537"/>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algn="ctr" fontAlgn="base">
              <a:spcBef>
                <a:spcPct val="30000"/>
              </a:spcBef>
              <a:spcAft>
                <a:spcPct val="0"/>
              </a:spcAft>
              <a:buClr>
                <a:srgbClr val="B3B3B3"/>
              </a:buClr>
              <a:buFont typeface="Audi Type" pitchFamily="34" charset="0"/>
              <a:buNone/>
            </a:pPr>
            <a:endParaRPr lang="zh-CN" altLang="en-US" sz="1400" b="1" dirty="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39" name="矩形 38"/>
          <p:cNvSpPr/>
          <p:nvPr/>
        </p:nvSpPr>
        <p:spPr bwMode="auto">
          <a:xfrm flipH="1">
            <a:off x="621692" y="2724597"/>
            <a:ext cx="8508052" cy="1664106"/>
          </a:xfrm>
          <a:prstGeom prst="rect">
            <a:avLst/>
          </a:prstGeom>
          <a:solidFill>
            <a:srgbClr val="F50537"/>
          </a:solidFill>
          <a:ln w="9525" cap="flat" cmpd="sng" algn="ctr">
            <a:solidFill>
              <a:srgbClr val="BB0A30"/>
            </a:solidFill>
            <a:prstDash val="solid"/>
            <a:round/>
            <a:headEnd type="none" w="med" len="med"/>
            <a:tailEnd type="none" w="med" len="med"/>
          </a:ln>
          <a:effectLst/>
        </p:spPr>
        <p:txBody>
          <a:bodyPr vert="horz" wrap="none" lIns="91440" tIns="45720" rIns="91440" bIns="45720" numCol="1" rtlCol="0" anchor="ctr" anchorCtr="0" compatLnSpc="1"/>
          <a:lstStyle/>
          <a:p>
            <a:pPr marL="313055">
              <a:defRPr/>
            </a:pPr>
            <a:r>
              <a:rPr kumimoji="1" lang="en-US" altLang="zh-CN" sz="2800" b="1" kern="0" dirty="0" smtClean="0">
                <a:solidFill>
                  <a:srgbClr val="FFFFFF"/>
                </a:solidFill>
                <a:latin typeface="微软雅黑" panose="020B0503020204020204" pitchFamily="34" charset="-122"/>
                <a:ea typeface="微软雅黑" panose="020B0503020204020204" pitchFamily="34" charset="-122"/>
                <a:cs typeface="+mn-ea"/>
                <a:sym typeface="+mn-lt"/>
              </a:rPr>
              <a:t>III.</a:t>
            </a:r>
            <a:r>
              <a:rPr kumimoji="1" lang="zh-CN" altLang="en-US" sz="2800" b="1" kern="0" dirty="0" smtClean="0">
                <a:solidFill>
                  <a:srgbClr val="FFFFFF"/>
                </a:solidFill>
                <a:latin typeface="微软雅黑" panose="020B0503020204020204" pitchFamily="34" charset="-122"/>
                <a:ea typeface="微软雅黑" panose="020B0503020204020204" pitchFamily="34" charset="-122"/>
                <a:cs typeface="+mn-ea"/>
                <a:sym typeface="+mn-lt"/>
              </a:rPr>
              <a:t> 媒体反馈</a:t>
            </a:r>
            <a:r>
              <a:rPr kumimoji="1" lang="en-US" altLang="zh-CN" sz="2800" b="1" kern="0" dirty="0" smtClean="0">
                <a:solidFill>
                  <a:srgbClr val="FFFFFF"/>
                </a:solidFill>
                <a:latin typeface="微软雅黑" panose="020B0503020204020204" pitchFamily="34" charset="-122"/>
                <a:ea typeface="微软雅黑" panose="020B0503020204020204" pitchFamily="34" charset="-122"/>
                <a:cs typeface="+mn-ea"/>
                <a:sym typeface="+mn-lt"/>
              </a:rPr>
              <a:t>/Media</a:t>
            </a:r>
            <a:r>
              <a:rPr kumimoji="1" lang="zh-CN" altLang="en-US" sz="2800" b="1" kern="0" dirty="0" smtClean="0">
                <a:solidFill>
                  <a:srgbClr val="FFFFFF"/>
                </a:solidFill>
                <a:latin typeface="微软雅黑" panose="020B0503020204020204" pitchFamily="34" charset="-122"/>
                <a:ea typeface="微软雅黑" panose="020B0503020204020204" pitchFamily="34" charset="-122"/>
                <a:cs typeface="+mn-ea"/>
                <a:sym typeface="+mn-lt"/>
              </a:rPr>
              <a:t> </a:t>
            </a:r>
            <a:r>
              <a:rPr kumimoji="1" lang="en-US" altLang="zh-CN" sz="2800" b="1" kern="0" dirty="0" smtClean="0">
                <a:solidFill>
                  <a:srgbClr val="FFFFFF"/>
                </a:solidFill>
                <a:latin typeface="微软雅黑" panose="020B0503020204020204" pitchFamily="34" charset="-122"/>
                <a:ea typeface="微软雅黑" panose="020B0503020204020204" pitchFamily="34" charset="-122"/>
                <a:cs typeface="+mn-ea"/>
                <a:sym typeface="+mn-lt"/>
              </a:rPr>
              <a:t>Feedback</a:t>
            </a:r>
            <a:endParaRPr kumimoji="1" lang="en-US" altLang="zh-CN" sz="2800" b="1" kern="0" dirty="0" smtClean="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bwMode="auto">
          <a:xfrm flipH="1">
            <a:off x="1379855" y="4462780"/>
            <a:ext cx="5534660" cy="562610"/>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indent="0" algn="l">
              <a:lnSpc>
                <a:spcPct val="150000"/>
              </a:lnSpc>
              <a:buFont typeface="+mj-lt"/>
              <a:buNone/>
            </a:pPr>
            <a:r>
              <a:rPr kumimoji="1" lang="en-US" altLang="zh-CN" sz="1800" b="1" dirty="0">
                <a:solidFill>
                  <a:srgbClr val="A0A7AA"/>
                </a:solidFill>
                <a:latin typeface="微软雅黑" panose="020B0503020204020204" pitchFamily="34" charset="-122"/>
                <a:ea typeface="微软雅黑" panose="020B0503020204020204" pitchFamily="34" charset="-122"/>
                <a:cs typeface="微软雅黑" panose="020B0503020204020204" pitchFamily="34" charset="-122"/>
                <a:sym typeface="+mn-ea"/>
              </a:rPr>
              <a:t>Ⅳ.  </a:t>
            </a:r>
            <a:r>
              <a:rPr kumimoji="1" lang="zh-CN" altLang="en-US" sz="1800" b="1" dirty="0">
                <a:solidFill>
                  <a:srgbClr val="A0A7AA"/>
                </a:solidFill>
                <a:latin typeface="微软雅黑" panose="020B0503020204020204" pitchFamily="34" charset="-122"/>
                <a:ea typeface="微软雅黑" panose="020B0503020204020204" pitchFamily="34" charset="-122"/>
                <a:cs typeface="微软雅黑" panose="020B0503020204020204" pitchFamily="34" charset="-122"/>
                <a:sym typeface="+mn-ea"/>
              </a:rPr>
              <a:t>媒体报道总结</a:t>
            </a:r>
            <a:r>
              <a:rPr kumimoji="1" lang="zh-CN" altLang="en-US" sz="1800" b="1" dirty="0" smtClean="0">
                <a:solidFill>
                  <a:srgbClr val="A0A7AA"/>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sz="1800" b="1" dirty="0" smtClean="0">
                <a:solidFill>
                  <a:srgbClr val="A0A7AA"/>
                </a:solidFill>
                <a:latin typeface="微软雅黑" panose="020B0503020204020204" pitchFamily="34" charset="-122"/>
                <a:ea typeface="微软雅黑" panose="020B0503020204020204" pitchFamily="34" charset="-122"/>
                <a:cs typeface="微软雅黑" panose="020B0503020204020204" pitchFamily="34" charset="-122"/>
                <a:sym typeface="+mn-ea"/>
              </a:rPr>
              <a:t>/Media </a:t>
            </a:r>
            <a:r>
              <a:rPr kumimoji="1" lang="en-US" altLang="zh-CN" sz="1800" b="1" dirty="0">
                <a:solidFill>
                  <a:srgbClr val="A0A7AA"/>
                </a:solidFill>
                <a:latin typeface="微软雅黑" panose="020B0503020204020204" pitchFamily="34" charset="-122"/>
                <a:ea typeface="微软雅黑" panose="020B0503020204020204" pitchFamily="34" charset="-122"/>
                <a:cs typeface="微软雅黑" panose="020B0503020204020204" pitchFamily="34" charset="-122"/>
                <a:sym typeface="+mn-ea"/>
              </a:rPr>
              <a:t>report</a:t>
            </a:r>
            <a:endPar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媒体观点摘选</a:t>
            </a:r>
            <a:endParaRPr lang="zh-CN" altLang="en-US" dirty="0"/>
          </a:p>
        </p:txBody>
      </p:sp>
      <p:sp>
        <p:nvSpPr>
          <p:cNvPr id="5" name="圆角矩形 4"/>
          <p:cNvSpPr/>
          <p:nvPr/>
        </p:nvSpPr>
        <p:spPr>
          <a:xfrm>
            <a:off x="1579637" y="3750308"/>
            <a:ext cx="6893990" cy="884351"/>
          </a:xfrm>
          <a:prstGeom prst="roundRect">
            <a:avLst/>
          </a:prstGeom>
          <a:noFill/>
          <a:ln w="25400" cap="flat" cmpd="sng" algn="ctr">
            <a:solidFill>
              <a:srgbClr val="F50537"/>
            </a:solidFill>
            <a:prstDash val="dash"/>
          </a:ln>
          <a:effectLst/>
        </p:spPr>
        <p:txBody>
          <a:bodyPr rtlCol="0" anchor="ctr"/>
          <a:lstStyle/>
          <a:p>
            <a:pPr algn="ctr">
              <a:defRPr/>
            </a:pPr>
            <a:endParaRPr lang="zh-CN" altLang="en-US" sz="1200" kern="0" smtClean="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6" name="圆角矩形 5"/>
          <p:cNvSpPr/>
          <p:nvPr/>
        </p:nvSpPr>
        <p:spPr>
          <a:xfrm>
            <a:off x="566420" y="4997450"/>
            <a:ext cx="7238365" cy="1120775"/>
          </a:xfrm>
          <a:prstGeom prst="roundRect">
            <a:avLst/>
          </a:prstGeom>
          <a:noFill/>
          <a:ln w="25400" cap="flat" cmpd="sng" algn="ctr">
            <a:solidFill>
              <a:srgbClr val="F50537"/>
            </a:solidFill>
            <a:prstDash val="dash"/>
          </a:ln>
          <a:effectLst/>
        </p:spPr>
        <p:txBody>
          <a:bodyPr rtlCol="0" anchor="ctr"/>
          <a:lstStyle/>
          <a:p>
            <a:pPr algn="ctr">
              <a:defRPr/>
            </a:pPr>
            <a:endParaRPr lang="zh-CN" altLang="en-US" sz="1200" kern="0" smtClean="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15" name="圆角矩形 14"/>
          <p:cNvSpPr/>
          <p:nvPr/>
        </p:nvSpPr>
        <p:spPr>
          <a:xfrm>
            <a:off x="1500830" y="1268760"/>
            <a:ext cx="6991012" cy="794411"/>
          </a:xfrm>
          <a:prstGeom prst="roundRect">
            <a:avLst/>
          </a:prstGeom>
          <a:noFill/>
          <a:ln w="25400" cap="flat" cmpd="sng" algn="ctr">
            <a:solidFill>
              <a:srgbClr val="F50537"/>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smtClean="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0" name="圆角矩形 19"/>
          <p:cNvSpPr/>
          <p:nvPr/>
        </p:nvSpPr>
        <p:spPr>
          <a:xfrm>
            <a:off x="558248" y="2450278"/>
            <a:ext cx="7127368" cy="912825"/>
          </a:xfrm>
          <a:prstGeom prst="roundRect">
            <a:avLst/>
          </a:prstGeom>
          <a:noFill/>
          <a:ln w="25400" cap="flat" cmpd="sng" algn="ctr">
            <a:solidFill>
              <a:srgbClr val="F50537"/>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smtClean="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矩形 20"/>
          <p:cNvSpPr/>
          <p:nvPr/>
        </p:nvSpPr>
        <p:spPr>
          <a:xfrm>
            <a:off x="795655" y="2584450"/>
            <a:ext cx="6652260" cy="645160"/>
          </a:xfrm>
          <a:prstGeom prst="rect">
            <a:avLst/>
          </a:prstGeom>
        </p:spPr>
        <p:txBody>
          <a:bodyPr wrap="square">
            <a:spAutoFit/>
          </a:bodyPr>
          <a:lstStyle/>
          <a:p>
            <a:r>
              <a:rPr lang="en-US" altLang="zh-CN" dirty="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mn-ea"/>
              </a:rPr>
              <a:t>“亿”鸣惊人！</a:t>
            </a:r>
            <a:r>
              <a:rPr lang="en-US" altLang="zh-CN" dirty="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mn-ea"/>
              </a:rPr>
              <a:t>Attitude is everything》</a:t>
            </a:r>
            <a:r>
              <a:rPr lang="zh-CN" altLang="en-US" dirty="0" smtClean="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mn-ea"/>
              </a:rPr>
              <a:t>奥迪</a:t>
            </a:r>
            <a:r>
              <a:rPr lang="zh-CN" altLang="en-US"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mn-ea"/>
              </a:rPr>
              <a:t>品牌官方直播</a:t>
            </a:r>
            <a:r>
              <a:rPr lang="en-US" altLang="zh-CN"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mn-ea"/>
              </a:rPr>
              <a:t>Audi Channel</a:t>
            </a:r>
            <a:r>
              <a:rPr lang="zh-CN" altLang="en-US"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mn-ea"/>
              </a:rPr>
              <a:t>第一期完美收官，不仅凭实力成功圈粉，更成为品牌营销又一现象级创新案例。看了大半场，抛开“亿”鸣惊人的数字，感触有三。一、奥迪是来交朋友的；二、奥迪无处不在；三、走近年轻不如成为年轻。</a:t>
            </a:r>
            <a:endParaRPr 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2" name="文本框 21"/>
          <p:cNvSpPr txBox="1"/>
          <p:nvPr/>
        </p:nvSpPr>
        <p:spPr>
          <a:xfrm>
            <a:off x="1612859" y="1341753"/>
            <a:ext cx="6850297" cy="645160"/>
          </a:xfrm>
          <a:prstGeom prst="rect">
            <a:avLst/>
          </a:prstGeom>
          <a:noFill/>
        </p:spPr>
        <p:txBody>
          <a:bodyPr wrap="square" rtlCol="0">
            <a:spAutoFit/>
          </a:bodyPr>
          <a:lstStyle/>
          <a:p>
            <a:pPr algn="just"/>
            <a:r>
              <a:rPr lang="en-US" altLang="zh-CN" dirty="0" smtClean="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mn-ea"/>
              </a:rPr>
              <a:t>Audi Channel</a:t>
            </a:r>
            <a:r>
              <a:rPr lang="zh-CN" altLang="en-US" dirty="0" smtClean="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mn-ea"/>
              </a:rPr>
              <a:t>，一场有灵魂的真∙直播的灵魂</a:t>
            </a:r>
            <a:r>
              <a:rPr lang="zh-CN" altLang="en-US" dirty="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smtClean="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mn-ea"/>
              </a:rPr>
              <a:t>满</a:t>
            </a:r>
            <a:r>
              <a:rPr lang="zh-CN" altLang="en-US"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mn-ea"/>
              </a:rPr>
              <a:t>屏的弹幕，突破天际的热度，停不下来的点赞，这绝对是江湖君今年看过最“嗨”的直播</a:t>
            </a:r>
            <a:r>
              <a:rPr lang="zh-CN" altLang="en-US" dirty="0" smtClean="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mn-ea"/>
              </a:rPr>
              <a:t>。而</a:t>
            </a:r>
            <a:r>
              <a:rPr lang="zh-CN" altLang="en-US"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mn-ea"/>
              </a:rPr>
              <a:t>作为豪华汽车品牌首个生活方式“种草”类的官方直播平台，</a:t>
            </a:r>
            <a:r>
              <a:rPr lang="en-US" altLang="zh-CN"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mn-ea"/>
              </a:rPr>
              <a:t>Audi Channel</a:t>
            </a:r>
            <a:r>
              <a:rPr lang="zh-CN" altLang="en-US"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mn-ea"/>
              </a:rPr>
              <a:t>从真正意义上打响了车企“真</a:t>
            </a:r>
            <a:r>
              <a:rPr lang="en-US" altLang="zh-CN"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mn-ea"/>
              </a:rPr>
              <a:t>直播”的第一炮</a:t>
            </a:r>
            <a:r>
              <a:rPr lang="zh-CN" altLang="en-US" dirty="0" smtClean="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pic>
        <p:nvPicPr>
          <p:cNvPr id="3" name="图片 2" descr="006NIQUJly8fy2w2f4909j30u00u0q5o[1]"/>
          <p:cNvPicPr>
            <a:picLocks noChangeAspect="1"/>
          </p:cNvPicPr>
          <p:nvPr/>
        </p:nvPicPr>
        <p:blipFill>
          <a:blip r:embed="rId1" cstate="email"/>
          <a:stretch>
            <a:fillRect/>
          </a:stretch>
        </p:blipFill>
        <p:spPr>
          <a:xfrm>
            <a:off x="457200" y="1207770"/>
            <a:ext cx="855345" cy="855345"/>
          </a:xfrm>
          <a:prstGeom prst="rect">
            <a:avLst/>
          </a:prstGeom>
        </p:spPr>
      </p:pic>
      <p:sp>
        <p:nvSpPr>
          <p:cNvPr id="7" name="矩形 6"/>
          <p:cNvSpPr/>
          <p:nvPr/>
        </p:nvSpPr>
        <p:spPr>
          <a:xfrm>
            <a:off x="1657985" y="3853180"/>
            <a:ext cx="6760210" cy="645160"/>
          </a:xfrm>
          <a:prstGeom prst="rect">
            <a:avLst/>
          </a:prstGeom>
        </p:spPr>
        <p:txBody>
          <a:bodyPr vert="horz" wrap="square" lIns="91440" tIns="45720" rIns="91440" bIns="45720" rtlCol="0" anchor="t">
            <a:spAutoFit/>
          </a:bodyPr>
          <a:lstStyle/>
          <a:p>
            <a:pPr lvl="0" algn="l">
              <a:buClrTx/>
              <a:buSzTx/>
              <a:buFontTx/>
            </a:pPr>
            <a:r>
              <a:rPr lang="en-US" altLang="zh-CN" dirty="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mn-ea"/>
              </a:rPr>
              <a:t>刚刚首秀的Audi Channel，成为豪华汽车品牌首个生活方式“种草”类官方直播平台，围绕“人、货、场”的差异化内容，演绎奥迪品牌的“好玩、好物、好惊喜”。这种创新思维的突破，无论对站在600万台新起点的一汽-大众奥迪，还是奥迪全球，均有非同寻常的意义。</a:t>
            </a:r>
            <a:endParaRPr lang="en-US" altLang="zh-CN" dirty="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文本框 9"/>
          <p:cNvSpPr txBox="1"/>
          <p:nvPr/>
        </p:nvSpPr>
        <p:spPr>
          <a:xfrm>
            <a:off x="732790" y="5142865"/>
            <a:ext cx="7072630" cy="829945"/>
          </a:xfrm>
          <a:prstGeom prst="rect">
            <a:avLst/>
          </a:prstGeom>
        </p:spPr>
        <p:txBody>
          <a:bodyPr vert="horz" wrap="square" lIns="91440" tIns="45720" rIns="91440" bIns="45720" rtlCol="0" anchor="t">
            <a:spAutoFit/>
          </a:bodyPr>
          <a:lstStyle/>
          <a:p>
            <a:r>
              <a:rPr lang="en-US" altLang="zh-CN" sz="1200" dirty="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mn-ea"/>
              </a:rPr>
              <a:t> “说年轻人的话、干年轻人的事”，Audi Channel首场直播不仅带来了新颖的破圈内容，更在各细分圈层吸引到了众多天然流量。以“反套路”的直播打造豪华车首个生活平台，以“反传统”的大胆破圈探索耳目一新的营销传播，不仅准确把握住Z世代的审美喜好，更展现出年轻化品牌的锐利和朝气。“在品牌营销的道路上，奥迪将永远年轻，永远热泪盈眶。”</a:t>
            </a:r>
            <a:endParaRPr lang="en-US" altLang="zh-CN" sz="1200" dirty="0">
              <a:solidFill>
                <a:schemeClr val="bg2"/>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图片 11" descr="4cd5-fxzkfuk2205375[1]"/>
          <p:cNvPicPr>
            <a:picLocks noChangeAspect="1"/>
          </p:cNvPicPr>
          <p:nvPr/>
        </p:nvPicPr>
        <p:blipFill>
          <a:blip r:embed="rId2" cstate="email"/>
          <a:stretch>
            <a:fillRect/>
          </a:stretch>
        </p:blipFill>
        <p:spPr>
          <a:xfrm>
            <a:off x="558165" y="3710305"/>
            <a:ext cx="788035" cy="788035"/>
          </a:xfrm>
          <a:prstGeom prst="rect">
            <a:avLst/>
          </a:prstGeom>
        </p:spPr>
      </p:pic>
      <p:pic>
        <p:nvPicPr>
          <p:cNvPr id="8" name="图片 7" descr="u=2991699946,4009269410&amp;fm=26&amp;gp=0[1]"/>
          <p:cNvPicPr>
            <a:picLocks noChangeAspect="1"/>
          </p:cNvPicPr>
          <p:nvPr/>
        </p:nvPicPr>
        <p:blipFill>
          <a:blip r:embed="rId3" cstate="email"/>
          <a:stretch>
            <a:fillRect/>
          </a:stretch>
        </p:blipFill>
        <p:spPr>
          <a:xfrm>
            <a:off x="7939405" y="5232400"/>
            <a:ext cx="901065" cy="501015"/>
          </a:xfrm>
          <a:prstGeom prst="rect">
            <a:avLst/>
          </a:prstGeom>
        </p:spPr>
      </p:pic>
      <p:pic>
        <p:nvPicPr>
          <p:cNvPr id="9" name="图片 8"/>
          <p:cNvPicPr>
            <a:picLocks noChangeAspect="1"/>
          </p:cNvPicPr>
          <p:nvPr/>
        </p:nvPicPr>
        <p:blipFill>
          <a:blip r:embed="rId4" cstate="email"/>
          <a:stretch>
            <a:fillRect/>
          </a:stretch>
        </p:blipFill>
        <p:spPr>
          <a:xfrm>
            <a:off x="7939405" y="2460625"/>
            <a:ext cx="887730" cy="887730"/>
          </a:xfrm>
          <a:prstGeom prst="rect">
            <a:avLst/>
          </a:prstGeom>
        </p:spPr>
      </p:pic>
    </p:spTree>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Selected media views</a:t>
            </a:r>
            <a:endParaRPr lang="zh-CN" altLang="en-US" dirty="0" smtClean="0"/>
          </a:p>
        </p:txBody>
      </p:sp>
      <p:sp>
        <p:nvSpPr>
          <p:cNvPr id="5" name="圆角矩形 4"/>
          <p:cNvSpPr/>
          <p:nvPr/>
        </p:nvSpPr>
        <p:spPr>
          <a:xfrm>
            <a:off x="1568842" y="3745228"/>
            <a:ext cx="6893990" cy="884351"/>
          </a:xfrm>
          <a:prstGeom prst="roundRect">
            <a:avLst/>
          </a:prstGeom>
          <a:noFill/>
          <a:ln w="25400" cap="flat" cmpd="sng" algn="ctr">
            <a:solidFill>
              <a:srgbClr val="F50537"/>
            </a:solidFill>
            <a:prstDash val="dash"/>
          </a:ln>
          <a:effectLst/>
        </p:spPr>
        <p:txBody>
          <a:bodyPr rtlCol="0" anchor="ctr"/>
          <a:lstStyle/>
          <a:p>
            <a:pPr algn="ctr">
              <a:defRPr/>
            </a:pPr>
            <a:endParaRPr lang="zh-CN" altLang="en-US" sz="1200" kern="0" smtClean="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6" name="圆角矩形 5"/>
          <p:cNvSpPr/>
          <p:nvPr/>
        </p:nvSpPr>
        <p:spPr>
          <a:xfrm>
            <a:off x="566420" y="4997450"/>
            <a:ext cx="7238365" cy="1120775"/>
          </a:xfrm>
          <a:prstGeom prst="roundRect">
            <a:avLst/>
          </a:prstGeom>
          <a:noFill/>
          <a:ln w="25400" cap="flat" cmpd="sng" algn="ctr">
            <a:solidFill>
              <a:srgbClr val="F50537"/>
            </a:solidFill>
            <a:prstDash val="dash"/>
          </a:ln>
          <a:effectLst/>
        </p:spPr>
        <p:txBody>
          <a:bodyPr rtlCol="0" anchor="ctr"/>
          <a:lstStyle/>
          <a:p>
            <a:pPr algn="ctr">
              <a:defRPr/>
            </a:pPr>
            <a:endParaRPr lang="zh-CN" altLang="en-US" sz="1200" kern="0" smtClean="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15" name="圆角矩形 14"/>
          <p:cNvSpPr/>
          <p:nvPr/>
        </p:nvSpPr>
        <p:spPr>
          <a:xfrm>
            <a:off x="1500830" y="1268760"/>
            <a:ext cx="6991012" cy="794411"/>
          </a:xfrm>
          <a:prstGeom prst="roundRect">
            <a:avLst/>
          </a:prstGeom>
          <a:noFill/>
          <a:ln w="25400" cap="flat" cmpd="sng" algn="ctr">
            <a:solidFill>
              <a:srgbClr val="F50537"/>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smtClean="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0" name="圆角矩形 19"/>
          <p:cNvSpPr/>
          <p:nvPr/>
        </p:nvSpPr>
        <p:spPr>
          <a:xfrm>
            <a:off x="558248" y="2447738"/>
            <a:ext cx="7127368" cy="912825"/>
          </a:xfrm>
          <a:prstGeom prst="roundRect">
            <a:avLst/>
          </a:prstGeom>
          <a:noFill/>
          <a:ln w="25400" cap="flat" cmpd="sng" algn="ctr">
            <a:solidFill>
              <a:srgbClr val="F50537"/>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smtClean="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矩形 20"/>
          <p:cNvSpPr/>
          <p:nvPr/>
        </p:nvSpPr>
        <p:spPr>
          <a:xfrm>
            <a:off x="795655" y="2500630"/>
            <a:ext cx="6652260" cy="860425"/>
          </a:xfrm>
          <a:prstGeom prst="rect">
            <a:avLst/>
          </a:prstGeom>
        </p:spPr>
        <p:txBody>
          <a:bodyPr wrap="square">
            <a:spAutoFit/>
          </a:bodyPr>
          <a:lstStyle/>
          <a:p>
            <a:r>
              <a:rPr sz="1000" dirty="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mn-ea"/>
              </a:rPr>
              <a:t>""100 million" blockbuster! Attitude is everything" The first issue of Audi Channel's official live broadcast of the Audi brand ended perfectly. It not only succeeded in attracting fans with strength, but also became another phenomenon-level innovation case in brand marketing. Watching most of the time, setting aside the blockbuster number of "100 million", I have three feelings. First, Audi is here to make friends; second, Audi is everywhere; third, it is better to be young than to be young.</a:t>
            </a:r>
            <a:endParaRPr sz="1000" dirty="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2" name="文本框 21"/>
          <p:cNvSpPr txBox="1"/>
          <p:nvPr/>
        </p:nvSpPr>
        <p:spPr>
          <a:xfrm>
            <a:off x="1612859" y="1268728"/>
            <a:ext cx="6850297" cy="706755"/>
          </a:xfrm>
          <a:prstGeom prst="rect">
            <a:avLst/>
          </a:prstGeom>
          <a:noFill/>
        </p:spPr>
        <p:txBody>
          <a:bodyPr wrap="square" rtlCol="0">
            <a:spAutoFit/>
          </a:bodyPr>
          <a:lstStyle/>
          <a:p>
            <a:pPr algn="just"/>
            <a:r>
              <a:rPr sz="1000" dirty="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mn-ea"/>
              </a:rPr>
              <a:t>Audi Channel, a real live broadcast soul with soul.</a:t>
            </a:r>
            <a:r>
              <a:rPr sz="1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sz="1000" dirty="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mn-ea"/>
              </a:rPr>
              <a:t>The full-screen barrage, the enthusiasm of breaking through the sky, and the unstoppable likes, this is definitely the most "hi" live broadcast that Jianghu Jun has watched this year. As the first official live broadcast platform of the luxury car brand's lifestyle "grass planting" category, Audi Channel has truly launched the first "True Live Broadcast" of car companies.</a:t>
            </a:r>
            <a:endParaRPr sz="1000" dirty="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descr="006NIQUJly8fy2w2f4909j30u00u0q5o[1]"/>
          <p:cNvPicPr>
            <a:picLocks noChangeAspect="1"/>
          </p:cNvPicPr>
          <p:nvPr/>
        </p:nvPicPr>
        <p:blipFill>
          <a:blip r:embed="rId1" cstate="email"/>
          <a:stretch>
            <a:fillRect/>
          </a:stretch>
        </p:blipFill>
        <p:spPr>
          <a:xfrm>
            <a:off x="457200" y="1207770"/>
            <a:ext cx="855345" cy="855345"/>
          </a:xfrm>
          <a:prstGeom prst="rect">
            <a:avLst/>
          </a:prstGeom>
        </p:spPr>
      </p:pic>
      <p:sp>
        <p:nvSpPr>
          <p:cNvPr id="7" name="矩形 6"/>
          <p:cNvSpPr/>
          <p:nvPr/>
        </p:nvSpPr>
        <p:spPr>
          <a:xfrm>
            <a:off x="1657985" y="3769360"/>
            <a:ext cx="6760210" cy="860425"/>
          </a:xfrm>
          <a:prstGeom prst="rect">
            <a:avLst/>
          </a:prstGeom>
        </p:spPr>
        <p:txBody>
          <a:bodyPr vert="horz" wrap="square" lIns="91440" tIns="45720" rIns="91440" bIns="45720" rtlCol="0" anchor="t">
            <a:spAutoFit/>
          </a:bodyPr>
          <a:lstStyle/>
          <a:p>
            <a:pPr lvl="0" algn="l">
              <a:buClrTx/>
              <a:buSzTx/>
              <a:buFontTx/>
            </a:pPr>
            <a:r>
              <a:rPr lang="en-US" altLang="zh-CN" sz="1000" dirty="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mn-ea"/>
              </a:rPr>
              <a:t>Audi Channel, which just made its debut, has become the first official live broadcast platform of the luxury car brand's lifestyle "grass planting" category, focusing on the differentiated content of "people, goods, and fields" to interpret the Audi brand's "fun, good things, and good surprises". This breakthrough in innovative thinking is of extraordinary significance for both FAW-Volkswagen Audi, which is standing at a new starting point for 6 million units, or Audi Global.</a:t>
            </a:r>
            <a:endParaRPr lang="en-US" altLang="zh-CN" sz="1000" dirty="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文本框 9"/>
          <p:cNvSpPr txBox="1"/>
          <p:nvPr/>
        </p:nvSpPr>
        <p:spPr>
          <a:xfrm>
            <a:off x="732790" y="5045075"/>
            <a:ext cx="7072630" cy="1014730"/>
          </a:xfrm>
          <a:prstGeom prst="rect">
            <a:avLst/>
          </a:prstGeom>
        </p:spPr>
        <p:txBody>
          <a:bodyPr vert="horz" wrap="square" lIns="91440" tIns="45720" rIns="91440" bIns="45720" rtlCol="0" anchor="t">
            <a:spAutoFit/>
          </a:bodyPr>
          <a:lstStyle/>
          <a:p>
            <a:r>
              <a:rPr lang="en-US" altLang="zh-CN" sz="1000" dirty="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mn-ea"/>
              </a:rPr>
              <a:t>"Speaking young people, doing young people's things", Audi Channel's first live broadcast not only brought new and broken content, but also attracted a lot of natural traffic in various segments. Create the first life platform for luxury cars with “anti-routine” live broadcasts, and explore refreshing marketing communications with “anti-traditional” bold breakthroughs, not only accurately grasping the aesthetic preferences of Generation Z, but also showing the sharpness and vigor of younger brands . "On the road of brand marketing, Audi will always be young, and tears will always be in our eyes."</a:t>
            </a:r>
            <a:endParaRPr lang="en-US" altLang="zh-CN" sz="1000" dirty="0">
              <a:solidFill>
                <a:schemeClr val="bg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2" name="图片 11" descr="4cd5-fxzkfuk2205375[1]"/>
          <p:cNvPicPr>
            <a:picLocks noChangeAspect="1"/>
          </p:cNvPicPr>
          <p:nvPr/>
        </p:nvPicPr>
        <p:blipFill>
          <a:blip r:embed="rId2" cstate="email"/>
          <a:stretch>
            <a:fillRect/>
          </a:stretch>
        </p:blipFill>
        <p:spPr>
          <a:xfrm>
            <a:off x="558165" y="3710305"/>
            <a:ext cx="788035" cy="788035"/>
          </a:xfrm>
          <a:prstGeom prst="rect">
            <a:avLst/>
          </a:prstGeom>
        </p:spPr>
      </p:pic>
      <p:pic>
        <p:nvPicPr>
          <p:cNvPr id="8" name="图片 7" descr="u=2991699946,4009269410&amp;fm=26&amp;gp=0[1]"/>
          <p:cNvPicPr>
            <a:picLocks noChangeAspect="1"/>
          </p:cNvPicPr>
          <p:nvPr/>
        </p:nvPicPr>
        <p:blipFill>
          <a:blip r:embed="rId3" cstate="email"/>
          <a:stretch>
            <a:fillRect/>
          </a:stretch>
        </p:blipFill>
        <p:spPr>
          <a:xfrm>
            <a:off x="7939405" y="5232400"/>
            <a:ext cx="901065" cy="501015"/>
          </a:xfrm>
          <a:prstGeom prst="rect">
            <a:avLst/>
          </a:prstGeom>
        </p:spPr>
      </p:pic>
      <p:pic>
        <p:nvPicPr>
          <p:cNvPr id="9" name="图片 8"/>
          <p:cNvPicPr>
            <a:picLocks noChangeAspect="1"/>
          </p:cNvPicPr>
          <p:nvPr/>
        </p:nvPicPr>
        <p:blipFill>
          <a:blip r:embed="rId4" cstate="email"/>
          <a:stretch>
            <a:fillRect/>
          </a:stretch>
        </p:blipFill>
        <p:spPr>
          <a:xfrm>
            <a:off x="7939405" y="2460625"/>
            <a:ext cx="887730" cy="887730"/>
          </a:xfrm>
          <a:prstGeom prst="rect">
            <a:avLst/>
          </a:prstGeom>
        </p:spPr>
      </p:pic>
    </p:spTree>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bwMode="auto">
          <a:xfrm flipH="1">
            <a:off x="1379899" y="1412776"/>
            <a:ext cx="8285871" cy="520322"/>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400050" indent="-400050">
              <a:buFontTx/>
              <a:buAutoNum type="romanUcPeriod"/>
            </a:pPr>
            <a:r>
              <a:rPr kumimoji="1" lang="zh-CN" altLang="en-US" sz="1800" b="1" dirty="0">
                <a:solidFill>
                  <a:srgbClr val="A0A7AA"/>
                </a:solidFill>
                <a:latin typeface="微软雅黑" panose="020B0503020204020204" pitchFamily="34" charset="-122"/>
                <a:ea typeface="微软雅黑" panose="020B0503020204020204" pitchFamily="34" charset="-122"/>
                <a:cs typeface="+mn-ea"/>
                <a:sym typeface="+mn-lt"/>
              </a:rPr>
              <a:t>传播概览</a:t>
            </a:r>
            <a:r>
              <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rPr>
              <a:t>/Comm.</a:t>
            </a:r>
            <a:r>
              <a:rPr kumimoji="1" lang="zh-CN" altLang="en-US" sz="1800" b="1" dirty="0">
                <a:solidFill>
                  <a:srgbClr val="A0A7AA"/>
                </a:solidFill>
                <a:latin typeface="微软雅黑" panose="020B0503020204020204" pitchFamily="34" charset="-122"/>
                <a:ea typeface="微软雅黑" panose="020B0503020204020204" pitchFamily="34" charset="-122"/>
                <a:cs typeface="+mn-ea"/>
                <a:sym typeface="+mn-lt"/>
              </a:rPr>
              <a:t> </a:t>
            </a:r>
            <a:r>
              <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rPr>
              <a:t>Overview</a:t>
            </a:r>
            <a:endPar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endParaRPr>
          </a:p>
        </p:txBody>
      </p:sp>
      <p:sp>
        <p:nvSpPr>
          <p:cNvPr id="35" name="矩形 34"/>
          <p:cNvSpPr/>
          <p:nvPr/>
        </p:nvSpPr>
        <p:spPr bwMode="auto">
          <a:xfrm flipH="1">
            <a:off x="1379899" y="2068552"/>
            <a:ext cx="8285871" cy="562705"/>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0" lvl="1"/>
            <a:r>
              <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rPr>
              <a:t>II.</a:t>
            </a:r>
            <a:r>
              <a:rPr kumimoji="1" lang="zh-CN" altLang="en-US" sz="1800" b="1" dirty="0">
                <a:solidFill>
                  <a:srgbClr val="A0A7AA"/>
                </a:solidFill>
                <a:latin typeface="微软雅黑" panose="020B0503020204020204" pitchFamily="34" charset="-122"/>
                <a:ea typeface="微软雅黑" panose="020B0503020204020204" pitchFamily="34" charset="-122"/>
                <a:cs typeface="+mn-ea"/>
                <a:sym typeface="+mn-lt"/>
              </a:rPr>
              <a:t>   执行亮点</a:t>
            </a:r>
            <a:r>
              <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rPr>
              <a:t>/Execution Highlight</a:t>
            </a:r>
            <a:r>
              <a:rPr kumimoji="1" lang="zh-CN" altLang="en-US" sz="1800" b="1" dirty="0">
                <a:solidFill>
                  <a:srgbClr val="A0A7AA"/>
                </a:solidFill>
                <a:latin typeface="微软雅黑" panose="020B0503020204020204" pitchFamily="34" charset="-122"/>
                <a:ea typeface="微软雅黑" panose="020B0503020204020204" pitchFamily="34" charset="-122"/>
                <a:cs typeface="+mn-ea"/>
                <a:sym typeface="+mn-lt"/>
              </a:rPr>
              <a:t> </a:t>
            </a:r>
            <a:endParaRPr kumimoji="1" lang="zh-CN" altLang="en-US" sz="1800" b="1" dirty="0">
              <a:solidFill>
                <a:srgbClr val="A0A7AA"/>
              </a:solidFill>
              <a:latin typeface="微软雅黑" panose="020B0503020204020204" pitchFamily="34" charset="-122"/>
              <a:ea typeface="微软雅黑" panose="020B0503020204020204" pitchFamily="34" charset="-122"/>
              <a:cs typeface="+mn-ea"/>
              <a:sym typeface="+mn-lt"/>
            </a:endParaRPr>
          </a:p>
        </p:txBody>
      </p:sp>
      <p:sp>
        <p:nvSpPr>
          <p:cNvPr id="37" name="矩形 36"/>
          <p:cNvSpPr/>
          <p:nvPr/>
        </p:nvSpPr>
        <p:spPr bwMode="auto">
          <a:xfrm flipH="1">
            <a:off x="-3091" y="3478977"/>
            <a:ext cx="329767" cy="1664106"/>
          </a:xfrm>
          <a:prstGeom prst="rect">
            <a:avLst/>
          </a:prstGeom>
          <a:solidFill>
            <a:srgbClr val="F50537"/>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algn="ctr" fontAlgn="base">
              <a:spcBef>
                <a:spcPct val="30000"/>
              </a:spcBef>
              <a:spcAft>
                <a:spcPct val="0"/>
              </a:spcAft>
              <a:buClr>
                <a:srgbClr val="B3B3B3"/>
              </a:buClr>
              <a:buFont typeface="Audi Type" pitchFamily="34" charset="0"/>
              <a:buNone/>
            </a:pPr>
            <a:endParaRPr lang="zh-CN" altLang="en-US" sz="1400" b="1" dirty="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38" name="矩形 37"/>
          <p:cNvSpPr/>
          <p:nvPr/>
        </p:nvSpPr>
        <p:spPr bwMode="auto">
          <a:xfrm flipH="1">
            <a:off x="409692" y="3478977"/>
            <a:ext cx="140152" cy="1664106"/>
          </a:xfrm>
          <a:prstGeom prst="rect">
            <a:avLst/>
          </a:prstGeom>
          <a:solidFill>
            <a:srgbClr val="F50537"/>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algn="ctr" fontAlgn="base">
              <a:spcBef>
                <a:spcPct val="30000"/>
              </a:spcBef>
              <a:spcAft>
                <a:spcPct val="0"/>
              </a:spcAft>
              <a:buClr>
                <a:srgbClr val="B3B3B3"/>
              </a:buClr>
              <a:buFont typeface="Audi Type" pitchFamily="34" charset="0"/>
              <a:buNone/>
            </a:pPr>
            <a:endParaRPr lang="zh-CN" altLang="en-US" sz="1400" b="1" dirty="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39" name="矩形 38"/>
          <p:cNvSpPr/>
          <p:nvPr/>
        </p:nvSpPr>
        <p:spPr bwMode="auto">
          <a:xfrm flipH="1">
            <a:off x="621692" y="3478977"/>
            <a:ext cx="8508052" cy="1664106"/>
          </a:xfrm>
          <a:prstGeom prst="rect">
            <a:avLst/>
          </a:prstGeom>
          <a:solidFill>
            <a:srgbClr val="F50537"/>
          </a:solidFill>
          <a:ln w="9525" cap="flat" cmpd="sng" algn="ctr">
            <a:solidFill>
              <a:srgbClr val="BB0A30"/>
            </a:solidFill>
            <a:prstDash val="solid"/>
            <a:round/>
            <a:headEnd type="none" w="med" len="med"/>
            <a:tailEnd type="none" w="med" len="med"/>
          </a:ln>
          <a:effectLst/>
        </p:spPr>
        <p:txBody>
          <a:bodyPr vert="horz" wrap="none" lIns="91440" tIns="45720" rIns="91440" bIns="45720" numCol="1" rtlCol="0" anchor="ctr" anchorCtr="0" compatLnSpc="1"/>
          <a:lstStyle/>
          <a:p>
            <a:pPr marL="313055" algn="l">
              <a:defRPr/>
            </a:pPr>
            <a:r>
              <a:rPr kumimoji="1" lang="en-US" sz="2800" b="1" kern="0" dirty="0" smtClean="0">
                <a:solidFill>
                  <a:srgbClr val="FFFFFF"/>
                </a:solidFill>
                <a:latin typeface="微软雅黑" panose="020B0503020204020204" pitchFamily="34" charset="-122"/>
                <a:ea typeface="微软雅黑" panose="020B0503020204020204" pitchFamily="34" charset="-122"/>
                <a:cs typeface="+mn-ea"/>
                <a:sym typeface="+mn-lt"/>
              </a:rPr>
              <a:t>Ⅳ</a:t>
            </a:r>
            <a:r>
              <a:rPr kumimoji="1" sz="2800" b="1" kern="0" dirty="0" smtClean="0">
                <a:solidFill>
                  <a:srgbClr val="FFFFFF"/>
                </a:solidFill>
                <a:latin typeface="微软雅黑" panose="020B0503020204020204" pitchFamily="34" charset="-122"/>
                <a:ea typeface="微软雅黑" panose="020B0503020204020204" pitchFamily="34" charset="-122"/>
                <a:cs typeface="+mn-ea"/>
                <a:sym typeface="+mn-lt"/>
              </a:rPr>
              <a:t>. 媒体报道总结  Media report</a:t>
            </a:r>
            <a:endParaRPr kumimoji="1" sz="2800" b="1" kern="0" dirty="0" smtClean="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bwMode="auto">
          <a:xfrm flipH="1">
            <a:off x="1379855" y="2631440"/>
            <a:ext cx="5534660" cy="562610"/>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indent="0" algn="l">
              <a:lnSpc>
                <a:spcPct val="150000"/>
              </a:lnSpc>
              <a:buFont typeface="+mj-lt"/>
              <a:buNone/>
            </a:pPr>
            <a:r>
              <a:rPr kumimoji="1" sz="1800" b="1" dirty="0">
                <a:solidFill>
                  <a:srgbClr val="A0A7AA"/>
                </a:solidFill>
                <a:latin typeface="微软雅黑" panose="020B0503020204020204" pitchFamily="34" charset="-122"/>
                <a:ea typeface="微软雅黑" panose="020B0503020204020204" pitchFamily="34" charset="-122"/>
                <a:cs typeface="微软雅黑" panose="020B0503020204020204" pitchFamily="34" charset="-122"/>
                <a:sym typeface="+mn-ea"/>
              </a:rPr>
              <a:t>III. 媒体反馈/Media Feedback</a:t>
            </a:r>
            <a:endParaRPr kumimoji="1" sz="1800" b="1" dirty="0">
              <a:solidFill>
                <a:srgbClr val="A0A7AA"/>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矩形 2"/>
          <p:cNvSpPr/>
          <p:nvPr/>
        </p:nvSpPr>
        <p:spPr bwMode="auto">
          <a:xfrm flipH="1">
            <a:off x="1379855" y="3516630"/>
            <a:ext cx="5534660" cy="562610"/>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indent="0" algn="l">
              <a:lnSpc>
                <a:spcPct val="150000"/>
              </a:lnSpc>
              <a:buFont typeface="+mj-lt"/>
              <a:buNone/>
            </a:pPr>
            <a:endParaRPr kumimoji="1" lang="en-US" altLang="zh-CN" sz="1800" b="1" dirty="0">
              <a:solidFill>
                <a:srgbClr val="A0A7A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内容占位符 2"/>
          <p:cNvSpPr txBox="1"/>
          <p:nvPr/>
        </p:nvSpPr>
        <p:spPr bwMode="auto">
          <a:xfrm>
            <a:off x="0" y="4912995"/>
            <a:ext cx="9144000" cy="1297305"/>
          </a:xfrm>
          <a:prstGeom prst="rect">
            <a:avLst/>
          </a:prstGeom>
          <a:solidFill>
            <a:srgbClr val="F50537"/>
          </a:solidFill>
          <a:ln>
            <a:noFill/>
          </a:ln>
        </p:spPr>
        <p:txBody>
          <a:bodyPr vert="horz" wrap="square" lIns="0" tIns="0" rIns="0" bIns="0" numCol="1" anchor="ctr" anchorCtr="0" compatLnSpc="1"/>
          <a:lstStyle>
            <a:defPPr>
              <a:defRPr lang="zh-CN"/>
            </a:defPPr>
            <a:lvl1pPr indent="0" algn="ctr" eaLnBrk="0" fontAlgn="ctr" hangingPunct="0">
              <a:lnSpc>
                <a:spcPct val="120000"/>
              </a:lnSpc>
              <a:spcBef>
                <a:spcPts val="0"/>
              </a:spcBef>
              <a:spcAft>
                <a:spcPct val="0"/>
              </a:spcAft>
              <a:buClrTx/>
              <a:buSzPct val="80000"/>
              <a:buFont typeface="Arial" panose="020B0604020202020204" pitchFamily="34" charset="0"/>
              <a:buNone/>
              <a:defRPr sz="1200" b="1">
                <a:solidFill>
                  <a:schemeClr val="bg1"/>
                </a:solidFill>
                <a:latin typeface="Audi Type" pitchFamily="34" charset="0"/>
                <a:ea typeface="华康黑体W5(P)" pitchFamily="34" charset="-122"/>
                <a:cs typeface="微软雅黑" panose="020B0503020204020204" pitchFamily="34" charset="-122"/>
              </a:defRPr>
            </a:lvl1pPr>
            <a:lvl2pPr marL="532130" indent="-255905" eaLnBrk="0" fontAlgn="ctr" hangingPunct="0">
              <a:lnSpc>
                <a:spcPct val="110000"/>
              </a:lnSpc>
              <a:spcBef>
                <a:spcPct val="30000"/>
              </a:spcBef>
              <a:spcAft>
                <a:spcPct val="0"/>
              </a:spcAft>
              <a:buClr>
                <a:schemeClr val="hlink"/>
              </a:buClr>
              <a:buSzPct val="80000"/>
              <a:buFont typeface="Arial" panose="020B0604020202020204" pitchFamily="34" charset="0"/>
              <a:buChar char="►"/>
              <a:defRPr sz="1600">
                <a:latin typeface="Audi Type" pitchFamily="34" charset="0"/>
              </a:defRPr>
            </a:lvl2pPr>
            <a:lvl3pPr marL="711200" indent="12700" eaLnBrk="0" fontAlgn="base" hangingPunct="0">
              <a:lnSpc>
                <a:spcPct val="110000"/>
              </a:lnSpc>
              <a:spcBef>
                <a:spcPct val="30000"/>
              </a:spcBef>
              <a:spcAft>
                <a:spcPct val="0"/>
              </a:spcAft>
              <a:buFont typeface="Audi Type" pitchFamily="34" charset="0"/>
              <a:buChar char="•"/>
              <a:defRPr sz="1600">
                <a:latin typeface="Audi Type" pitchFamily="34" charset="0"/>
              </a:defRPr>
            </a:lvl3pPr>
            <a:lvl4pPr marL="1600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defRPr>
            </a:lvl4pPr>
            <a:lvl5pPr marL="20574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defRPr>
            </a:lvl5pPr>
            <a:lvl6pPr marL="2514600" indent="-228600" fontAlgn="base">
              <a:spcBef>
                <a:spcPct val="20000"/>
              </a:spcBef>
              <a:spcAft>
                <a:spcPct val="0"/>
              </a:spcAft>
              <a:buFont typeface="Audi Type" pitchFamily="34" charset="0"/>
              <a:buChar char="►"/>
              <a:defRPr sz="1600">
                <a:solidFill>
                  <a:schemeClr val="hlink"/>
                </a:solidFill>
              </a:defRPr>
            </a:lvl6pPr>
            <a:lvl7pPr marL="2971800" indent="-228600" fontAlgn="base">
              <a:spcBef>
                <a:spcPct val="20000"/>
              </a:spcBef>
              <a:spcAft>
                <a:spcPct val="0"/>
              </a:spcAft>
              <a:buFont typeface="Audi Type" pitchFamily="34" charset="0"/>
              <a:buChar char="►"/>
              <a:defRPr sz="1600">
                <a:solidFill>
                  <a:schemeClr val="hlink"/>
                </a:solidFill>
              </a:defRPr>
            </a:lvl7pPr>
            <a:lvl8pPr marL="3429000" indent="-228600" fontAlgn="base">
              <a:spcBef>
                <a:spcPct val="20000"/>
              </a:spcBef>
              <a:spcAft>
                <a:spcPct val="0"/>
              </a:spcAft>
              <a:buFont typeface="Audi Type" pitchFamily="34" charset="0"/>
              <a:buChar char="►"/>
              <a:defRPr sz="1600">
                <a:solidFill>
                  <a:schemeClr val="hlink"/>
                </a:solidFill>
              </a:defRPr>
            </a:lvl8pPr>
            <a:lvl9pPr marL="3886200" indent="-228600" fontAlgn="base">
              <a:spcBef>
                <a:spcPct val="20000"/>
              </a:spcBef>
              <a:spcAft>
                <a:spcPct val="0"/>
              </a:spcAft>
              <a:buFont typeface="Audi Type" pitchFamily="34" charset="0"/>
              <a:buChar char="►"/>
              <a:defRPr sz="1600">
                <a:solidFill>
                  <a:schemeClr val="hlink"/>
                </a:solidFill>
              </a:defRPr>
            </a:lvl9pPr>
          </a:lstStyle>
          <a:p>
            <a:r>
              <a:rPr dirty="0" smtClean="0">
                <a:latin typeface="微软雅黑" panose="020B0503020204020204" pitchFamily="34" charset="-122"/>
                <a:ea typeface="微软雅黑" panose="020B0503020204020204" pitchFamily="34" charset="-122"/>
              </a:rPr>
              <a:t>奥迪“米其林”级直播盛宴豪横破亿！看Audi Channel如何打开Z世代的异想世界</a:t>
            </a:r>
            <a:endParaRPr dirty="0" smtClean="0">
              <a:latin typeface="微软雅黑" panose="020B0503020204020204" pitchFamily="34" charset="-122"/>
              <a:ea typeface="微软雅黑" panose="020B0503020204020204" pitchFamily="34" charset="-122"/>
            </a:endParaRPr>
          </a:p>
          <a:p>
            <a:r>
              <a:rPr sz="1000" dirty="0" smtClean="0">
                <a:latin typeface="微软雅黑" panose="020B0503020204020204" pitchFamily="34" charset="-122"/>
                <a:ea typeface="微软雅黑" panose="020B0503020204020204" pitchFamily="34" charset="-122"/>
              </a:rPr>
              <a:t>Audi "Michelin" class live broadcast feast surpassed 100 million! See how Audi Channel opens up the whimsical world of Gen Z</a:t>
            </a:r>
            <a:endParaRPr sz="1000" dirty="0" smtClean="0">
              <a:latin typeface="微软雅黑" panose="020B0503020204020204" pitchFamily="34" charset="-122"/>
              <a:ea typeface="微软雅黑" panose="020B0503020204020204" pitchFamily="34" charset="-122"/>
            </a:endParaRPr>
          </a:p>
          <a:p>
            <a:r>
              <a:rPr dirty="0" smtClean="0">
                <a:latin typeface="微软雅黑" panose="020B0503020204020204" pitchFamily="34" charset="-122"/>
                <a:ea typeface="微软雅黑" panose="020B0503020204020204" pitchFamily="34" charset="-122"/>
              </a:rPr>
              <a:t>公关界的007 007PRSPY007</a:t>
            </a:r>
            <a:endParaRPr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广告价值 </a:t>
            </a:r>
            <a:r>
              <a:rPr lang="en-US" altLang="zh-CN" dirty="0" smtClean="0">
                <a:latin typeface="微软雅黑" panose="020B0503020204020204" pitchFamily="34" charset="-122"/>
                <a:ea typeface="微软雅黑" panose="020B0503020204020204" pitchFamily="34" charset="-122"/>
              </a:rPr>
              <a:t>AD Value</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300000 RMB</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rPr>
              <a:t>2020-11-18</a:t>
            </a:r>
            <a:endParaRPr lang="en-US" altLang="zh-CN" dirty="0">
              <a:latin typeface="微软雅黑" panose="020B0503020204020204" pitchFamily="34" charset="-122"/>
              <a:ea typeface="微软雅黑" panose="020B0503020204020204" pitchFamily="34" charset="-122"/>
            </a:endParaRPr>
          </a:p>
        </p:txBody>
      </p:sp>
      <p:sp>
        <p:nvSpPr>
          <p:cNvPr id="6" name="标题 5"/>
          <p:cNvSpPr>
            <a:spLocks noGrp="1"/>
          </p:cNvSpPr>
          <p:nvPr>
            <p:ph type="title"/>
          </p:nvPr>
        </p:nvSpPr>
        <p:spPr/>
        <p:txBody>
          <a:bodyPr/>
          <a:lstStyle/>
          <a:p>
            <a:r>
              <a:rPr lang="zh-CN" altLang="en-US" dirty="0" smtClean="0"/>
              <a:t>新媒体 </a:t>
            </a:r>
            <a:r>
              <a:rPr lang="en-US" altLang="zh-CN" dirty="0" smtClean="0">
                <a:sym typeface="+mn-ea"/>
              </a:rPr>
              <a:t>N</a:t>
            </a:r>
            <a:r>
              <a:rPr lang="zh-CN" altLang="en-US" dirty="0" smtClean="0">
                <a:sym typeface="+mn-ea"/>
              </a:rPr>
              <a:t>ew media</a:t>
            </a:r>
            <a:endParaRPr lang="zh-CN" altLang="en-US" dirty="0" smtClean="0"/>
          </a:p>
        </p:txBody>
      </p:sp>
      <p:pic>
        <p:nvPicPr>
          <p:cNvPr id="10" name="图片 9" descr="486e9e87ly1gdzatxga1nj20m70m8dl2[1]"/>
          <p:cNvPicPr>
            <a:picLocks noChangeAspect="1"/>
          </p:cNvPicPr>
          <p:nvPr/>
        </p:nvPicPr>
        <p:blipFill>
          <a:blip r:embed="rId1" cstate="email"/>
          <a:stretch>
            <a:fillRect/>
          </a:stretch>
        </p:blipFill>
        <p:spPr>
          <a:xfrm>
            <a:off x="7919720" y="403225"/>
            <a:ext cx="854075" cy="854075"/>
          </a:xfrm>
          <a:prstGeom prst="rect">
            <a:avLst/>
          </a:prstGeom>
        </p:spPr>
      </p:pic>
      <p:pic>
        <p:nvPicPr>
          <p:cNvPr id="2" name="图片 1"/>
          <p:cNvPicPr>
            <a:picLocks noChangeAspect="1"/>
          </p:cNvPicPr>
          <p:nvPr/>
        </p:nvPicPr>
        <p:blipFill>
          <a:blip r:embed="rId2" cstate="email"/>
          <a:stretch>
            <a:fillRect/>
          </a:stretch>
        </p:blipFill>
        <p:spPr>
          <a:xfrm>
            <a:off x="5067935" y="1417320"/>
            <a:ext cx="3846830" cy="3224530"/>
          </a:xfrm>
          <a:prstGeom prst="rect">
            <a:avLst/>
          </a:prstGeom>
        </p:spPr>
      </p:pic>
      <p:pic>
        <p:nvPicPr>
          <p:cNvPr id="3" name="图片 2"/>
          <p:cNvPicPr>
            <a:picLocks noChangeAspect="1"/>
          </p:cNvPicPr>
          <p:nvPr/>
        </p:nvPicPr>
        <p:blipFill>
          <a:blip r:embed="rId3" cstate="email"/>
          <a:stretch>
            <a:fillRect/>
          </a:stretch>
        </p:blipFill>
        <p:spPr>
          <a:xfrm>
            <a:off x="209550" y="1417320"/>
            <a:ext cx="5135880" cy="3224530"/>
          </a:xfrm>
          <a:prstGeom prst="rect">
            <a:avLst/>
          </a:prstGeom>
        </p:spPr>
      </p:pic>
    </p:spTree>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内容占位符 2"/>
          <p:cNvSpPr txBox="1"/>
          <p:nvPr/>
        </p:nvSpPr>
        <p:spPr bwMode="auto">
          <a:xfrm>
            <a:off x="0" y="4912995"/>
            <a:ext cx="9144000" cy="1297305"/>
          </a:xfrm>
          <a:prstGeom prst="rect">
            <a:avLst/>
          </a:prstGeom>
          <a:solidFill>
            <a:srgbClr val="F50537"/>
          </a:solidFill>
          <a:ln>
            <a:noFill/>
          </a:ln>
        </p:spPr>
        <p:txBody>
          <a:bodyPr vert="horz" wrap="square" lIns="0" tIns="0" rIns="0" bIns="0" numCol="1" anchor="ctr" anchorCtr="0" compatLnSpc="1"/>
          <a:lstStyle>
            <a:defPPr>
              <a:defRPr lang="zh-CN"/>
            </a:defPPr>
            <a:lvl1pPr indent="0" algn="ctr" eaLnBrk="0" fontAlgn="ctr" hangingPunct="0">
              <a:lnSpc>
                <a:spcPct val="120000"/>
              </a:lnSpc>
              <a:spcBef>
                <a:spcPts val="0"/>
              </a:spcBef>
              <a:spcAft>
                <a:spcPct val="0"/>
              </a:spcAft>
              <a:buClrTx/>
              <a:buSzPct val="80000"/>
              <a:buFont typeface="Arial" panose="020B0604020202020204" pitchFamily="34" charset="0"/>
              <a:buNone/>
              <a:defRPr sz="1200" b="1">
                <a:solidFill>
                  <a:schemeClr val="bg1"/>
                </a:solidFill>
                <a:latin typeface="Audi Type" pitchFamily="34" charset="0"/>
                <a:ea typeface="华康黑体W5(P)" pitchFamily="34" charset="-122"/>
                <a:cs typeface="微软雅黑" panose="020B0503020204020204" pitchFamily="34" charset="-122"/>
              </a:defRPr>
            </a:lvl1pPr>
            <a:lvl2pPr marL="532130" indent="-255905" eaLnBrk="0" fontAlgn="ctr" hangingPunct="0">
              <a:lnSpc>
                <a:spcPct val="110000"/>
              </a:lnSpc>
              <a:spcBef>
                <a:spcPct val="30000"/>
              </a:spcBef>
              <a:spcAft>
                <a:spcPct val="0"/>
              </a:spcAft>
              <a:buClr>
                <a:schemeClr val="hlink"/>
              </a:buClr>
              <a:buSzPct val="80000"/>
              <a:buFont typeface="Arial" panose="020B0604020202020204" pitchFamily="34" charset="0"/>
              <a:buChar char="►"/>
              <a:defRPr sz="1600">
                <a:latin typeface="Audi Type" pitchFamily="34" charset="0"/>
              </a:defRPr>
            </a:lvl2pPr>
            <a:lvl3pPr marL="711200" indent="12700" eaLnBrk="0" fontAlgn="base" hangingPunct="0">
              <a:lnSpc>
                <a:spcPct val="110000"/>
              </a:lnSpc>
              <a:spcBef>
                <a:spcPct val="30000"/>
              </a:spcBef>
              <a:spcAft>
                <a:spcPct val="0"/>
              </a:spcAft>
              <a:buFont typeface="Audi Type" pitchFamily="34" charset="0"/>
              <a:buChar char="•"/>
              <a:defRPr sz="1600">
                <a:latin typeface="Audi Type" pitchFamily="34" charset="0"/>
              </a:defRPr>
            </a:lvl3pPr>
            <a:lvl4pPr marL="1600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defRPr>
            </a:lvl4pPr>
            <a:lvl5pPr marL="20574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defRPr>
            </a:lvl5pPr>
            <a:lvl6pPr marL="2514600" indent="-228600" fontAlgn="base">
              <a:spcBef>
                <a:spcPct val="20000"/>
              </a:spcBef>
              <a:spcAft>
                <a:spcPct val="0"/>
              </a:spcAft>
              <a:buFont typeface="Audi Type" pitchFamily="34" charset="0"/>
              <a:buChar char="►"/>
              <a:defRPr sz="1600">
                <a:solidFill>
                  <a:schemeClr val="hlink"/>
                </a:solidFill>
              </a:defRPr>
            </a:lvl6pPr>
            <a:lvl7pPr marL="2971800" indent="-228600" fontAlgn="base">
              <a:spcBef>
                <a:spcPct val="20000"/>
              </a:spcBef>
              <a:spcAft>
                <a:spcPct val="0"/>
              </a:spcAft>
              <a:buFont typeface="Audi Type" pitchFamily="34" charset="0"/>
              <a:buChar char="►"/>
              <a:defRPr sz="1600">
                <a:solidFill>
                  <a:schemeClr val="hlink"/>
                </a:solidFill>
              </a:defRPr>
            </a:lvl7pPr>
            <a:lvl8pPr marL="3429000" indent="-228600" fontAlgn="base">
              <a:spcBef>
                <a:spcPct val="20000"/>
              </a:spcBef>
              <a:spcAft>
                <a:spcPct val="0"/>
              </a:spcAft>
              <a:buFont typeface="Audi Type" pitchFamily="34" charset="0"/>
              <a:buChar char="►"/>
              <a:defRPr sz="1600">
                <a:solidFill>
                  <a:schemeClr val="hlink"/>
                </a:solidFill>
              </a:defRPr>
            </a:lvl8pPr>
            <a:lvl9pPr marL="3886200" indent="-228600" fontAlgn="base">
              <a:spcBef>
                <a:spcPct val="20000"/>
              </a:spcBef>
              <a:spcAft>
                <a:spcPct val="0"/>
              </a:spcAft>
              <a:buFont typeface="Audi Type" pitchFamily="34" charset="0"/>
              <a:buChar char="►"/>
              <a:defRPr sz="1600">
                <a:solidFill>
                  <a:schemeClr val="hlink"/>
                </a:solidFill>
              </a:defRPr>
            </a:lvl9pPr>
          </a:lstStyle>
          <a:p>
            <a:r>
              <a:rPr dirty="0" smtClean="0">
                <a:latin typeface="微软雅黑" panose="020B0503020204020204" pitchFamily="34" charset="-122"/>
                <a:ea typeface="微软雅黑" panose="020B0503020204020204" pitchFamily="34" charset="-122"/>
              </a:rPr>
              <a:t>奥迪打造直播界的“米其林”盛宴，撩倒Z世代</a:t>
            </a:r>
            <a:endParaRPr dirty="0" smtClean="0">
              <a:latin typeface="微软雅黑" panose="020B0503020204020204" pitchFamily="34" charset="-122"/>
              <a:ea typeface="微软雅黑" panose="020B0503020204020204" pitchFamily="34" charset="-122"/>
            </a:endParaRPr>
          </a:p>
          <a:p>
            <a:r>
              <a:rPr dirty="0" smtClean="0">
                <a:latin typeface="微软雅黑" panose="020B0503020204020204" pitchFamily="34" charset="-122"/>
                <a:ea typeface="微软雅黑" panose="020B0503020204020204" pitchFamily="34" charset="-122"/>
              </a:rPr>
              <a:t>Audi creates a "Michelin" feast in the live broadcast industry, knocking down Generation Z</a:t>
            </a:r>
            <a:endParaRPr dirty="0" smtClean="0">
              <a:latin typeface="微软雅黑" panose="020B0503020204020204" pitchFamily="34" charset="-122"/>
              <a:ea typeface="微软雅黑" panose="020B0503020204020204" pitchFamily="34" charset="-122"/>
            </a:endParaRPr>
          </a:p>
          <a:p>
            <a:r>
              <a:rPr lang="en-US" dirty="0" smtClean="0">
                <a:latin typeface="微软雅黑" panose="020B0503020204020204" pitchFamily="34" charset="-122"/>
                <a:ea typeface="微软雅黑" panose="020B0503020204020204" pitchFamily="34" charset="-122"/>
              </a:rPr>
              <a:t>4A</a:t>
            </a:r>
            <a:r>
              <a:rPr lang="zh-CN" altLang="en-US" dirty="0" smtClean="0">
                <a:latin typeface="微软雅黑" panose="020B0503020204020204" pitchFamily="34" charset="-122"/>
                <a:ea typeface="微软雅黑" panose="020B0503020204020204" pitchFamily="34" charset="-122"/>
              </a:rPr>
              <a:t>营销门  </a:t>
            </a:r>
            <a:r>
              <a:rPr dirty="0" smtClean="0">
                <a:latin typeface="微软雅黑" panose="020B0503020204020204" pitchFamily="34" charset="-122"/>
                <a:ea typeface="微软雅黑" panose="020B0503020204020204" pitchFamily="34" charset="-122"/>
              </a:rPr>
              <a:t>YXM-4A</a:t>
            </a:r>
            <a:endParaRPr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广告价值 </a:t>
            </a:r>
            <a:r>
              <a:rPr lang="en-US" altLang="zh-CN" dirty="0" smtClean="0">
                <a:latin typeface="微软雅黑" panose="020B0503020204020204" pitchFamily="34" charset="-122"/>
                <a:ea typeface="微软雅黑" panose="020B0503020204020204" pitchFamily="34" charset="-122"/>
              </a:rPr>
              <a:t>AD Value</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300000 RMB</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rPr>
              <a:t>2020-11-17</a:t>
            </a:r>
            <a:endParaRPr lang="en-US" altLang="zh-CN" dirty="0">
              <a:latin typeface="微软雅黑" panose="020B0503020204020204" pitchFamily="34" charset="-122"/>
              <a:ea typeface="微软雅黑" panose="020B0503020204020204" pitchFamily="34" charset="-122"/>
            </a:endParaRPr>
          </a:p>
        </p:txBody>
      </p:sp>
      <p:sp>
        <p:nvSpPr>
          <p:cNvPr id="6" name="标题 5"/>
          <p:cNvSpPr>
            <a:spLocks noGrp="1"/>
          </p:cNvSpPr>
          <p:nvPr>
            <p:ph type="title"/>
          </p:nvPr>
        </p:nvSpPr>
        <p:spPr/>
        <p:txBody>
          <a:bodyPr/>
          <a:lstStyle/>
          <a:p>
            <a:r>
              <a:rPr lang="zh-CN" altLang="en-US" dirty="0" smtClean="0"/>
              <a:t>新媒体 </a:t>
            </a:r>
            <a:r>
              <a:rPr lang="en-US" altLang="zh-CN" dirty="0" smtClean="0">
                <a:sym typeface="+mn-ea"/>
              </a:rPr>
              <a:t>N</a:t>
            </a:r>
            <a:r>
              <a:rPr lang="zh-CN" altLang="en-US" dirty="0" smtClean="0">
                <a:sym typeface="+mn-ea"/>
              </a:rPr>
              <a:t>ew media</a:t>
            </a:r>
            <a:endParaRPr lang="zh-CN" altLang="en-US" dirty="0" smtClean="0"/>
          </a:p>
        </p:txBody>
      </p:sp>
      <p:pic>
        <p:nvPicPr>
          <p:cNvPr id="4" name="图片 3"/>
          <p:cNvPicPr>
            <a:picLocks noChangeAspect="1"/>
          </p:cNvPicPr>
          <p:nvPr/>
        </p:nvPicPr>
        <p:blipFill>
          <a:blip r:embed="rId1" cstate="email"/>
          <a:stretch>
            <a:fillRect/>
          </a:stretch>
        </p:blipFill>
        <p:spPr>
          <a:xfrm>
            <a:off x="357505" y="1257300"/>
            <a:ext cx="3606165" cy="3317240"/>
          </a:xfrm>
          <a:prstGeom prst="rect">
            <a:avLst/>
          </a:prstGeom>
        </p:spPr>
      </p:pic>
      <p:pic>
        <p:nvPicPr>
          <p:cNvPr id="5" name="图片 4"/>
          <p:cNvPicPr>
            <a:picLocks noChangeAspect="1"/>
          </p:cNvPicPr>
          <p:nvPr/>
        </p:nvPicPr>
        <p:blipFill>
          <a:blip r:embed="rId2" cstate="email"/>
          <a:stretch>
            <a:fillRect/>
          </a:stretch>
        </p:blipFill>
        <p:spPr>
          <a:xfrm>
            <a:off x="4107815" y="1417320"/>
            <a:ext cx="4837430" cy="3246120"/>
          </a:xfrm>
          <a:prstGeom prst="rect">
            <a:avLst/>
          </a:prstGeom>
        </p:spPr>
      </p:pic>
      <p:pic>
        <p:nvPicPr>
          <p:cNvPr id="7" name="图片 6" descr="0[1]"/>
          <p:cNvPicPr>
            <a:picLocks noChangeAspect="1"/>
          </p:cNvPicPr>
          <p:nvPr/>
        </p:nvPicPr>
        <p:blipFill>
          <a:blip r:embed="rId3" cstate="email"/>
          <a:stretch>
            <a:fillRect/>
          </a:stretch>
        </p:blipFill>
        <p:spPr>
          <a:xfrm>
            <a:off x="7789545" y="537210"/>
            <a:ext cx="720090" cy="720090"/>
          </a:xfrm>
          <a:prstGeom prst="rect">
            <a:avLst/>
          </a:prstGeom>
        </p:spPr>
      </p:pic>
    </p:spTree>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内容占位符 2"/>
          <p:cNvSpPr txBox="1"/>
          <p:nvPr/>
        </p:nvSpPr>
        <p:spPr bwMode="auto">
          <a:xfrm>
            <a:off x="0" y="4912995"/>
            <a:ext cx="9144000" cy="1297305"/>
          </a:xfrm>
          <a:prstGeom prst="rect">
            <a:avLst/>
          </a:prstGeom>
          <a:solidFill>
            <a:srgbClr val="F50537"/>
          </a:solidFill>
          <a:ln>
            <a:noFill/>
          </a:ln>
        </p:spPr>
        <p:txBody>
          <a:bodyPr vert="horz" wrap="square" lIns="0" tIns="0" rIns="0" bIns="0" numCol="1" anchor="ctr" anchorCtr="0" compatLnSpc="1"/>
          <a:lstStyle>
            <a:defPPr>
              <a:defRPr lang="zh-CN"/>
            </a:defPPr>
            <a:lvl1pPr indent="0" algn="ctr" eaLnBrk="0" fontAlgn="ctr" hangingPunct="0">
              <a:lnSpc>
                <a:spcPct val="120000"/>
              </a:lnSpc>
              <a:spcBef>
                <a:spcPts val="0"/>
              </a:spcBef>
              <a:spcAft>
                <a:spcPct val="0"/>
              </a:spcAft>
              <a:buClrTx/>
              <a:buSzPct val="80000"/>
              <a:buFont typeface="Arial" panose="020B0604020202020204" pitchFamily="34" charset="0"/>
              <a:buNone/>
              <a:defRPr sz="1200" b="1">
                <a:solidFill>
                  <a:schemeClr val="bg1"/>
                </a:solidFill>
                <a:latin typeface="Audi Type" pitchFamily="34" charset="0"/>
                <a:ea typeface="华康黑体W5(P)" pitchFamily="34" charset="-122"/>
                <a:cs typeface="微软雅黑" panose="020B0503020204020204" pitchFamily="34" charset="-122"/>
              </a:defRPr>
            </a:lvl1pPr>
            <a:lvl2pPr marL="532130" indent="-255905" eaLnBrk="0" fontAlgn="ctr" hangingPunct="0">
              <a:lnSpc>
                <a:spcPct val="110000"/>
              </a:lnSpc>
              <a:spcBef>
                <a:spcPct val="30000"/>
              </a:spcBef>
              <a:spcAft>
                <a:spcPct val="0"/>
              </a:spcAft>
              <a:buClr>
                <a:schemeClr val="hlink"/>
              </a:buClr>
              <a:buSzPct val="80000"/>
              <a:buFont typeface="Arial" panose="020B0604020202020204" pitchFamily="34" charset="0"/>
              <a:buChar char="►"/>
              <a:defRPr sz="1600">
                <a:latin typeface="Audi Type" pitchFamily="34" charset="0"/>
              </a:defRPr>
            </a:lvl2pPr>
            <a:lvl3pPr marL="711200" indent="12700" eaLnBrk="0" fontAlgn="base" hangingPunct="0">
              <a:lnSpc>
                <a:spcPct val="110000"/>
              </a:lnSpc>
              <a:spcBef>
                <a:spcPct val="30000"/>
              </a:spcBef>
              <a:spcAft>
                <a:spcPct val="0"/>
              </a:spcAft>
              <a:buFont typeface="Audi Type" pitchFamily="34" charset="0"/>
              <a:buChar char="•"/>
              <a:defRPr sz="1600">
                <a:latin typeface="Audi Type" pitchFamily="34" charset="0"/>
              </a:defRPr>
            </a:lvl3pPr>
            <a:lvl4pPr marL="1600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defRPr>
            </a:lvl4pPr>
            <a:lvl5pPr marL="20574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defRPr>
            </a:lvl5pPr>
            <a:lvl6pPr marL="2514600" indent="-228600" fontAlgn="base">
              <a:spcBef>
                <a:spcPct val="20000"/>
              </a:spcBef>
              <a:spcAft>
                <a:spcPct val="0"/>
              </a:spcAft>
              <a:buFont typeface="Audi Type" pitchFamily="34" charset="0"/>
              <a:buChar char="►"/>
              <a:defRPr sz="1600">
                <a:solidFill>
                  <a:schemeClr val="hlink"/>
                </a:solidFill>
              </a:defRPr>
            </a:lvl6pPr>
            <a:lvl7pPr marL="2971800" indent="-228600" fontAlgn="base">
              <a:spcBef>
                <a:spcPct val="20000"/>
              </a:spcBef>
              <a:spcAft>
                <a:spcPct val="0"/>
              </a:spcAft>
              <a:buFont typeface="Audi Type" pitchFamily="34" charset="0"/>
              <a:buChar char="►"/>
              <a:defRPr sz="1600">
                <a:solidFill>
                  <a:schemeClr val="hlink"/>
                </a:solidFill>
              </a:defRPr>
            </a:lvl7pPr>
            <a:lvl8pPr marL="3429000" indent="-228600" fontAlgn="base">
              <a:spcBef>
                <a:spcPct val="20000"/>
              </a:spcBef>
              <a:spcAft>
                <a:spcPct val="0"/>
              </a:spcAft>
              <a:buFont typeface="Audi Type" pitchFamily="34" charset="0"/>
              <a:buChar char="►"/>
              <a:defRPr sz="1600">
                <a:solidFill>
                  <a:schemeClr val="hlink"/>
                </a:solidFill>
              </a:defRPr>
            </a:lvl8pPr>
            <a:lvl9pPr marL="3886200" indent="-228600" fontAlgn="base">
              <a:spcBef>
                <a:spcPct val="20000"/>
              </a:spcBef>
              <a:spcAft>
                <a:spcPct val="0"/>
              </a:spcAft>
              <a:buFont typeface="Audi Type" pitchFamily="34" charset="0"/>
              <a:buChar char="►"/>
              <a:defRPr sz="1600">
                <a:solidFill>
                  <a:schemeClr val="hlink"/>
                </a:solidFill>
              </a:defRPr>
            </a:lvl9pPr>
          </a:lstStyle>
          <a:p>
            <a:r>
              <a:rPr dirty="0" smtClean="0">
                <a:latin typeface="微软雅黑" panose="020B0503020204020204" pitchFamily="34" charset="-122"/>
                <a:ea typeface="微软雅黑" panose="020B0503020204020204" pitchFamily="34" charset="-122"/>
              </a:rPr>
              <a:t>Audi Channel直播首秀即圈粉，四圈联动直击年轻人</a:t>
            </a:r>
            <a:endParaRPr dirty="0" smtClean="0">
              <a:latin typeface="微软雅黑" panose="020B0503020204020204" pitchFamily="34" charset="-122"/>
              <a:ea typeface="微软雅黑" panose="020B0503020204020204" pitchFamily="34" charset="-122"/>
            </a:endParaRPr>
          </a:p>
          <a:p>
            <a:r>
              <a:rPr dirty="0" smtClean="0">
                <a:latin typeface="微软雅黑" panose="020B0503020204020204" pitchFamily="34" charset="-122"/>
                <a:ea typeface="微软雅黑" panose="020B0503020204020204" pitchFamily="34" charset="-122"/>
              </a:rPr>
              <a:t>Audi Channel's live broadcast debut is a fan, and the four-lap linkage directly hits young people</a:t>
            </a:r>
            <a:endParaRPr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黑马营销  </a:t>
            </a:r>
            <a:r>
              <a:rPr dirty="0" smtClean="0">
                <a:latin typeface="微软雅黑" panose="020B0503020204020204" pitchFamily="34" charset="-122"/>
                <a:ea typeface="微软雅黑" panose="020B0503020204020204" pitchFamily="34" charset="-122"/>
              </a:rPr>
              <a:t>heimayingxiao1</a:t>
            </a:r>
            <a:endParaRPr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广告价值 </a:t>
            </a:r>
            <a:r>
              <a:rPr lang="en-US" altLang="zh-CN" dirty="0" smtClean="0">
                <a:latin typeface="微软雅黑" panose="020B0503020204020204" pitchFamily="34" charset="-122"/>
                <a:ea typeface="微软雅黑" panose="020B0503020204020204" pitchFamily="34" charset="-122"/>
              </a:rPr>
              <a:t>AD Value</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300000 RMB</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rPr>
              <a:t>2020-11-17</a:t>
            </a:r>
            <a:endParaRPr lang="en-US" altLang="zh-CN" dirty="0">
              <a:latin typeface="微软雅黑" panose="020B0503020204020204" pitchFamily="34" charset="-122"/>
              <a:ea typeface="微软雅黑" panose="020B0503020204020204" pitchFamily="34" charset="-122"/>
            </a:endParaRPr>
          </a:p>
        </p:txBody>
      </p:sp>
      <p:sp>
        <p:nvSpPr>
          <p:cNvPr id="6" name="标题 5"/>
          <p:cNvSpPr>
            <a:spLocks noGrp="1"/>
          </p:cNvSpPr>
          <p:nvPr>
            <p:ph type="title"/>
          </p:nvPr>
        </p:nvSpPr>
        <p:spPr/>
        <p:txBody>
          <a:bodyPr/>
          <a:lstStyle/>
          <a:p>
            <a:r>
              <a:rPr lang="zh-CN" altLang="en-US" dirty="0" smtClean="0"/>
              <a:t>新媒体 </a:t>
            </a:r>
            <a:r>
              <a:rPr lang="en-US" altLang="zh-CN" dirty="0" smtClean="0"/>
              <a:t>N</a:t>
            </a:r>
            <a:r>
              <a:rPr lang="zh-CN" altLang="en-US" dirty="0" smtClean="0"/>
              <a:t>ew media</a:t>
            </a:r>
            <a:endParaRPr lang="zh-CN" altLang="en-US" dirty="0" smtClean="0"/>
          </a:p>
        </p:txBody>
      </p:sp>
      <p:pic>
        <p:nvPicPr>
          <p:cNvPr id="2" name="图片 1"/>
          <p:cNvPicPr>
            <a:picLocks noChangeAspect="1"/>
          </p:cNvPicPr>
          <p:nvPr/>
        </p:nvPicPr>
        <p:blipFill>
          <a:blip r:embed="rId1" cstate="email"/>
          <a:stretch>
            <a:fillRect/>
          </a:stretch>
        </p:blipFill>
        <p:spPr>
          <a:xfrm>
            <a:off x="0" y="1609725"/>
            <a:ext cx="4457065" cy="2958465"/>
          </a:xfrm>
          <a:prstGeom prst="rect">
            <a:avLst/>
          </a:prstGeom>
        </p:spPr>
      </p:pic>
      <p:pic>
        <p:nvPicPr>
          <p:cNvPr id="3" name="图片 2"/>
          <p:cNvPicPr>
            <a:picLocks noChangeAspect="1"/>
          </p:cNvPicPr>
          <p:nvPr/>
        </p:nvPicPr>
        <p:blipFill>
          <a:blip r:embed="rId2" cstate="email"/>
          <a:stretch>
            <a:fillRect/>
          </a:stretch>
        </p:blipFill>
        <p:spPr>
          <a:xfrm>
            <a:off x="4509135" y="1308735"/>
            <a:ext cx="4177665" cy="3559810"/>
          </a:xfrm>
          <a:prstGeom prst="rect">
            <a:avLst/>
          </a:prstGeom>
        </p:spPr>
      </p:pic>
      <p:pic>
        <p:nvPicPr>
          <p:cNvPr id="8" name="图片 7" descr="552900A5DEB540312AB4727AE3B016D4[1]"/>
          <p:cNvPicPr>
            <a:picLocks noChangeAspect="1"/>
          </p:cNvPicPr>
          <p:nvPr/>
        </p:nvPicPr>
        <p:blipFill>
          <a:blip r:embed="rId3" cstate="email"/>
          <a:stretch>
            <a:fillRect/>
          </a:stretch>
        </p:blipFill>
        <p:spPr>
          <a:xfrm>
            <a:off x="7825105" y="447040"/>
            <a:ext cx="861695" cy="861695"/>
          </a:xfrm>
          <a:prstGeom prst="rect">
            <a:avLst/>
          </a:prstGeom>
        </p:spPr>
      </p:pic>
    </p:spTree>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内容占位符 2"/>
          <p:cNvSpPr txBox="1"/>
          <p:nvPr/>
        </p:nvSpPr>
        <p:spPr bwMode="auto">
          <a:xfrm>
            <a:off x="0" y="4912995"/>
            <a:ext cx="9144000" cy="1297305"/>
          </a:xfrm>
          <a:prstGeom prst="rect">
            <a:avLst/>
          </a:prstGeom>
          <a:solidFill>
            <a:srgbClr val="F50537"/>
          </a:solidFill>
          <a:ln>
            <a:noFill/>
          </a:ln>
        </p:spPr>
        <p:txBody>
          <a:bodyPr vert="horz" wrap="square" lIns="0" tIns="0" rIns="0" bIns="0" numCol="1" anchor="ctr" anchorCtr="0" compatLnSpc="1"/>
          <a:lstStyle>
            <a:defPPr>
              <a:defRPr lang="zh-CN"/>
            </a:defPPr>
            <a:lvl1pPr indent="0" algn="ctr" eaLnBrk="0" fontAlgn="ctr" hangingPunct="0">
              <a:lnSpc>
                <a:spcPct val="120000"/>
              </a:lnSpc>
              <a:spcBef>
                <a:spcPts val="0"/>
              </a:spcBef>
              <a:spcAft>
                <a:spcPct val="0"/>
              </a:spcAft>
              <a:buClrTx/>
              <a:buSzPct val="80000"/>
              <a:buFont typeface="Arial" panose="020B0604020202020204" pitchFamily="34" charset="0"/>
              <a:buNone/>
              <a:defRPr sz="1200" b="1">
                <a:solidFill>
                  <a:schemeClr val="bg1"/>
                </a:solidFill>
                <a:latin typeface="Audi Type" pitchFamily="34" charset="0"/>
                <a:ea typeface="华康黑体W5(P)" pitchFamily="34" charset="-122"/>
                <a:cs typeface="微软雅黑" panose="020B0503020204020204" pitchFamily="34" charset="-122"/>
              </a:defRPr>
            </a:lvl1pPr>
            <a:lvl2pPr marL="532130" indent="-255905" eaLnBrk="0" fontAlgn="ctr" hangingPunct="0">
              <a:lnSpc>
                <a:spcPct val="110000"/>
              </a:lnSpc>
              <a:spcBef>
                <a:spcPct val="30000"/>
              </a:spcBef>
              <a:spcAft>
                <a:spcPct val="0"/>
              </a:spcAft>
              <a:buClr>
                <a:schemeClr val="hlink"/>
              </a:buClr>
              <a:buSzPct val="80000"/>
              <a:buFont typeface="Arial" panose="020B0604020202020204" pitchFamily="34" charset="0"/>
              <a:buChar char="►"/>
              <a:defRPr sz="1600">
                <a:latin typeface="Audi Type" pitchFamily="34" charset="0"/>
              </a:defRPr>
            </a:lvl2pPr>
            <a:lvl3pPr marL="711200" indent="12700" eaLnBrk="0" fontAlgn="base" hangingPunct="0">
              <a:lnSpc>
                <a:spcPct val="110000"/>
              </a:lnSpc>
              <a:spcBef>
                <a:spcPct val="30000"/>
              </a:spcBef>
              <a:spcAft>
                <a:spcPct val="0"/>
              </a:spcAft>
              <a:buFont typeface="Audi Type" pitchFamily="34" charset="0"/>
              <a:buChar char="•"/>
              <a:defRPr sz="1600">
                <a:latin typeface="Audi Type" pitchFamily="34" charset="0"/>
              </a:defRPr>
            </a:lvl3pPr>
            <a:lvl4pPr marL="1600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defRPr>
            </a:lvl4pPr>
            <a:lvl5pPr marL="20574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defRPr>
            </a:lvl5pPr>
            <a:lvl6pPr marL="2514600" indent="-228600" fontAlgn="base">
              <a:spcBef>
                <a:spcPct val="20000"/>
              </a:spcBef>
              <a:spcAft>
                <a:spcPct val="0"/>
              </a:spcAft>
              <a:buFont typeface="Audi Type" pitchFamily="34" charset="0"/>
              <a:buChar char="►"/>
              <a:defRPr sz="1600">
                <a:solidFill>
                  <a:schemeClr val="hlink"/>
                </a:solidFill>
              </a:defRPr>
            </a:lvl6pPr>
            <a:lvl7pPr marL="2971800" indent="-228600" fontAlgn="base">
              <a:spcBef>
                <a:spcPct val="20000"/>
              </a:spcBef>
              <a:spcAft>
                <a:spcPct val="0"/>
              </a:spcAft>
              <a:buFont typeface="Audi Type" pitchFamily="34" charset="0"/>
              <a:buChar char="►"/>
              <a:defRPr sz="1600">
                <a:solidFill>
                  <a:schemeClr val="hlink"/>
                </a:solidFill>
              </a:defRPr>
            </a:lvl7pPr>
            <a:lvl8pPr marL="3429000" indent="-228600" fontAlgn="base">
              <a:spcBef>
                <a:spcPct val="20000"/>
              </a:spcBef>
              <a:spcAft>
                <a:spcPct val="0"/>
              </a:spcAft>
              <a:buFont typeface="Audi Type" pitchFamily="34" charset="0"/>
              <a:buChar char="►"/>
              <a:defRPr sz="1600">
                <a:solidFill>
                  <a:schemeClr val="hlink"/>
                </a:solidFill>
              </a:defRPr>
            </a:lvl8pPr>
            <a:lvl9pPr marL="3886200" indent="-228600" fontAlgn="base">
              <a:spcBef>
                <a:spcPct val="20000"/>
              </a:spcBef>
              <a:spcAft>
                <a:spcPct val="0"/>
              </a:spcAft>
              <a:buFont typeface="Audi Type" pitchFamily="34" charset="0"/>
              <a:buChar char="►"/>
              <a:defRPr sz="1600">
                <a:solidFill>
                  <a:schemeClr val="hlink"/>
                </a:solidFill>
              </a:defRPr>
            </a:lvl9pPr>
          </a:lstStyle>
          <a:p>
            <a:r>
              <a:rPr dirty="0" smtClean="0">
                <a:latin typeface="微软雅黑" panose="020B0503020204020204" pitchFamily="34" charset="-122"/>
                <a:ea typeface="微软雅黑" panose="020B0503020204020204" pitchFamily="34" charset="-122"/>
              </a:rPr>
              <a:t>Audi Channel直播首秀点赞过亿 Z世代营销破圈出道</a:t>
            </a:r>
            <a:endParaRPr dirty="0" smtClean="0">
              <a:latin typeface="微软雅黑" panose="020B0503020204020204" pitchFamily="34" charset="-122"/>
              <a:ea typeface="微软雅黑" panose="020B0503020204020204" pitchFamily="34" charset="-122"/>
            </a:endParaRPr>
          </a:p>
          <a:p>
            <a:r>
              <a:rPr dirty="0" smtClean="0">
                <a:latin typeface="微软雅黑" panose="020B0503020204020204" pitchFamily="34" charset="-122"/>
                <a:ea typeface="微软雅黑" panose="020B0503020204020204" pitchFamily="34" charset="-122"/>
              </a:rPr>
              <a:t>Audi Channel's live broadcast debut over 100 million likes, generation Z marketing breaks the circle debut</a:t>
            </a:r>
            <a:endParaRPr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汽势传媒 dy.163.com</a:t>
            </a:r>
            <a:endParaRPr lang="zh-CN" altLang="en-US"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广告价值 </a:t>
            </a:r>
            <a:r>
              <a:rPr lang="en-US" altLang="zh-CN" dirty="0" smtClean="0">
                <a:latin typeface="微软雅黑" panose="020B0503020204020204" pitchFamily="34" charset="-122"/>
                <a:ea typeface="微软雅黑" panose="020B0503020204020204" pitchFamily="34" charset="-122"/>
              </a:rPr>
              <a:t>AD Value</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120000 RMB</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rPr>
              <a:t>2020-11-17</a:t>
            </a:r>
            <a:endParaRPr lang="en-US" altLang="zh-CN" dirty="0">
              <a:latin typeface="微软雅黑" panose="020B0503020204020204" pitchFamily="34" charset="-122"/>
              <a:ea typeface="微软雅黑" panose="020B0503020204020204" pitchFamily="34" charset="-122"/>
            </a:endParaRPr>
          </a:p>
        </p:txBody>
      </p:sp>
      <p:sp>
        <p:nvSpPr>
          <p:cNvPr id="6" name="标题 5"/>
          <p:cNvSpPr>
            <a:spLocks noGrp="1"/>
          </p:cNvSpPr>
          <p:nvPr>
            <p:ph type="title"/>
          </p:nvPr>
        </p:nvSpPr>
        <p:spPr/>
        <p:txBody>
          <a:bodyPr/>
          <a:lstStyle/>
          <a:p>
            <a:r>
              <a:rPr lang="zh-CN" altLang="en-US" dirty="0" smtClean="0"/>
              <a:t>网络媒体 </a:t>
            </a:r>
            <a:r>
              <a:rPr lang="en-US" altLang="zh-CN" dirty="0" smtClean="0"/>
              <a:t>W</a:t>
            </a:r>
            <a:r>
              <a:rPr lang="zh-CN" altLang="en-US" dirty="0" smtClean="0">
                <a:sym typeface="+mn-ea"/>
              </a:rPr>
              <a:t>e</a:t>
            </a:r>
            <a:r>
              <a:rPr lang="en-US" altLang="zh-CN" dirty="0" smtClean="0">
                <a:sym typeface="+mn-ea"/>
              </a:rPr>
              <a:t>b</a:t>
            </a:r>
            <a:r>
              <a:rPr lang="zh-CN" altLang="en-US" dirty="0" smtClean="0">
                <a:sym typeface="+mn-ea"/>
              </a:rPr>
              <a:t> media</a:t>
            </a:r>
            <a:endParaRPr lang="zh-CN" altLang="en-US" dirty="0" smtClean="0"/>
          </a:p>
        </p:txBody>
      </p:sp>
      <p:pic>
        <p:nvPicPr>
          <p:cNvPr id="3" name="图片 2"/>
          <p:cNvPicPr>
            <a:picLocks noChangeAspect="1"/>
          </p:cNvPicPr>
          <p:nvPr/>
        </p:nvPicPr>
        <p:blipFill>
          <a:blip r:embed="rId1" cstate="email"/>
          <a:stretch>
            <a:fillRect/>
          </a:stretch>
        </p:blipFill>
        <p:spPr>
          <a:xfrm>
            <a:off x="549275" y="1547495"/>
            <a:ext cx="4209415" cy="3027680"/>
          </a:xfrm>
          <a:prstGeom prst="rect">
            <a:avLst/>
          </a:prstGeom>
        </p:spPr>
      </p:pic>
      <p:pic>
        <p:nvPicPr>
          <p:cNvPr id="4" name="图片 3"/>
          <p:cNvPicPr>
            <a:picLocks noChangeAspect="1"/>
          </p:cNvPicPr>
          <p:nvPr/>
        </p:nvPicPr>
        <p:blipFill>
          <a:blip r:embed="rId2" cstate="email"/>
          <a:stretch>
            <a:fillRect/>
          </a:stretch>
        </p:blipFill>
        <p:spPr>
          <a:xfrm>
            <a:off x="4758690" y="1417320"/>
            <a:ext cx="3928110" cy="3288665"/>
          </a:xfrm>
          <a:prstGeom prst="rect">
            <a:avLst/>
          </a:prstGeom>
        </p:spPr>
      </p:pic>
      <p:pic>
        <p:nvPicPr>
          <p:cNvPr id="5" name="图片 4" descr="autohomecar__ChsEj18Ws6CAf6ejAAxtboQ_bfg945[1]"/>
          <p:cNvPicPr>
            <a:picLocks noChangeAspect="1"/>
          </p:cNvPicPr>
          <p:nvPr/>
        </p:nvPicPr>
        <p:blipFill>
          <a:blip r:embed="rId3" cstate="email"/>
          <a:stretch>
            <a:fillRect/>
          </a:stretch>
        </p:blipFill>
        <p:spPr>
          <a:xfrm>
            <a:off x="7565390" y="424815"/>
            <a:ext cx="799465" cy="799465"/>
          </a:xfrm>
          <a:prstGeom prst="rect">
            <a:avLst/>
          </a:prstGeom>
        </p:spPr>
      </p:pic>
    </p:spTree>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内容占位符 2"/>
          <p:cNvSpPr txBox="1"/>
          <p:nvPr/>
        </p:nvSpPr>
        <p:spPr bwMode="auto">
          <a:xfrm>
            <a:off x="0" y="4912995"/>
            <a:ext cx="9144000" cy="1297305"/>
          </a:xfrm>
          <a:prstGeom prst="rect">
            <a:avLst/>
          </a:prstGeom>
          <a:solidFill>
            <a:srgbClr val="F50537"/>
          </a:solidFill>
          <a:ln>
            <a:noFill/>
          </a:ln>
        </p:spPr>
        <p:txBody>
          <a:bodyPr vert="horz" wrap="square" lIns="0" tIns="0" rIns="0" bIns="0" numCol="1" anchor="ctr" anchorCtr="0" compatLnSpc="1"/>
          <a:lstStyle>
            <a:defPPr>
              <a:defRPr lang="zh-CN"/>
            </a:defPPr>
            <a:lvl1pPr indent="0" algn="ctr" eaLnBrk="0" fontAlgn="ctr" hangingPunct="0">
              <a:lnSpc>
                <a:spcPct val="120000"/>
              </a:lnSpc>
              <a:spcBef>
                <a:spcPts val="0"/>
              </a:spcBef>
              <a:spcAft>
                <a:spcPct val="0"/>
              </a:spcAft>
              <a:buClrTx/>
              <a:buSzPct val="80000"/>
              <a:buFont typeface="Arial" panose="020B0604020202020204" pitchFamily="34" charset="0"/>
              <a:buNone/>
              <a:defRPr sz="1200" b="1">
                <a:solidFill>
                  <a:schemeClr val="bg1"/>
                </a:solidFill>
                <a:latin typeface="Audi Type" pitchFamily="34" charset="0"/>
                <a:ea typeface="华康黑体W5(P)" pitchFamily="34" charset="-122"/>
                <a:cs typeface="微软雅黑" panose="020B0503020204020204" pitchFamily="34" charset="-122"/>
              </a:defRPr>
            </a:lvl1pPr>
            <a:lvl2pPr marL="532130" indent="-255905" eaLnBrk="0" fontAlgn="ctr" hangingPunct="0">
              <a:lnSpc>
                <a:spcPct val="110000"/>
              </a:lnSpc>
              <a:spcBef>
                <a:spcPct val="30000"/>
              </a:spcBef>
              <a:spcAft>
                <a:spcPct val="0"/>
              </a:spcAft>
              <a:buClr>
                <a:schemeClr val="hlink"/>
              </a:buClr>
              <a:buSzPct val="80000"/>
              <a:buFont typeface="Arial" panose="020B0604020202020204" pitchFamily="34" charset="0"/>
              <a:buChar char="►"/>
              <a:defRPr sz="1600">
                <a:latin typeface="Audi Type" pitchFamily="34" charset="0"/>
              </a:defRPr>
            </a:lvl2pPr>
            <a:lvl3pPr marL="711200" indent="12700" eaLnBrk="0" fontAlgn="base" hangingPunct="0">
              <a:lnSpc>
                <a:spcPct val="110000"/>
              </a:lnSpc>
              <a:spcBef>
                <a:spcPct val="30000"/>
              </a:spcBef>
              <a:spcAft>
                <a:spcPct val="0"/>
              </a:spcAft>
              <a:buFont typeface="Audi Type" pitchFamily="34" charset="0"/>
              <a:buChar char="•"/>
              <a:defRPr sz="1600">
                <a:latin typeface="Audi Type" pitchFamily="34" charset="0"/>
              </a:defRPr>
            </a:lvl3pPr>
            <a:lvl4pPr marL="1600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defRPr>
            </a:lvl4pPr>
            <a:lvl5pPr marL="20574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defRPr>
            </a:lvl5pPr>
            <a:lvl6pPr marL="2514600" indent="-228600" fontAlgn="base">
              <a:spcBef>
                <a:spcPct val="20000"/>
              </a:spcBef>
              <a:spcAft>
                <a:spcPct val="0"/>
              </a:spcAft>
              <a:buFont typeface="Audi Type" pitchFamily="34" charset="0"/>
              <a:buChar char="►"/>
              <a:defRPr sz="1600">
                <a:solidFill>
                  <a:schemeClr val="hlink"/>
                </a:solidFill>
              </a:defRPr>
            </a:lvl6pPr>
            <a:lvl7pPr marL="2971800" indent="-228600" fontAlgn="base">
              <a:spcBef>
                <a:spcPct val="20000"/>
              </a:spcBef>
              <a:spcAft>
                <a:spcPct val="0"/>
              </a:spcAft>
              <a:buFont typeface="Audi Type" pitchFamily="34" charset="0"/>
              <a:buChar char="►"/>
              <a:defRPr sz="1600">
                <a:solidFill>
                  <a:schemeClr val="hlink"/>
                </a:solidFill>
              </a:defRPr>
            </a:lvl7pPr>
            <a:lvl8pPr marL="3429000" indent="-228600" fontAlgn="base">
              <a:spcBef>
                <a:spcPct val="20000"/>
              </a:spcBef>
              <a:spcAft>
                <a:spcPct val="0"/>
              </a:spcAft>
              <a:buFont typeface="Audi Type" pitchFamily="34" charset="0"/>
              <a:buChar char="►"/>
              <a:defRPr sz="1600">
                <a:solidFill>
                  <a:schemeClr val="hlink"/>
                </a:solidFill>
              </a:defRPr>
            </a:lvl8pPr>
            <a:lvl9pPr marL="3886200" indent="-228600" fontAlgn="base">
              <a:spcBef>
                <a:spcPct val="20000"/>
              </a:spcBef>
              <a:spcAft>
                <a:spcPct val="0"/>
              </a:spcAft>
              <a:buFont typeface="Audi Type" pitchFamily="34" charset="0"/>
              <a:buChar char="►"/>
              <a:defRPr sz="1600">
                <a:solidFill>
                  <a:schemeClr val="hlink"/>
                </a:solidFill>
              </a:defRPr>
            </a:lvl9pPr>
          </a:lstStyle>
          <a:p>
            <a:r>
              <a:rPr dirty="0" smtClean="0">
                <a:latin typeface="微软雅黑" panose="020B0503020204020204" pitchFamily="34" charset="-122"/>
                <a:ea typeface="微软雅黑" panose="020B0503020204020204" pitchFamily="34" charset="-122"/>
              </a:rPr>
              <a:t>首场直播点赞过亿、一夜圈粉10万+，奥迪凭什么？</a:t>
            </a:r>
            <a:endParaRPr dirty="0" smtClean="0">
              <a:latin typeface="微软雅黑" panose="020B0503020204020204" pitchFamily="34" charset="-122"/>
              <a:ea typeface="微软雅黑" panose="020B0503020204020204" pitchFamily="34" charset="-122"/>
            </a:endParaRPr>
          </a:p>
          <a:p>
            <a:r>
              <a:rPr dirty="0" smtClean="0">
                <a:latin typeface="微软雅黑" panose="020B0503020204020204" pitchFamily="34" charset="-122"/>
                <a:ea typeface="微软雅黑" panose="020B0503020204020204" pitchFamily="34" charset="-122"/>
              </a:rPr>
              <a:t>The first live broadcast has over 100 million likes and 100,000+ fans in one night. Why is Audi?</a:t>
            </a:r>
            <a:endParaRPr dirty="0" smtClean="0">
              <a:latin typeface="微软雅黑" panose="020B0503020204020204" pitchFamily="34" charset="-122"/>
              <a:ea typeface="微软雅黑" panose="020B0503020204020204" pitchFamily="34" charset="-122"/>
            </a:endParaRPr>
          </a:p>
          <a:p>
            <a:r>
              <a:rPr dirty="0" smtClean="0">
                <a:latin typeface="微软雅黑" panose="020B0503020204020204" pitchFamily="34" charset="-122"/>
                <a:ea typeface="微软雅黑" panose="020B0503020204020204" pitchFamily="34" charset="-122"/>
              </a:rPr>
              <a:t>车壹条</a:t>
            </a:r>
            <a:endParaRPr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广告价值 </a:t>
            </a:r>
            <a:r>
              <a:rPr lang="en-US" altLang="zh-CN" dirty="0" smtClean="0">
                <a:latin typeface="微软雅黑" panose="020B0503020204020204" pitchFamily="34" charset="-122"/>
                <a:ea typeface="微软雅黑" panose="020B0503020204020204" pitchFamily="34" charset="-122"/>
              </a:rPr>
              <a:t>AD Value</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120000 RMB</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rPr>
              <a:t>2020-11-18</a:t>
            </a:r>
            <a:endParaRPr lang="en-US" altLang="zh-CN" dirty="0">
              <a:latin typeface="微软雅黑" panose="020B0503020204020204" pitchFamily="34" charset="-122"/>
              <a:ea typeface="微软雅黑" panose="020B0503020204020204" pitchFamily="34" charset="-122"/>
            </a:endParaRPr>
          </a:p>
        </p:txBody>
      </p:sp>
      <p:sp>
        <p:nvSpPr>
          <p:cNvPr id="6" name="标题 5"/>
          <p:cNvSpPr>
            <a:spLocks noGrp="1"/>
          </p:cNvSpPr>
          <p:nvPr>
            <p:ph type="title"/>
          </p:nvPr>
        </p:nvSpPr>
        <p:spPr/>
        <p:txBody>
          <a:bodyPr/>
          <a:lstStyle/>
          <a:p>
            <a:r>
              <a:rPr lang="zh-CN" altLang="en-US" dirty="0" smtClean="0"/>
              <a:t>网络媒体 </a:t>
            </a:r>
            <a:r>
              <a:rPr lang="en-US" altLang="zh-CN" dirty="0" smtClean="0"/>
              <a:t>W</a:t>
            </a:r>
            <a:r>
              <a:rPr lang="zh-CN" altLang="en-US" dirty="0" smtClean="0">
                <a:sym typeface="+mn-ea"/>
              </a:rPr>
              <a:t>e</a:t>
            </a:r>
            <a:r>
              <a:rPr lang="en-US" altLang="zh-CN" dirty="0" smtClean="0">
                <a:sym typeface="+mn-ea"/>
              </a:rPr>
              <a:t>b</a:t>
            </a:r>
            <a:r>
              <a:rPr lang="zh-CN" altLang="en-US" dirty="0" smtClean="0">
                <a:sym typeface="+mn-ea"/>
              </a:rPr>
              <a:t> media</a:t>
            </a:r>
            <a:endParaRPr lang="zh-CN" altLang="en-US" dirty="0" smtClean="0"/>
          </a:p>
        </p:txBody>
      </p:sp>
      <p:pic>
        <p:nvPicPr>
          <p:cNvPr id="2" name="图片 1"/>
          <p:cNvPicPr>
            <a:picLocks noChangeAspect="1"/>
          </p:cNvPicPr>
          <p:nvPr/>
        </p:nvPicPr>
        <p:blipFill>
          <a:blip r:embed="rId1" cstate="email"/>
          <a:stretch>
            <a:fillRect/>
          </a:stretch>
        </p:blipFill>
        <p:spPr>
          <a:xfrm>
            <a:off x="4469765" y="1417320"/>
            <a:ext cx="4552950" cy="3329940"/>
          </a:xfrm>
          <a:prstGeom prst="rect">
            <a:avLst/>
          </a:prstGeom>
        </p:spPr>
      </p:pic>
      <p:pic>
        <p:nvPicPr>
          <p:cNvPr id="8" name="图片 7"/>
          <p:cNvPicPr>
            <a:picLocks noChangeAspect="1"/>
          </p:cNvPicPr>
          <p:nvPr/>
        </p:nvPicPr>
        <p:blipFill>
          <a:blip r:embed="rId2" cstate="email"/>
          <a:stretch>
            <a:fillRect/>
          </a:stretch>
        </p:blipFill>
        <p:spPr>
          <a:xfrm>
            <a:off x="366395" y="1417320"/>
            <a:ext cx="3895090" cy="3329940"/>
          </a:xfrm>
          <a:prstGeom prst="rect">
            <a:avLst/>
          </a:prstGeom>
        </p:spPr>
      </p:pic>
      <p:pic>
        <p:nvPicPr>
          <p:cNvPr id="9" name="图片 8" descr="413cc487ly1g9dj8300qnj20i20hr0vy[1]"/>
          <p:cNvPicPr>
            <a:picLocks noChangeAspect="1"/>
          </p:cNvPicPr>
          <p:nvPr/>
        </p:nvPicPr>
        <p:blipFill>
          <a:blip r:embed="rId3" cstate="email"/>
          <a:stretch>
            <a:fillRect/>
          </a:stretch>
        </p:blipFill>
        <p:spPr>
          <a:xfrm>
            <a:off x="7905115" y="535305"/>
            <a:ext cx="882015" cy="882015"/>
          </a:xfrm>
          <a:prstGeom prst="rect">
            <a:avLst/>
          </a:prstGeom>
        </p:spPr>
      </p:pic>
    </p:spTree>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内容占位符 2"/>
          <p:cNvSpPr txBox="1"/>
          <p:nvPr/>
        </p:nvSpPr>
        <p:spPr bwMode="auto">
          <a:xfrm>
            <a:off x="0" y="4912995"/>
            <a:ext cx="9144000" cy="1297305"/>
          </a:xfrm>
          <a:prstGeom prst="rect">
            <a:avLst/>
          </a:prstGeom>
          <a:solidFill>
            <a:srgbClr val="F50537"/>
          </a:solidFill>
          <a:ln>
            <a:noFill/>
          </a:ln>
        </p:spPr>
        <p:txBody>
          <a:bodyPr vert="horz" wrap="square" lIns="0" tIns="0" rIns="0" bIns="0" numCol="1" anchor="ctr" anchorCtr="0" compatLnSpc="1"/>
          <a:lstStyle>
            <a:defPPr>
              <a:defRPr lang="zh-CN"/>
            </a:defPPr>
            <a:lvl1pPr indent="0" algn="ctr" eaLnBrk="0" fontAlgn="ctr" hangingPunct="0">
              <a:lnSpc>
                <a:spcPct val="120000"/>
              </a:lnSpc>
              <a:spcBef>
                <a:spcPts val="0"/>
              </a:spcBef>
              <a:spcAft>
                <a:spcPct val="0"/>
              </a:spcAft>
              <a:buClrTx/>
              <a:buSzPct val="80000"/>
              <a:buFont typeface="Arial" panose="020B0604020202020204" pitchFamily="34" charset="0"/>
              <a:buNone/>
              <a:defRPr sz="1200" b="1">
                <a:solidFill>
                  <a:schemeClr val="bg1"/>
                </a:solidFill>
                <a:latin typeface="Audi Type" pitchFamily="34" charset="0"/>
                <a:ea typeface="华康黑体W5(P)" pitchFamily="34" charset="-122"/>
                <a:cs typeface="微软雅黑" panose="020B0503020204020204" pitchFamily="34" charset="-122"/>
              </a:defRPr>
            </a:lvl1pPr>
            <a:lvl2pPr marL="532130" indent="-255905" eaLnBrk="0" fontAlgn="ctr" hangingPunct="0">
              <a:lnSpc>
                <a:spcPct val="110000"/>
              </a:lnSpc>
              <a:spcBef>
                <a:spcPct val="30000"/>
              </a:spcBef>
              <a:spcAft>
                <a:spcPct val="0"/>
              </a:spcAft>
              <a:buClr>
                <a:schemeClr val="hlink"/>
              </a:buClr>
              <a:buSzPct val="80000"/>
              <a:buFont typeface="Arial" panose="020B0604020202020204" pitchFamily="34" charset="0"/>
              <a:buChar char="►"/>
              <a:defRPr sz="1600">
                <a:latin typeface="Audi Type" pitchFamily="34" charset="0"/>
              </a:defRPr>
            </a:lvl2pPr>
            <a:lvl3pPr marL="711200" indent="12700" eaLnBrk="0" fontAlgn="base" hangingPunct="0">
              <a:lnSpc>
                <a:spcPct val="110000"/>
              </a:lnSpc>
              <a:spcBef>
                <a:spcPct val="30000"/>
              </a:spcBef>
              <a:spcAft>
                <a:spcPct val="0"/>
              </a:spcAft>
              <a:buFont typeface="Audi Type" pitchFamily="34" charset="0"/>
              <a:buChar char="•"/>
              <a:defRPr sz="1600">
                <a:latin typeface="Audi Type" pitchFamily="34" charset="0"/>
              </a:defRPr>
            </a:lvl3pPr>
            <a:lvl4pPr marL="1600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defRPr>
            </a:lvl4pPr>
            <a:lvl5pPr marL="20574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defRPr>
            </a:lvl5pPr>
            <a:lvl6pPr marL="2514600" indent="-228600" fontAlgn="base">
              <a:spcBef>
                <a:spcPct val="20000"/>
              </a:spcBef>
              <a:spcAft>
                <a:spcPct val="0"/>
              </a:spcAft>
              <a:buFont typeface="Audi Type" pitchFamily="34" charset="0"/>
              <a:buChar char="►"/>
              <a:defRPr sz="1600">
                <a:solidFill>
                  <a:schemeClr val="hlink"/>
                </a:solidFill>
              </a:defRPr>
            </a:lvl6pPr>
            <a:lvl7pPr marL="2971800" indent="-228600" fontAlgn="base">
              <a:spcBef>
                <a:spcPct val="20000"/>
              </a:spcBef>
              <a:spcAft>
                <a:spcPct val="0"/>
              </a:spcAft>
              <a:buFont typeface="Audi Type" pitchFamily="34" charset="0"/>
              <a:buChar char="►"/>
              <a:defRPr sz="1600">
                <a:solidFill>
                  <a:schemeClr val="hlink"/>
                </a:solidFill>
              </a:defRPr>
            </a:lvl7pPr>
            <a:lvl8pPr marL="3429000" indent="-228600" fontAlgn="base">
              <a:spcBef>
                <a:spcPct val="20000"/>
              </a:spcBef>
              <a:spcAft>
                <a:spcPct val="0"/>
              </a:spcAft>
              <a:buFont typeface="Audi Type" pitchFamily="34" charset="0"/>
              <a:buChar char="►"/>
              <a:defRPr sz="1600">
                <a:solidFill>
                  <a:schemeClr val="hlink"/>
                </a:solidFill>
              </a:defRPr>
            </a:lvl8pPr>
            <a:lvl9pPr marL="3886200" indent="-228600" fontAlgn="base">
              <a:spcBef>
                <a:spcPct val="20000"/>
              </a:spcBef>
              <a:spcAft>
                <a:spcPct val="0"/>
              </a:spcAft>
              <a:buFont typeface="Audi Type" pitchFamily="34" charset="0"/>
              <a:buChar char="►"/>
              <a:defRPr sz="1600">
                <a:solidFill>
                  <a:schemeClr val="hlink"/>
                </a:solidFill>
              </a:defRPr>
            </a:lvl9pPr>
          </a:lstStyle>
          <a:p>
            <a:r>
              <a:rPr dirty="0" smtClean="0">
                <a:latin typeface="微软雅黑" panose="020B0503020204020204" pitchFamily="34" charset="-122"/>
                <a:ea typeface="微软雅黑" panose="020B0503020204020204" pitchFamily="34" charset="-122"/>
              </a:rPr>
              <a:t>一汽-大众奥迪营销创新再上新高度，实力圈粉Z世代</a:t>
            </a:r>
            <a:endParaRPr dirty="0" smtClean="0">
              <a:latin typeface="微软雅黑" panose="020B0503020204020204" pitchFamily="34" charset="-122"/>
              <a:ea typeface="微软雅黑" panose="020B0503020204020204" pitchFamily="34" charset="-122"/>
            </a:endParaRPr>
          </a:p>
          <a:p>
            <a:r>
              <a:rPr dirty="0" smtClean="0">
                <a:latin typeface="微软雅黑" panose="020B0503020204020204" pitchFamily="34" charset="-122"/>
                <a:ea typeface="微软雅黑" panose="020B0503020204020204" pitchFamily="34" charset="-122"/>
              </a:rPr>
              <a:t>FAW-Volkswagen Audi's marketing innovation has reached a new level, and its strength has become a fan of the Z generation</a:t>
            </a:r>
            <a:endParaRPr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ams车评网 dy.163.com</a:t>
            </a:r>
            <a:endParaRPr lang="zh-CN" altLang="en-US"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广告价值 </a:t>
            </a:r>
            <a:r>
              <a:rPr lang="en-US" altLang="zh-CN" dirty="0" smtClean="0">
                <a:latin typeface="微软雅黑" panose="020B0503020204020204" pitchFamily="34" charset="-122"/>
                <a:ea typeface="微软雅黑" panose="020B0503020204020204" pitchFamily="34" charset="-122"/>
              </a:rPr>
              <a:t>AD Value</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120000 RMB</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rPr>
              <a:t>2020-11-19</a:t>
            </a:r>
            <a:endParaRPr lang="en-US" altLang="zh-CN" dirty="0">
              <a:latin typeface="微软雅黑" panose="020B0503020204020204" pitchFamily="34" charset="-122"/>
              <a:ea typeface="微软雅黑" panose="020B0503020204020204" pitchFamily="34" charset="-122"/>
            </a:endParaRPr>
          </a:p>
        </p:txBody>
      </p:sp>
      <p:sp>
        <p:nvSpPr>
          <p:cNvPr id="6" name="标题 5"/>
          <p:cNvSpPr>
            <a:spLocks noGrp="1"/>
          </p:cNvSpPr>
          <p:nvPr>
            <p:ph type="title"/>
          </p:nvPr>
        </p:nvSpPr>
        <p:spPr>
          <a:xfrm>
            <a:off x="457200" y="274637"/>
            <a:ext cx="8229600" cy="1143000"/>
          </a:xfrm>
        </p:spPr>
        <p:txBody>
          <a:bodyPr/>
          <a:lstStyle/>
          <a:p>
            <a:r>
              <a:rPr lang="zh-CN" altLang="en-US" dirty="0" smtClean="0"/>
              <a:t>网络媒体 </a:t>
            </a:r>
            <a:r>
              <a:rPr lang="en-US" altLang="zh-CN" dirty="0" smtClean="0"/>
              <a:t>W</a:t>
            </a:r>
            <a:r>
              <a:rPr lang="zh-CN" altLang="en-US" dirty="0" smtClean="0">
                <a:sym typeface="+mn-ea"/>
              </a:rPr>
              <a:t>e</a:t>
            </a:r>
            <a:r>
              <a:rPr lang="en-US" altLang="zh-CN" dirty="0" smtClean="0">
                <a:sym typeface="+mn-ea"/>
              </a:rPr>
              <a:t>b</a:t>
            </a:r>
            <a:r>
              <a:rPr lang="zh-CN" altLang="en-US" dirty="0" smtClean="0">
                <a:sym typeface="+mn-ea"/>
              </a:rPr>
              <a:t> media</a:t>
            </a:r>
            <a:endParaRPr lang="zh-CN" altLang="en-US" dirty="0" smtClean="0"/>
          </a:p>
        </p:txBody>
      </p:sp>
      <p:pic>
        <p:nvPicPr>
          <p:cNvPr id="2" name="图片 1"/>
          <p:cNvPicPr>
            <a:picLocks noChangeAspect="1"/>
          </p:cNvPicPr>
          <p:nvPr/>
        </p:nvPicPr>
        <p:blipFill>
          <a:blip r:embed="rId1"/>
          <a:stretch>
            <a:fillRect/>
          </a:stretch>
        </p:blipFill>
        <p:spPr>
          <a:xfrm>
            <a:off x="4958715" y="1541145"/>
            <a:ext cx="3496945" cy="3024505"/>
          </a:xfrm>
          <a:prstGeom prst="rect">
            <a:avLst/>
          </a:prstGeom>
        </p:spPr>
      </p:pic>
      <p:pic>
        <p:nvPicPr>
          <p:cNvPr id="7" name="图片 6"/>
          <p:cNvPicPr>
            <a:picLocks noChangeAspect="1"/>
          </p:cNvPicPr>
          <p:nvPr/>
        </p:nvPicPr>
        <p:blipFill>
          <a:blip r:embed="rId2"/>
          <a:stretch>
            <a:fillRect/>
          </a:stretch>
        </p:blipFill>
        <p:spPr>
          <a:xfrm>
            <a:off x="856615" y="1417320"/>
            <a:ext cx="3872865" cy="3272790"/>
          </a:xfrm>
          <a:prstGeom prst="rect">
            <a:avLst/>
          </a:prstGeom>
        </p:spPr>
      </p:pic>
      <p:pic>
        <p:nvPicPr>
          <p:cNvPr id="8" name="图片 7"/>
          <p:cNvPicPr>
            <a:picLocks noChangeAspect="1"/>
          </p:cNvPicPr>
          <p:nvPr/>
        </p:nvPicPr>
        <p:blipFill>
          <a:blip r:embed="rId3"/>
          <a:stretch>
            <a:fillRect/>
          </a:stretch>
        </p:blipFill>
        <p:spPr>
          <a:xfrm>
            <a:off x="7479030" y="471170"/>
            <a:ext cx="748665" cy="748665"/>
          </a:xfrm>
          <a:prstGeom prst="rect">
            <a:avLst/>
          </a:prstGeom>
        </p:spPr>
      </p:pic>
    </p:spTree>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内容占位符 2"/>
          <p:cNvSpPr txBox="1"/>
          <p:nvPr/>
        </p:nvSpPr>
        <p:spPr bwMode="auto">
          <a:xfrm>
            <a:off x="0" y="4912995"/>
            <a:ext cx="9144000" cy="1297305"/>
          </a:xfrm>
          <a:prstGeom prst="rect">
            <a:avLst/>
          </a:prstGeom>
          <a:solidFill>
            <a:srgbClr val="F50537"/>
          </a:solidFill>
          <a:ln>
            <a:noFill/>
          </a:ln>
        </p:spPr>
        <p:txBody>
          <a:bodyPr vert="horz" wrap="square" lIns="0" tIns="0" rIns="0" bIns="0" numCol="1" anchor="ctr" anchorCtr="0" compatLnSpc="1"/>
          <a:lstStyle>
            <a:defPPr>
              <a:defRPr lang="zh-CN"/>
            </a:defPPr>
            <a:lvl1pPr indent="0" algn="ctr" eaLnBrk="0" fontAlgn="ctr" hangingPunct="0">
              <a:lnSpc>
                <a:spcPct val="120000"/>
              </a:lnSpc>
              <a:spcBef>
                <a:spcPts val="0"/>
              </a:spcBef>
              <a:spcAft>
                <a:spcPct val="0"/>
              </a:spcAft>
              <a:buClrTx/>
              <a:buSzPct val="80000"/>
              <a:buFont typeface="Arial" panose="020B0604020202020204" pitchFamily="34" charset="0"/>
              <a:buNone/>
              <a:defRPr sz="1200" b="1">
                <a:solidFill>
                  <a:schemeClr val="bg1"/>
                </a:solidFill>
                <a:latin typeface="Audi Type" pitchFamily="34" charset="0"/>
                <a:ea typeface="华康黑体W5(P)" pitchFamily="34" charset="-122"/>
                <a:cs typeface="微软雅黑" panose="020B0503020204020204" pitchFamily="34" charset="-122"/>
              </a:defRPr>
            </a:lvl1pPr>
            <a:lvl2pPr marL="532130" indent="-255905" eaLnBrk="0" fontAlgn="ctr" hangingPunct="0">
              <a:lnSpc>
                <a:spcPct val="110000"/>
              </a:lnSpc>
              <a:spcBef>
                <a:spcPct val="30000"/>
              </a:spcBef>
              <a:spcAft>
                <a:spcPct val="0"/>
              </a:spcAft>
              <a:buClr>
                <a:schemeClr val="hlink"/>
              </a:buClr>
              <a:buSzPct val="80000"/>
              <a:buFont typeface="Arial" panose="020B0604020202020204" pitchFamily="34" charset="0"/>
              <a:buChar char="►"/>
              <a:defRPr sz="1600">
                <a:latin typeface="Audi Type" pitchFamily="34" charset="0"/>
              </a:defRPr>
            </a:lvl2pPr>
            <a:lvl3pPr marL="711200" indent="12700" eaLnBrk="0" fontAlgn="base" hangingPunct="0">
              <a:lnSpc>
                <a:spcPct val="110000"/>
              </a:lnSpc>
              <a:spcBef>
                <a:spcPct val="30000"/>
              </a:spcBef>
              <a:spcAft>
                <a:spcPct val="0"/>
              </a:spcAft>
              <a:buFont typeface="Audi Type" pitchFamily="34" charset="0"/>
              <a:buChar char="•"/>
              <a:defRPr sz="1600">
                <a:latin typeface="Audi Type" pitchFamily="34" charset="0"/>
              </a:defRPr>
            </a:lvl3pPr>
            <a:lvl4pPr marL="1600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defRPr>
            </a:lvl4pPr>
            <a:lvl5pPr marL="20574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defRPr>
            </a:lvl5pPr>
            <a:lvl6pPr marL="2514600" indent="-228600" fontAlgn="base">
              <a:spcBef>
                <a:spcPct val="20000"/>
              </a:spcBef>
              <a:spcAft>
                <a:spcPct val="0"/>
              </a:spcAft>
              <a:buFont typeface="Audi Type" pitchFamily="34" charset="0"/>
              <a:buChar char="►"/>
              <a:defRPr sz="1600">
                <a:solidFill>
                  <a:schemeClr val="hlink"/>
                </a:solidFill>
              </a:defRPr>
            </a:lvl6pPr>
            <a:lvl7pPr marL="2971800" indent="-228600" fontAlgn="base">
              <a:spcBef>
                <a:spcPct val="20000"/>
              </a:spcBef>
              <a:spcAft>
                <a:spcPct val="0"/>
              </a:spcAft>
              <a:buFont typeface="Audi Type" pitchFamily="34" charset="0"/>
              <a:buChar char="►"/>
              <a:defRPr sz="1600">
                <a:solidFill>
                  <a:schemeClr val="hlink"/>
                </a:solidFill>
              </a:defRPr>
            </a:lvl7pPr>
            <a:lvl8pPr marL="3429000" indent="-228600" fontAlgn="base">
              <a:spcBef>
                <a:spcPct val="20000"/>
              </a:spcBef>
              <a:spcAft>
                <a:spcPct val="0"/>
              </a:spcAft>
              <a:buFont typeface="Audi Type" pitchFamily="34" charset="0"/>
              <a:buChar char="►"/>
              <a:defRPr sz="1600">
                <a:solidFill>
                  <a:schemeClr val="hlink"/>
                </a:solidFill>
              </a:defRPr>
            </a:lvl8pPr>
            <a:lvl9pPr marL="3886200" indent="-228600" fontAlgn="base">
              <a:spcBef>
                <a:spcPct val="20000"/>
              </a:spcBef>
              <a:spcAft>
                <a:spcPct val="0"/>
              </a:spcAft>
              <a:buFont typeface="Audi Type" pitchFamily="34" charset="0"/>
              <a:buChar char="►"/>
              <a:defRPr sz="1600">
                <a:solidFill>
                  <a:schemeClr val="hlink"/>
                </a:solidFill>
              </a:defRPr>
            </a:lvl9pPr>
          </a:lstStyle>
          <a:p>
            <a:r>
              <a:rPr dirty="0" smtClean="0">
                <a:latin typeface="微软雅黑" panose="020B0503020204020204" pitchFamily="34" charset="-122"/>
                <a:ea typeface="微软雅黑" panose="020B0503020204020204" pitchFamily="34" charset="-122"/>
              </a:rPr>
              <a:t>王一博限量版上市，奥迪这波营销，你打几分？</a:t>
            </a:r>
            <a:endParaRPr dirty="0" smtClean="0">
              <a:latin typeface="微软雅黑" panose="020B0503020204020204" pitchFamily="34" charset="-122"/>
              <a:ea typeface="微软雅黑" panose="020B0503020204020204" pitchFamily="34" charset="-122"/>
            </a:endParaRPr>
          </a:p>
          <a:p>
            <a:r>
              <a:rPr dirty="0" smtClean="0">
                <a:latin typeface="微软雅黑" panose="020B0503020204020204" pitchFamily="34" charset="-122"/>
                <a:ea typeface="微软雅黑" panose="020B0503020204020204" pitchFamily="34" charset="-122"/>
              </a:rPr>
              <a:t>Wang Yibo's limited edition is on the market. How would you rate this wave of Audi marketing?</a:t>
            </a:r>
            <a:endParaRPr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车算子 mini.eastday.com 东方网</a:t>
            </a:r>
            <a:endParaRPr lang="zh-CN" altLang="en-US"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广告价值 </a:t>
            </a:r>
            <a:r>
              <a:rPr lang="en-US" altLang="zh-CN" dirty="0" smtClean="0">
                <a:latin typeface="微软雅黑" panose="020B0503020204020204" pitchFamily="34" charset="-122"/>
                <a:ea typeface="微软雅黑" panose="020B0503020204020204" pitchFamily="34" charset="-122"/>
              </a:rPr>
              <a:t>AD Value</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120000 RMB</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rPr>
              <a:t>2020-11-20</a:t>
            </a:r>
            <a:endParaRPr lang="en-US" altLang="zh-CN" dirty="0">
              <a:latin typeface="微软雅黑" panose="020B0503020204020204" pitchFamily="34" charset="-122"/>
              <a:ea typeface="微软雅黑" panose="020B0503020204020204" pitchFamily="34" charset="-122"/>
            </a:endParaRPr>
          </a:p>
        </p:txBody>
      </p:sp>
      <p:sp>
        <p:nvSpPr>
          <p:cNvPr id="6" name="标题 5"/>
          <p:cNvSpPr>
            <a:spLocks noGrp="1"/>
          </p:cNvSpPr>
          <p:nvPr>
            <p:ph type="title"/>
          </p:nvPr>
        </p:nvSpPr>
        <p:spPr>
          <a:xfrm>
            <a:off x="457200" y="274637"/>
            <a:ext cx="8229600" cy="1143000"/>
          </a:xfrm>
        </p:spPr>
        <p:txBody>
          <a:bodyPr/>
          <a:lstStyle/>
          <a:p>
            <a:r>
              <a:rPr lang="zh-CN" altLang="en-US" dirty="0" smtClean="0"/>
              <a:t>网络媒体 </a:t>
            </a:r>
            <a:r>
              <a:rPr lang="en-US" altLang="zh-CN" dirty="0" smtClean="0"/>
              <a:t>W</a:t>
            </a:r>
            <a:r>
              <a:rPr lang="zh-CN" altLang="en-US" dirty="0" smtClean="0">
                <a:sym typeface="+mn-ea"/>
              </a:rPr>
              <a:t>e</a:t>
            </a:r>
            <a:r>
              <a:rPr lang="en-US" altLang="zh-CN" dirty="0" smtClean="0">
                <a:sym typeface="+mn-ea"/>
              </a:rPr>
              <a:t>b</a:t>
            </a:r>
            <a:r>
              <a:rPr lang="zh-CN" altLang="en-US" dirty="0" smtClean="0">
                <a:sym typeface="+mn-ea"/>
              </a:rPr>
              <a:t> media</a:t>
            </a:r>
            <a:endParaRPr lang="zh-CN" altLang="en-US" dirty="0" smtClean="0"/>
          </a:p>
        </p:txBody>
      </p:sp>
      <p:pic>
        <p:nvPicPr>
          <p:cNvPr id="3" name="图片 2"/>
          <p:cNvPicPr>
            <a:picLocks noChangeAspect="1"/>
          </p:cNvPicPr>
          <p:nvPr/>
        </p:nvPicPr>
        <p:blipFill>
          <a:blip r:embed="rId1"/>
          <a:stretch>
            <a:fillRect/>
          </a:stretch>
        </p:blipFill>
        <p:spPr>
          <a:xfrm>
            <a:off x="6762115" y="421640"/>
            <a:ext cx="1828800" cy="847725"/>
          </a:xfrm>
          <a:prstGeom prst="rect">
            <a:avLst/>
          </a:prstGeom>
        </p:spPr>
      </p:pic>
      <p:pic>
        <p:nvPicPr>
          <p:cNvPr id="4" name="图片 3"/>
          <p:cNvPicPr>
            <a:picLocks noChangeAspect="1"/>
          </p:cNvPicPr>
          <p:nvPr/>
        </p:nvPicPr>
        <p:blipFill>
          <a:blip r:embed="rId2"/>
          <a:stretch>
            <a:fillRect/>
          </a:stretch>
        </p:blipFill>
        <p:spPr>
          <a:xfrm>
            <a:off x="90170" y="1417320"/>
            <a:ext cx="4501515" cy="3038475"/>
          </a:xfrm>
          <a:prstGeom prst="rect">
            <a:avLst/>
          </a:prstGeom>
        </p:spPr>
      </p:pic>
      <p:pic>
        <p:nvPicPr>
          <p:cNvPr id="5" name="图片 4"/>
          <p:cNvPicPr>
            <a:picLocks noChangeAspect="1"/>
          </p:cNvPicPr>
          <p:nvPr/>
        </p:nvPicPr>
        <p:blipFill>
          <a:blip r:embed="rId3"/>
          <a:stretch>
            <a:fillRect/>
          </a:stretch>
        </p:blipFill>
        <p:spPr>
          <a:xfrm>
            <a:off x="4408805" y="1830070"/>
            <a:ext cx="4617085" cy="2212975"/>
          </a:xfrm>
          <a:prstGeom prst="rect">
            <a:avLst/>
          </a:prstGeom>
        </p:spPr>
      </p:pic>
    </p:spTree>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内容占位符 2"/>
          <p:cNvSpPr txBox="1"/>
          <p:nvPr/>
        </p:nvSpPr>
        <p:spPr bwMode="auto">
          <a:xfrm>
            <a:off x="0" y="4912995"/>
            <a:ext cx="9144000" cy="1297305"/>
          </a:xfrm>
          <a:prstGeom prst="rect">
            <a:avLst/>
          </a:prstGeom>
          <a:solidFill>
            <a:srgbClr val="F50537"/>
          </a:solidFill>
          <a:ln>
            <a:noFill/>
          </a:ln>
        </p:spPr>
        <p:txBody>
          <a:bodyPr vert="horz" wrap="square" lIns="0" tIns="0" rIns="0" bIns="0" numCol="1" anchor="ctr" anchorCtr="0" compatLnSpc="1"/>
          <a:lstStyle>
            <a:defPPr>
              <a:defRPr lang="zh-CN"/>
            </a:defPPr>
            <a:lvl1pPr indent="0" algn="ctr" eaLnBrk="0" fontAlgn="ctr" hangingPunct="0">
              <a:lnSpc>
                <a:spcPct val="120000"/>
              </a:lnSpc>
              <a:spcBef>
                <a:spcPts val="0"/>
              </a:spcBef>
              <a:spcAft>
                <a:spcPct val="0"/>
              </a:spcAft>
              <a:buClrTx/>
              <a:buSzPct val="80000"/>
              <a:buFont typeface="Arial" panose="020B0604020202020204" pitchFamily="34" charset="0"/>
              <a:buNone/>
              <a:defRPr sz="1200" b="1">
                <a:solidFill>
                  <a:schemeClr val="bg1"/>
                </a:solidFill>
                <a:latin typeface="Audi Type" pitchFamily="34" charset="0"/>
                <a:ea typeface="华康黑体W5(P)" pitchFamily="34" charset="-122"/>
                <a:cs typeface="微软雅黑" panose="020B0503020204020204" pitchFamily="34" charset="-122"/>
              </a:defRPr>
            </a:lvl1pPr>
            <a:lvl2pPr marL="532130" indent="-255905" eaLnBrk="0" fontAlgn="ctr" hangingPunct="0">
              <a:lnSpc>
                <a:spcPct val="110000"/>
              </a:lnSpc>
              <a:spcBef>
                <a:spcPct val="30000"/>
              </a:spcBef>
              <a:spcAft>
                <a:spcPct val="0"/>
              </a:spcAft>
              <a:buClr>
                <a:schemeClr val="hlink"/>
              </a:buClr>
              <a:buSzPct val="80000"/>
              <a:buFont typeface="Arial" panose="020B0604020202020204" pitchFamily="34" charset="0"/>
              <a:buChar char="►"/>
              <a:defRPr sz="1600">
                <a:latin typeface="Audi Type" pitchFamily="34" charset="0"/>
              </a:defRPr>
            </a:lvl2pPr>
            <a:lvl3pPr marL="711200" indent="12700" eaLnBrk="0" fontAlgn="base" hangingPunct="0">
              <a:lnSpc>
                <a:spcPct val="110000"/>
              </a:lnSpc>
              <a:spcBef>
                <a:spcPct val="30000"/>
              </a:spcBef>
              <a:spcAft>
                <a:spcPct val="0"/>
              </a:spcAft>
              <a:buFont typeface="Audi Type" pitchFamily="34" charset="0"/>
              <a:buChar char="•"/>
              <a:defRPr sz="1600">
                <a:latin typeface="Audi Type" pitchFamily="34" charset="0"/>
              </a:defRPr>
            </a:lvl3pPr>
            <a:lvl4pPr marL="1600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defRPr>
            </a:lvl4pPr>
            <a:lvl5pPr marL="20574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defRPr>
            </a:lvl5pPr>
            <a:lvl6pPr marL="2514600" indent="-228600" fontAlgn="base">
              <a:spcBef>
                <a:spcPct val="20000"/>
              </a:spcBef>
              <a:spcAft>
                <a:spcPct val="0"/>
              </a:spcAft>
              <a:buFont typeface="Audi Type" pitchFamily="34" charset="0"/>
              <a:buChar char="►"/>
              <a:defRPr sz="1600">
                <a:solidFill>
                  <a:schemeClr val="hlink"/>
                </a:solidFill>
              </a:defRPr>
            </a:lvl6pPr>
            <a:lvl7pPr marL="2971800" indent="-228600" fontAlgn="base">
              <a:spcBef>
                <a:spcPct val="20000"/>
              </a:spcBef>
              <a:spcAft>
                <a:spcPct val="0"/>
              </a:spcAft>
              <a:buFont typeface="Audi Type" pitchFamily="34" charset="0"/>
              <a:buChar char="►"/>
              <a:defRPr sz="1600">
                <a:solidFill>
                  <a:schemeClr val="hlink"/>
                </a:solidFill>
              </a:defRPr>
            </a:lvl7pPr>
            <a:lvl8pPr marL="3429000" indent="-228600" fontAlgn="base">
              <a:spcBef>
                <a:spcPct val="20000"/>
              </a:spcBef>
              <a:spcAft>
                <a:spcPct val="0"/>
              </a:spcAft>
              <a:buFont typeface="Audi Type" pitchFamily="34" charset="0"/>
              <a:buChar char="►"/>
              <a:defRPr sz="1600">
                <a:solidFill>
                  <a:schemeClr val="hlink"/>
                </a:solidFill>
              </a:defRPr>
            </a:lvl8pPr>
            <a:lvl9pPr marL="3886200" indent="-228600" fontAlgn="base">
              <a:spcBef>
                <a:spcPct val="20000"/>
              </a:spcBef>
              <a:spcAft>
                <a:spcPct val="0"/>
              </a:spcAft>
              <a:buFont typeface="Audi Type" pitchFamily="34" charset="0"/>
              <a:buChar char="►"/>
              <a:defRPr sz="1600">
                <a:solidFill>
                  <a:schemeClr val="hlink"/>
                </a:solidFill>
              </a:defRPr>
            </a:lvl9pPr>
          </a:lstStyle>
          <a:p>
            <a:r>
              <a:rPr dirty="0" smtClean="0">
                <a:latin typeface="微软雅黑" panose="020B0503020204020204" pitchFamily="34" charset="-122"/>
                <a:ea typeface="微软雅黑" panose="020B0503020204020204" pitchFamily="34" charset="-122"/>
              </a:rPr>
              <a:t>只种草不带货，奥迪直播首秀为何就能获得过亿点赞？</a:t>
            </a:r>
            <a:endParaRPr dirty="0" smtClean="0">
              <a:latin typeface="微软雅黑" panose="020B0503020204020204" pitchFamily="34" charset="-122"/>
              <a:ea typeface="微软雅黑" panose="020B0503020204020204" pitchFamily="34" charset="-122"/>
            </a:endParaRPr>
          </a:p>
          <a:p>
            <a:r>
              <a:rPr dirty="0" smtClean="0">
                <a:latin typeface="微软雅黑" panose="020B0503020204020204" pitchFamily="34" charset="-122"/>
                <a:ea typeface="微软雅黑" panose="020B0503020204020204" pitchFamily="34" charset="-122"/>
              </a:rPr>
              <a:t>Just plant grass and not bring goods, why can Audi live broadcast its first show get more than 100 million likes?</a:t>
            </a:r>
            <a:endParaRPr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华山论剑 1. Information 一点资讯</a:t>
            </a:r>
            <a:endParaRPr lang="zh-CN" altLang="en-US"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广告价值 </a:t>
            </a:r>
            <a:r>
              <a:rPr lang="en-US" altLang="zh-CN" dirty="0" smtClean="0">
                <a:latin typeface="微软雅黑" panose="020B0503020204020204" pitchFamily="34" charset="-122"/>
                <a:ea typeface="微软雅黑" panose="020B0503020204020204" pitchFamily="34" charset="-122"/>
              </a:rPr>
              <a:t>AD Value</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180000 RMB</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rPr>
              <a:t>2020-11-17</a:t>
            </a:r>
            <a:endParaRPr lang="en-US" altLang="zh-CN" dirty="0">
              <a:latin typeface="微软雅黑" panose="020B0503020204020204" pitchFamily="34" charset="-122"/>
              <a:ea typeface="微软雅黑" panose="020B0503020204020204" pitchFamily="34" charset="-122"/>
            </a:endParaRPr>
          </a:p>
        </p:txBody>
      </p:sp>
      <p:sp>
        <p:nvSpPr>
          <p:cNvPr id="6" name="标题 5"/>
          <p:cNvSpPr>
            <a:spLocks noGrp="1"/>
          </p:cNvSpPr>
          <p:nvPr>
            <p:ph type="title"/>
          </p:nvPr>
        </p:nvSpPr>
        <p:spPr>
          <a:xfrm>
            <a:off x="457200" y="274637"/>
            <a:ext cx="8229600" cy="1143000"/>
          </a:xfrm>
        </p:spPr>
        <p:txBody>
          <a:bodyPr/>
          <a:lstStyle/>
          <a:p>
            <a:r>
              <a:rPr lang="en-US" altLang="zh-CN" dirty="0" smtClean="0"/>
              <a:t>APP</a:t>
            </a:r>
            <a:r>
              <a:rPr lang="zh-CN" altLang="en-US" dirty="0" smtClean="0"/>
              <a:t>媒体 </a:t>
            </a:r>
            <a:r>
              <a:rPr lang="en-US" altLang="zh-CN" dirty="0" smtClean="0"/>
              <a:t>APP</a:t>
            </a:r>
            <a:r>
              <a:rPr lang="zh-CN" altLang="en-US" dirty="0" smtClean="0">
                <a:sym typeface="+mn-ea"/>
              </a:rPr>
              <a:t> media</a:t>
            </a:r>
            <a:endParaRPr lang="zh-CN" altLang="en-US" dirty="0" smtClean="0"/>
          </a:p>
        </p:txBody>
      </p:sp>
      <p:pic>
        <p:nvPicPr>
          <p:cNvPr id="2" name="图片 1"/>
          <p:cNvPicPr>
            <a:picLocks noChangeAspect="1"/>
          </p:cNvPicPr>
          <p:nvPr/>
        </p:nvPicPr>
        <p:blipFill>
          <a:blip r:embed="rId1"/>
          <a:stretch>
            <a:fillRect/>
          </a:stretch>
        </p:blipFill>
        <p:spPr>
          <a:xfrm>
            <a:off x="7595870" y="422275"/>
            <a:ext cx="809625" cy="847725"/>
          </a:xfrm>
          <a:prstGeom prst="rect">
            <a:avLst/>
          </a:prstGeom>
        </p:spPr>
      </p:pic>
      <p:pic>
        <p:nvPicPr>
          <p:cNvPr id="7" name="图片 6"/>
          <p:cNvPicPr>
            <a:picLocks noChangeAspect="1"/>
          </p:cNvPicPr>
          <p:nvPr/>
        </p:nvPicPr>
        <p:blipFill>
          <a:blip r:embed="rId2"/>
          <a:stretch>
            <a:fillRect/>
          </a:stretch>
        </p:blipFill>
        <p:spPr>
          <a:xfrm>
            <a:off x="935355" y="1270000"/>
            <a:ext cx="3322320" cy="3199765"/>
          </a:xfrm>
          <a:prstGeom prst="rect">
            <a:avLst/>
          </a:prstGeom>
        </p:spPr>
      </p:pic>
      <p:pic>
        <p:nvPicPr>
          <p:cNvPr id="8" name="图片 7"/>
          <p:cNvPicPr>
            <a:picLocks noChangeAspect="1"/>
          </p:cNvPicPr>
          <p:nvPr/>
        </p:nvPicPr>
        <p:blipFill>
          <a:blip r:embed="rId3"/>
          <a:stretch>
            <a:fillRect/>
          </a:stretch>
        </p:blipFill>
        <p:spPr>
          <a:xfrm>
            <a:off x="4714875" y="1417320"/>
            <a:ext cx="3690620" cy="3136900"/>
          </a:xfrm>
          <a:prstGeom prst="rect">
            <a:avLst/>
          </a:prstGeom>
        </p:spPr>
      </p:pic>
    </p:spTree>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内容占位符 2"/>
          <p:cNvSpPr txBox="1"/>
          <p:nvPr/>
        </p:nvSpPr>
        <p:spPr bwMode="auto">
          <a:xfrm>
            <a:off x="0" y="4912995"/>
            <a:ext cx="9144000" cy="1297305"/>
          </a:xfrm>
          <a:prstGeom prst="rect">
            <a:avLst/>
          </a:prstGeom>
          <a:solidFill>
            <a:srgbClr val="F50537"/>
          </a:solidFill>
          <a:ln>
            <a:noFill/>
          </a:ln>
        </p:spPr>
        <p:txBody>
          <a:bodyPr vert="horz" wrap="square" lIns="0" tIns="0" rIns="0" bIns="0" numCol="1" anchor="ctr" anchorCtr="0" compatLnSpc="1"/>
          <a:lstStyle>
            <a:defPPr>
              <a:defRPr lang="zh-CN"/>
            </a:defPPr>
            <a:lvl1pPr indent="0" algn="ctr" eaLnBrk="0" fontAlgn="ctr" hangingPunct="0">
              <a:lnSpc>
                <a:spcPct val="120000"/>
              </a:lnSpc>
              <a:spcBef>
                <a:spcPts val="0"/>
              </a:spcBef>
              <a:spcAft>
                <a:spcPct val="0"/>
              </a:spcAft>
              <a:buClrTx/>
              <a:buSzPct val="80000"/>
              <a:buFont typeface="Arial" panose="020B0604020202020204" pitchFamily="34" charset="0"/>
              <a:buNone/>
              <a:defRPr sz="1200" b="1">
                <a:solidFill>
                  <a:schemeClr val="bg1"/>
                </a:solidFill>
                <a:latin typeface="Audi Type" pitchFamily="34" charset="0"/>
                <a:ea typeface="华康黑体W5(P)" pitchFamily="34" charset="-122"/>
                <a:cs typeface="微软雅黑" panose="020B0503020204020204" pitchFamily="34" charset="-122"/>
              </a:defRPr>
            </a:lvl1pPr>
            <a:lvl2pPr marL="532130" indent="-255905" eaLnBrk="0" fontAlgn="ctr" hangingPunct="0">
              <a:lnSpc>
                <a:spcPct val="110000"/>
              </a:lnSpc>
              <a:spcBef>
                <a:spcPct val="30000"/>
              </a:spcBef>
              <a:spcAft>
                <a:spcPct val="0"/>
              </a:spcAft>
              <a:buClr>
                <a:schemeClr val="hlink"/>
              </a:buClr>
              <a:buSzPct val="80000"/>
              <a:buFont typeface="Arial" panose="020B0604020202020204" pitchFamily="34" charset="0"/>
              <a:buChar char="►"/>
              <a:defRPr sz="1600">
                <a:latin typeface="Audi Type" pitchFamily="34" charset="0"/>
              </a:defRPr>
            </a:lvl2pPr>
            <a:lvl3pPr marL="711200" indent="12700" eaLnBrk="0" fontAlgn="base" hangingPunct="0">
              <a:lnSpc>
                <a:spcPct val="110000"/>
              </a:lnSpc>
              <a:spcBef>
                <a:spcPct val="30000"/>
              </a:spcBef>
              <a:spcAft>
                <a:spcPct val="0"/>
              </a:spcAft>
              <a:buFont typeface="Audi Type" pitchFamily="34" charset="0"/>
              <a:buChar char="•"/>
              <a:defRPr sz="1600">
                <a:latin typeface="Audi Type" pitchFamily="34" charset="0"/>
              </a:defRPr>
            </a:lvl3pPr>
            <a:lvl4pPr marL="1600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defRPr>
            </a:lvl4pPr>
            <a:lvl5pPr marL="20574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defRPr>
            </a:lvl5pPr>
            <a:lvl6pPr marL="2514600" indent="-228600" fontAlgn="base">
              <a:spcBef>
                <a:spcPct val="20000"/>
              </a:spcBef>
              <a:spcAft>
                <a:spcPct val="0"/>
              </a:spcAft>
              <a:buFont typeface="Audi Type" pitchFamily="34" charset="0"/>
              <a:buChar char="►"/>
              <a:defRPr sz="1600">
                <a:solidFill>
                  <a:schemeClr val="hlink"/>
                </a:solidFill>
              </a:defRPr>
            </a:lvl6pPr>
            <a:lvl7pPr marL="2971800" indent="-228600" fontAlgn="base">
              <a:spcBef>
                <a:spcPct val="20000"/>
              </a:spcBef>
              <a:spcAft>
                <a:spcPct val="0"/>
              </a:spcAft>
              <a:buFont typeface="Audi Type" pitchFamily="34" charset="0"/>
              <a:buChar char="►"/>
              <a:defRPr sz="1600">
                <a:solidFill>
                  <a:schemeClr val="hlink"/>
                </a:solidFill>
              </a:defRPr>
            </a:lvl7pPr>
            <a:lvl8pPr marL="3429000" indent="-228600" fontAlgn="base">
              <a:spcBef>
                <a:spcPct val="20000"/>
              </a:spcBef>
              <a:spcAft>
                <a:spcPct val="0"/>
              </a:spcAft>
              <a:buFont typeface="Audi Type" pitchFamily="34" charset="0"/>
              <a:buChar char="►"/>
              <a:defRPr sz="1600">
                <a:solidFill>
                  <a:schemeClr val="hlink"/>
                </a:solidFill>
              </a:defRPr>
            </a:lvl8pPr>
            <a:lvl9pPr marL="3886200" indent="-228600" fontAlgn="base">
              <a:spcBef>
                <a:spcPct val="20000"/>
              </a:spcBef>
              <a:spcAft>
                <a:spcPct val="0"/>
              </a:spcAft>
              <a:buFont typeface="Audi Type" pitchFamily="34" charset="0"/>
              <a:buChar char="►"/>
              <a:defRPr sz="1600">
                <a:solidFill>
                  <a:schemeClr val="hlink"/>
                </a:solidFill>
              </a:defRPr>
            </a:lvl9pPr>
          </a:lstStyle>
          <a:p>
            <a:r>
              <a:rPr dirty="0" smtClean="0">
                <a:latin typeface="微软雅黑" panose="020B0503020204020204" pitchFamily="34" charset="-122"/>
                <a:ea typeface="微软雅黑" panose="020B0503020204020204" pitchFamily="34" charset="-122"/>
              </a:rPr>
              <a:t>奥迪直播首秀：《灵笼》+王一博，一次跨次元、破圈层的“联欢”</a:t>
            </a:r>
            <a:endParaRPr dirty="0" smtClean="0">
              <a:latin typeface="微软雅黑" panose="020B0503020204020204" pitchFamily="34" charset="-122"/>
              <a:ea typeface="微软雅黑" panose="020B0503020204020204" pitchFamily="34" charset="-122"/>
            </a:endParaRPr>
          </a:p>
          <a:p>
            <a:r>
              <a:rPr dirty="0" smtClean="0">
                <a:latin typeface="微软雅黑" panose="020B0503020204020204" pitchFamily="34" charset="-122"/>
                <a:ea typeface="微软雅黑" panose="020B0503020204020204" pitchFamily="34" charset="-122"/>
              </a:rPr>
              <a:t>Audi's live broadcast debut: "Spirit Cage" + Wang Yibo, a cross-dimensional, circle-breaking "party"</a:t>
            </a:r>
            <a:endParaRPr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VIVAreaderVIVA畅读</a:t>
            </a:r>
            <a:endParaRPr lang="zh-CN" altLang="en-US"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广告价值 </a:t>
            </a:r>
            <a:r>
              <a:rPr lang="en-US" altLang="zh-CN" dirty="0" smtClean="0">
                <a:latin typeface="微软雅黑" panose="020B0503020204020204" pitchFamily="34" charset="-122"/>
                <a:ea typeface="微软雅黑" panose="020B0503020204020204" pitchFamily="34" charset="-122"/>
              </a:rPr>
              <a:t>AD Value</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180000 RMB</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rPr>
              <a:t>2020-11-17</a:t>
            </a:r>
            <a:endParaRPr lang="en-US" altLang="zh-CN" dirty="0">
              <a:latin typeface="微软雅黑" panose="020B0503020204020204" pitchFamily="34" charset="-122"/>
              <a:ea typeface="微软雅黑" panose="020B0503020204020204" pitchFamily="34" charset="-122"/>
            </a:endParaRPr>
          </a:p>
        </p:txBody>
      </p:sp>
      <p:sp>
        <p:nvSpPr>
          <p:cNvPr id="6" name="标题 5"/>
          <p:cNvSpPr>
            <a:spLocks noGrp="1"/>
          </p:cNvSpPr>
          <p:nvPr>
            <p:ph type="title"/>
          </p:nvPr>
        </p:nvSpPr>
        <p:spPr>
          <a:xfrm>
            <a:off x="457200" y="274637"/>
            <a:ext cx="8229600" cy="1143000"/>
          </a:xfrm>
        </p:spPr>
        <p:txBody>
          <a:bodyPr/>
          <a:lstStyle/>
          <a:p>
            <a:r>
              <a:rPr lang="en-US" altLang="zh-CN" dirty="0" smtClean="0"/>
              <a:t>APP</a:t>
            </a:r>
            <a:r>
              <a:rPr lang="zh-CN" altLang="en-US" dirty="0" smtClean="0"/>
              <a:t>媒体 </a:t>
            </a:r>
            <a:r>
              <a:rPr lang="en-US" altLang="zh-CN" dirty="0" smtClean="0"/>
              <a:t>APP</a:t>
            </a:r>
            <a:r>
              <a:rPr lang="zh-CN" altLang="en-US" dirty="0" smtClean="0">
                <a:sym typeface="+mn-ea"/>
              </a:rPr>
              <a:t> media</a:t>
            </a:r>
            <a:endParaRPr lang="zh-CN" altLang="en-US" dirty="0" smtClean="0"/>
          </a:p>
        </p:txBody>
      </p:sp>
      <p:pic>
        <p:nvPicPr>
          <p:cNvPr id="4" name="图片 3"/>
          <p:cNvPicPr>
            <a:picLocks noChangeAspect="1"/>
          </p:cNvPicPr>
          <p:nvPr/>
        </p:nvPicPr>
        <p:blipFill>
          <a:blip r:embed="rId1"/>
          <a:stretch>
            <a:fillRect/>
          </a:stretch>
        </p:blipFill>
        <p:spPr>
          <a:xfrm>
            <a:off x="7614920" y="571500"/>
            <a:ext cx="548005" cy="548005"/>
          </a:xfrm>
          <a:prstGeom prst="rect">
            <a:avLst/>
          </a:prstGeom>
        </p:spPr>
      </p:pic>
      <p:pic>
        <p:nvPicPr>
          <p:cNvPr id="5" name="图片 4"/>
          <p:cNvPicPr>
            <a:picLocks noChangeAspect="1"/>
          </p:cNvPicPr>
          <p:nvPr/>
        </p:nvPicPr>
        <p:blipFill>
          <a:blip r:embed="rId2"/>
          <a:stretch>
            <a:fillRect/>
          </a:stretch>
        </p:blipFill>
        <p:spPr>
          <a:xfrm>
            <a:off x="457200" y="1332865"/>
            <a:ext cx="3517265" cy="3291840"/>
          </a:xfrm>
          <a:prstGeom prst="rect">
            <a:avLst/>
          </a:prstGeom>
        </p:spPr>
      </p:pic>
      <p:pic>
        <p:nvPicPr>
          <p:cNvPr id="9" name="图片 8"/>
          <p:cNvPicPr>
            <a:picLocks noChangeAspect="1"/>
          </p:cNvPicPr>
          <p:nvPr/>
        </p:nvPicPr>
        <p:blipFill>
          <a:blip r:embed="rId3"/>
          <a:stretch>
            <a:fillRect/>
          </a:stretch>
        </p:blipFill>
        <p:spPr>
          <a:xfrm>
            <a:off x="4073525" y="1535430"/>
            <a:ext cx="4613275" cy="2887345"/>
          </a:xfrm>
          <a:prstGeom prst="rect">
            <a:avLst/>
          </a:prstGeom>
        </p:spPr>
      </p:pic>
    </p:spTree>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内容占位符 2"/>
          <p:cNvSpPr txBox="1"/>
          <p:nvPr/>
        </p:nvSpPr>
        <p:spPr bwMode="auto">
          <a:xfrm>
            <a:off x="0" y="4912995"/>
            <a:ext cx="9144000" cy="1297305"/>
          </a:xfrm>
          <a:prstGeom prst="rect">
            <a:avLst/>
          </a:prstGeom>
          <a:solidFill>
            <a:srgbClr val="F50537"/>
          </a:solidFill>
          <a:ln>
            <a:noFill/>
          </a:ln>
        </p:spPr>
        <p:txBody>
          <a:bodyPr vert="horz" wrap="square" lIns="0" tIns="0" rIns="0" bIns="0" numCol="1" anchor="ctr" anchorCtr="0" compatLnSpc="1"/>
          <a:lstStyle>
            <a:defPPr>
              <a:defRPr lang="zh-CN"/>
            </a:defPPr>
            <a:lvl1pPr indent="0" algn="ctr" eaLnBrk="0" fontAlgn="ctr" hangingPunct="0">
              <a:lnSpc>
                <a:spcPct val="120000"/>
              </a:lnSpc>
              <a:spcBef>
                <a:spcPts val="0"/>
              </a:spcBef>
              <a:spcAft>
                <a:spcPct val="0"/>
              </a:spcAft>
              <a:buClrTx/>
              <a:buSzPct val="80000"/>
              <a:buFont typeface="Arial" panose="020B0604020202020204" pitchFamily="34" charset="0"/>
              <a:buNone/>
              <a:defRPr sz="1200" b="1">
                <a:solidFill>
                  <a:schemeClr val="bg1"/>
                </a:solidFill>
                <a:latin typeface="Audi Type" pitchFamily="34" charset="0"/>
                <a:ea typeface="华康黑体W5(P)" pitchFamily="34" charset="-122"/>
                <a:cs typeface="微软雅黑" panose="020B0503020204020204" pitchFamily="34" charset="-122"/>
              </a:defRPr>
            </a:lvl1pPr>
            <a:lvl2pPr marL="532130" indent="-255905" eaLnBrk="0" fontAlgn="ctr" hangingPunct="0">
              <a:lnSpc>
                <a:spcPct val="110000"/>
              </a:lnSpc>
              <a:spcBef>
                <a:spcPct val="30000"/>
              </a:spcBef>
              <a:spcAft>
                <a:spcPct val="0"/>
              </a:spcAft>
              <a:buClr>
                <a:schemeClr val="hlink"/>
              </a:buClr>
              <a:buSzPct val="80000"/>
              <a:buFont typeface="Arial" panose="020B0604020202020204" pitchFamily="34" charset="0"/>
              <a:buChar char="►"/>
              <a:defRPr sz="1600">
                <a:latin typeface="Audi Type" pitchFamily="34" charset="0"/>
              </a:defRPr>
            </a:lvl2pPr>
            <a:lvl3pPr marL="711200" indent="12700" eaLnBrk="0" fontAlgn="base" hangingPunct="0">
              <a:lnSpc>
                <a:spcPct val="110000"/>
              </a:lnSpc>
              <a:spcBef>
                <a:spcPct val="30000"/>
              </a:spcBef>
              <a:spcAft>
                <a:spcPct val="0"/>
              </a:spcAft>
              <a:buFont typeface="Audi Type" pitchFamily="34" charset="0"/>
              <a:buChar char="•"/>
              <a:defRPr sz="1600">
                <a:latin typeface="Audi Type" pitchFamily="34" charset="0"/>
              </a:defRPr>
            </a:lvl3pPr>
            <a:lvl4pPr marL="16002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defRPr>
            </a:lvl4pPr>
            <a:lvl5pPr marL="2057400" indent="-228600" eaLnBrk="0" fontAlgn="base" hangingPunct="0">
              <a:spcBef>
                <a:spcPct val="20000"/>
              </a:spcBef>
              <a:spcAft>
                <a:spcPct val="0"/>
              </a:spcAft>
              <a:buFont typeface="Audi Type" pitchFamily="34" charset="0"/>
              <a:buChar char="►"/>
              <a:defRPr sz="1600">
                <a:solidFill>
                  <a:schemeClr val="hlink"/>
                </a:solidFill>
                <a:latin typeface="Audi Type" pitchFamily="34" charset="0"/>
              </a:defRPr>
            </a:lvl5pPr>
            <a:lvl6pPr marL="2514600" indent="-228600" fontAlgn="base">
              <a:spcBef>
                <a:spcPct val="20000"/>
              </a:spcBef>
              <a:spcAft>
                <a:spcPct val="0"/>
              </a:spcAft>
              <a:buFont typeface="Audi Type" pitchFamily="34" charset="0"/>
              <a:buChar char="►"/>
              <a:defRPr sz="1600">
                <a:solidFill>
                  <a:schemeClr val="hlink"/>
                </a:solidFill>
              </a:defRPr>
            </a:lvl6pPr>
            <a:lvl7pPr marL="2971800" indent="-228600" fontAlgn="base">
              <a:spcBef>
                <a:spcPct val="20000"/>
              </a:spcBef>
              <a:spcAft>
                <a:spcPct val="0"/>
              </a:spcAft>
              <a:buFont typeface="Audi Type" pitchFamily="34" charset="0"/>
              <a:buChar char="►"/>
              <a:defRPr sz="1600">
                <a:solidFill>
                  <a:schemeClr val="hlink"/>
                </a:solidFill>
              </a:defRPr>
            </a:lvl7pPr>
            <a:lvl8pPr marL="3429000" indent="-228600" fontAlgn="base">
              <a:spcBef>
                <a:spcPct val="20000"/>
              </a:spcBef>
              <a:spcAft>
                <a:spcPct val="0"/>
              </a:spcAft>
              <a:buFont typeface="Audi Type" pitchFamily="34" charset="0"/>
              <a:buChar char="►"/>
              <a:defRPr sz="1600">
                <a:solidFill>
                  <a:schemeClr val="hlink"/>
                </a:solidFill>
              </a:defRPr>
            </a:lvl8pPr>
            <a:lvl9pPr marL="3886200" indent="-228600" fontAlgn="base">
              <a:spcBef>
                <a:spcPct val="20000"/>
              </a:spcBef>
              <a:spcAft>
                <a:spcPct val="0"/>
              </a:spcAft>
              <a:buFont typeface="Audi Type" pitchFamily="34" charset="0"/>
              <a:buChar char="►"/>
              <a:defRPr sz="1600">
                <a:solidFill>
                  <a:schemeClr val="hlink"/>
                </a:solidFill>
              </a:defRPr>
            </a:lvl9pPr>
          </a:lstStyle>
          <a:p>
            <a:r>
              <a:rPr dirty="0" smtClean="0">
                <a:latin typeface="微软雅黑" panose="020B0503020204020204" pitchFamily="34" charset="-122"/>
                <a:ea typeface="微软雅黑" panose="020B0503020204020204" pitchFamily="34" charset="-122"/>
              </a:rPr>
              <a:t>直播集赞吸粉破圈，奥迪突破传承的“创新进化”</a:t>
            </a:r>
            <a:endParaRPr dirty="0" smtClean="0">
              <a:latin typeface="微软雅黑" panose="020B0503020204020204" pitchFamily="34" charset="-122"/>
              <a:ea typeface="微软雅黑" panose="020B0503020204020204" pitchFamily="34" charset="-122"/>
            </a:endParaRPr>
          </a:p>
          <a:p>
            <a:r>
              <a:rPr dirty="0" smtClean="0">
                <a:latin typeface="微软雅黑" panose="020B0503020204020204" pitchFamily="34" charset="-122"/>
                <a:ea typeface="微软雅黑" panose="020B0503020204020204" pitchFamily="34" charset="-122"/>
              </a:rPr>
              <a:t>Live collection of praise and fans broke the circle, Audi broke through the inheritance of "innovative evolution"</a:t>
            </a:r>
            <a:endParaRPr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AutoVisioner 车瞳</a:t>
            </a:r>
            <a:endParaRPr lang="zh-CN" altLang="en-US"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广告价值 </a:t>
            </a:r>
            <a:r>
              <a:rPr lang="en-US" altLang="zh-CN" dirty="0" smtClean="0">
                <a:latin typeface="微软雅黑" panose="020B0503020204020204" pitchFamily="34" charset="-122"/>
                <a:ea typeface="微软雅黑" panose="020B0503020204020204" pitchFamily="34" charset="-122"/>
              </a:rPr>
              <a:t>AD Value</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180000 RMB</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rPr>
              <a:t>2020-11-19</a:t>
            </a:r>
            <a:endParaRPr lang="en-US" altLang="zh-CN" dirty="0">
              <a:latin typeface="微软雅黑" panose="020B0503020204020204" pitchFamily="34" charset="-122"/>
              <a:ea typeface="微软雅黑" panose="020B0503020204020204" pitchFamily="34" charset="-122"/>
            </a:endParaRPr>
          </a:p>
        </p:txBody>
      </p:sp>
      <p:sp>
        <p:nvSpPr>
          <p:cNvPr id="6" name="标题 5"/>
          <p:cNvSpPr>
            <a:spLocks noGrp="1"/>
          </p:cNvSpPr>
          <p:nvPr>
            <p:ph type="title"/>
          </p:nvPr>
        </p:nvSpPr>
        <p:spPr>
          <a:xfrm>
            <a:off x="457200" y="274637"/>
            <a:ext cx="8229600" cy="1143000"/>
          </a:xfrm>
        </p:spPr>
        <p:txBody>
          <a:bodyPr/>
          <a:lstStyle/>
          <a:p>
            <a:r>
              <a:rPr lang="en-US" altLang="zh-CN" dirty="0" smtClean="0"/>
              <a:t>APP</a:t>
            </a:r>
            <a:r>
              <a:rPr lang="zh-CN" altLang="en-US" dirty="0" smtClean="0"/>
              <a:t>媒体 </a:t>
            </a:r>
            <a:r>
              <a:rPr lang="en-US" altLang="zh-CN" dirty="0" smtClean="0"/>
              <a:t>APP</a:t>
            </a:r>
            <a:r>
              <a:rPr lang="zh-CN" altLang="en-US" dirty="0" smtClean="0">
                <a:sym typeface="+mn-ea"/>
              </a:rPr>
              <a:t> media</a:t>
            </a:r>
            <a:endParaRPr lang="zh-CN" altLang="en-US" dirty="0" smtClean="0"/>
          </a:p>
        </p:txBody>
      </p:sp>
      <p:pic>
        <p:nvPicPr>
          <p:cNvPr id="3" name="图片 2"/>
          <p:cNvPicPr>
            <a:picLocks noChangeAspect="1"/>
          </p:cNvPicPr>
          <p:nvPr/>
        </p:nvPicPr>
        <p:blipFill>
          <a:blip r:embed="rId1"/>
          <a:stretch>
            <a:fillRect/>
          </a:stretch>
        </p:blipFill>
        <p:spPr>
          <a:xfrm>
            <a:off x="7511415" y="466725"/>
            <a:ext cx="795655" cy="795655"/>
          </a:xfrm>
          <a:prstGeom prst="rect">
            <a:avLst/>
          </a:prstGeom>
        </p:spPr>
      </p:pic>
      <p:pic>
        <p:nvPicPr>
          <p:cNvPr id="4" name="图片 3"/>
          <p:cNvPicPr>
            <a:picLocks noChangeAspect="1"/>
          </p:cNvPicPr>
          <p:nvPr/>
        </p:nvPicPr>
        <p:blipFill>
          <a:blip r:embed="rId2"/>
          <a:stretch>
            <a:fillRect/>
          </a:stretch>
        </p:blipFill>
        <p:spPr>
          <a:xfrm>
            <a:off x="584200" y="1417320"/>
            <a:ext cx="3982085" cy="3283585"/>
          </a:xfrm>
          <a:prstGeom prst="rect">
            <a:avLst/>
          </a:prstGeom>
        </p:spPr>
      </p:pic>
      <p:pic>
        <p:nvPicPr>
          <p:cNvPr id="5" name="图片 4"/>
          <p:cNvPicPr>
            <a:picLocks noChangeAspect="1"/>
          </p:cNvPicPr>
          <p:nvPr/>
        </p:nvPicPr>
        <p:blipFill>
          <a:blip r:embed="rId3"/>
          <a:stretch>
            <a:fillRect/>
          </a:stretch>
        </p:blipFill>
        <p:spPr>
          <a:xfrm>
            <a:off x="4761230" y="1417320"/>
            <a:ext cx="3700780" cy="3088640"/>
          </a:xfrm>
          <a:prstGeom prst="rect">
            <a:avLst/>
          </a:prstGeom>
        </p:spPr>
      </p:pic>
    </p:spTree>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文本占位符 1"/>
          <p:cNvSpPr txBox="1"/>
          <p:nvPr/>
        </p:nvSpPr>
        <p:spPr>
          <a:xfrm>
            <a:off x="598488" y="3052763"/>
            <a:ext cx="2736850" cy="1003300"/>
          </a:xfrm>
          <a:prstGeom prst="rect">
            <a:avLst/>
          </a:prstGeom>
          <a:noFill/>
          <a:ln w="9525">
            <a:noFill/>
          </a:ln>
        </p:spPr>
        <p:txBody>
          <a:bodyPr/>
          <a:lstStyle>
            <a:lvl1pPr marL="265430" indent="-265430" algn="l" rtl="0" eaLnBrk="0" fontAlgn="ctr" hangingPunct="0">
              <a:lnSpc>
                <a:spcPct val="110000"/>
              </a:lnSpc>
              <a:spcBef>
                <a:spcPct val="30000"/>
              </a:spcBef>
              <a:spcAft>
                <a:spcPct val="0"/>
              </a:spcAft>
              <a:buClr>
                <a:schemeClr val="accent2"/>
              </a:buClr>
              <a:buSzPct val="80000"/>
              <a:buFont typeface="Arial" panose="020B0604020202020204" pitchFamily="34" charset="0"/>
              <a:buChar char="►"/>
              <a:defRPr sz="1600">
                <a:solidFill>
                  <a:schemeClr val="tx1"/>
                </a:solidFill>
                <a:latin typeface="+mn-lt"/>
                <a:ea typeface="Arial" panose="020B0604020202020204" pitchFamily="34" charset="0"/>
                <a:cs typeface="+mn-cs"/>
              </a:defRPr>
            </a:lvl1pPr>
            <a:lvl2pPr marL="530225" indent="-254000" algn="l" rtl="0" eaLnBrk="0" fontAlgn="ctr" hangingPunct="0">
              <a:lnSpc>
                <a:spcPct val="110000"/>
              </a:lnSpc>
              <a:spcBef>
                <a:spcPct val="30000"/>
              </a:spcBef>
              <a:spcAft>
                <a:spcPct val="0"/>
              </a:spcAft>
              <a:buClr>
                <a:schemeClr val="hlink"/>
              </a:buClr>
              <a:buSzPct val="80000"/>
              <a:buFont typeface="Arial" panose="020B0604020202020204" pitchFamily="34" charset="0"/>
              <a:buChar char="►"/>
              <a:defRPr sz="1600">
                <a:solidFill>
                  <a:schemeClr val="tx1"/>
                </a:solidFill>
                <a:latin typeface="+mn-lt"/>
                <a:cs typeface="+mn-cs"/>
              </a:defRPr>
            </a:lvl2pPr>
            <a:lvl3pPr marL="709930" indent="12700" algn="l" rtl="0" eaLnBrk="0" fontAlgn="base" hangingPunct="0">
              <a:lnSpc>
                <a:spcPct val="110000"/>
              </a:lnSpc>
              <a:spcBef>
                <a:spcPct val="30000"/>
              </a:spcBef>
              <a:spcAft>
                <a:spcPct val="0"/>
              </a:spcAft>
              <a:buFont typeface="Audi Type" pitchFamily="34" charset="0"/>
              <a:buChar char="•"/>
              <a:defRPr sz="1600">
                <a:solidFill>
                  <a:schemeClr val="tx1"/>
                </a:solidFill>
                <a:latin typeface="+mn-lt"/>
                <a:cs typeface="+mn-cs"/>
              </a:defRPr>
            </a:lvl3pPr>
            <a:lvl4pPr marL="1598930" indent="-227330" algn="l" rtl="0" eaLnBrk="0" fontAlgn="base" hangingPunct="0">
              <a:spcBef>
                <a:spcPct val="20000"/>
              </a:spcBef>
              <a:spcAft>
                <a:spcPct val="0"/>
              </a:spcAft>
              <a:buFont typeface="Audi Type" pitchFamily="34" charset="0"/>
              <a:buChar char="►"/>
              <a:defRPr sz="1600">
                <a:solidFill>
                  <a:schemeClr val="hlink"/>
                </a:solidFill>
                <a:latin typeface="+mn-lt"/>
                <a:cs typeface="+mn-cs"/>
              </a:defRPr>
            </a:lvl4pPr>
            <a:lvl5pPr marL="2056130" indent="-227330" algn="l" rtl="0" eaLnBrk="0" fontAlgn="base" hangingPunct="0">
              <a:spcBef>
                <a:spcPct val="20000"/>
              </a:spcBef>
              <a:spcAft>
                <a:spcPct val="0"/>
              </a:spcAft>
              <a:buFont typeface="Audi Type" pitchFamily="34" charset="0"/>
              <a:buChar char="►"/>
              <a:defRPr sz="1600">
                <a:solidFill>
                  <a:schemeClr val="hlink"/>
                </a:solidFill>
                <a:latin typeface="+mn-lt"/>
                <a:cs typeface="+mn-cs"/>
              </a:defRPr>
            </a:lvl5pPr>
          </a:lstStyle>
          <a:p>
            <a:pPr marL="0" lvl="0" indent="0" eaLnBrk="1" fontAlgn="base" hangingPunct="1">
              <a:lnSpc>
                <a:spcPct val="90000"/>
              </a:lnSpc>
              <a:spcBef>
                <a:spcPts val="1000"/>
              </a:spcBef>
              <a:buClrTx/>
              <a:buSzTx/>
              <a:buNone/>
            </a:pPr>
            <a:r>
              <a:rPr lang="zh-CN" altLang="en-US" sz="2400" dirty="0">
                <a:latin typeface="微软雅黑" panose="020B0503020204020204" pitchFamily="34" charset="-122"/>
                <a:ea typeface="微软雅黑" panose="020B0503020204020204" pitchFamily="34" charset="-122"/>
              </a:rPr>
              <a:t>谢谢！</a:t>
            </a:r>
            <a:endParaRPr lang="en-US" altLang="zh-CN" sz="2400" dirty="0">
              <a:latin typeface="微软雅黑" panose="020B0503020204020204" pitchFamily="34" charset="-122"/>
              <a:ea typeface="微软雅黑" panose="020B0503020204020204" pitchFamily="34" charset="-122"/>
            </a:endParaRPr>
          </a:p>
          <a:p>
            <a:pPr marL="0" lvl="0" indent="0" eaLnBrk="1" fontAlgn="base" hangingPunct="1">
              <a:lnSpc>
                <a:spcPct val="90000"/>
              </a:lnSpc>
              <a:spcBef>
                <a:spcPts val="1000"/>
              </a:spcBef>
              <a:buClrTx/>
              <a:buSzTx/>
              <a:buNone/>
            </a:pPr>
            <a:r>
              <a:rPr lang="en-US" altLang="zh-CN" sz="2400" dirty="0">
                <a:latin typeface="微软雅黑" panose="020B0503020204020204" pitchFamily="34" charset="-122"/>
                <a:ea typeface="微软雅黑" panose="020B0503020204020204" pitchFamily="34" charset="-122"/>
              </a:rPr>
              <a:t>Thank you! </a:t>
            </a:r>
            <a:endParaRPr lang="zh-CN" altLang="en-US" sz="2400" dirty="0">
              <a:latin typeface="微软雅黑" panose="020B0503020204020204" pitchFamily="34" charset="-122"/>
              <a:ea typeface="微软雅黑" panose="020B0503020204020204" pitchFamily="34" charset="-122"/>
            </a:endParaRPr>
          </a:p>
        </p:txBody>
      </p:sp>
      <p:pic>
        <p:nvPicPr>
          <p:cNvPr id="48131" name="图片 3"/>
          <p:cNvPicPr>
            <a:picLocks noChangeAspect="1"/>
          </p:cNvPicPr>
          <p:nvPr/>
        </p:nvPicPr>
        <p:blipFill>
          <a:blip r:embed="rId1"/>
          <a:stretch>
            <a:fillRect/>
          </a:stretch>
        </p:blipFill>
        <p:spPr>
          <a:xfrm>
            <a:off x="258763" y="1403350"/>
            <a:ext cx="4319587" cy="1120775"/>
          </a:xfrm>
          <a:prstGeom prst="rect">
            <a:avLst/>
          </a:prstGeom>
          <a:noFill/>
          <a:ln w="9525">
            <a:noFill/>
          </a:ln>
        </p:spPr>
      </p:pic>
    </p:spTree>
  </p:cSld>
  <p:clrMapOvr>
    <a:masterClrMapping/>
  </p:clrMapOvr>
  <p:transition>
    <p:fade/>
  </p:transition>
</p:sld>
</file>

<file path=ppt/tags/tag1.xml><?xml version="1.0" encoding="utf-8"?>
<p:tagLst xmlns:p="http://schemas.openxmlformats.org/presentationml/2006/main">
  <p:tag name="THINKCELLSHAPEDONOTDELETE" val="p1C9lvhwRkUCihTMo95lLjA"/>
</p:tagLst>
</file>

<file path=ppt/tags/tag2.xml><?xml version="1.0" encoding="utf-8"?>
<p:tagLst xmlns:p="http://schemas.openxmlformats.org/presentationml/2006/main">
  <p:tag name="THINKCELLSHAPEDONOTDELETE" val="pfzIyYwEYA0eG5dj3hRGn9Q"/>
</p:tagLst>
</file>

<file path=ppt/tags/tag3.xml><?xml version="1.0" encoding="utf-8"?>
<p:tagLst xmlns:p="http://schemas.openxmlformats.org/presentationml/2006/main">
  <p:tag name="THINKCELLSHAPEDONOTDELETE" val="p4rUKiN2CS0GxXGovParKJw"/>
</p:tagLst>
</file>

<file path=ppt/tags/tag4.xml><?xml version="1.0" encoding="utf-8"?>
<p:tagLst xmlns:p="http://schemas.openxmlformats.org/presentationml/2006/main">
  <p:tag name="THINKCELLSHAPEDONOTDELETE" val="pOnmgMFGZZEa94htSVWnf6Q"/>
</p:tagLst>
</file>

<file path=ppt/tags/tag5.xml><?xml version="1.0" encoding="utf-8"?>
<p:tagLst xmlns:p="http://schemas.openxmlformats.org/presentationml/2006/main">
  <p:tag name="THINKCELLSHAPEDONOTDELETE" val="p.amYZb9ah0Wn_Sg6mXuh8g"/>
</p:tagLst>
</file>

<file path=ppt/tags/tag6.xml><?xml version="1.0" encoding="utf-8"?>
<p:tagLst xmlns:p="http://schemas.openxmlformats.org/presentationml/2006/main">
  <p:tag name="THINKCELLSHAPEDONOTDELETE" val="p8dSe3CcIY0S2VBG_.GjG6Q"/>
</p:tagLst>
</file>

<file path=ppt/tags/tag7.xml><?xml version="1.0" encoding="utf-8"?>
<p:tagLst xmlns:p="http://schemas.openxmlformats.org/presentationml/2006/main">
  <p:tag name="THINKCELLSHAPEDONOTDELETE" val="pqFmO9LwxkkC_i0PX5yhZFQ"/>
</p:tagLst>
</file>

<file path=ppt/tags/tag8.xml><?xml version="1.0" encoding="utf-8"?>
<p:tagLst xmlns:p="http://schemas.openxmlformats.org/presentationml/2006/main">
  <p:tag name="THINKCELLSHAPEDONOTDELETE" val="p8O3074ZST06rQzVVQzRKdQ"/>
</p:tagLst>
</file>

<file path=ppt/tags/tag9.xml><?xml version="1.0" encoding="utf-8"?>
<p:tagLst xmlns:p="http://schemas.openxmlformats.org/presentationml/2006/main">
  <p:tag name="THINKCELLSHAPEDONOTDELETE" val="pA35HLrUn50Kh53BsCixt3A"/>
</p:tagLst>
</file>

<file path=ppt/tags/tag10.xml><?xml version="1.0" encoding="utf-8"?>
<p:tagLst xmlns:p="http://schemas.openxmlformats.org/presentationml/2006/main">
  <p:tag name="THINKCELLSHAPEDONOTDELETE" val="phaEihyo8kkSN3OhIjtqp6Q"/>
</p:tagLst>
</file>

<file path=ppt/tags/tag11.xml><?xml version="1.0" encoding="utf-8"?>
<p:tagLst xmlns:p="http://schemas.openxmlformats.org/presentationml/2006/main">
  <p:tag name="THINKCELLSHAPEDONOTDELETE" val="thinkcellActiveDocDoNotDelete"/>
</p:tagLst>
</file>

<file path=ppt/tags/tag12.xml><?xml version="1.0" encoding="utf-8"?>
<p:tagLst xmlns:p="http://schemas.openxmlformats.org/presentationml/2006/main">
  <p:tag name="THINKCELLSHAPEDONOTDELETE" val="pr6b2_ZgN70yBZRKrTHhvOw"/>
</p:tagLst>
</file>

<file path=ppt/tags/tag13.xml><?xml version="1.0" encoding="utf-8"?>
<p:tagLst xmlns:p="http://schemas.openxmlformats.org/presentationml/2006/main">
  <p:tag name="THINKCELLSHAPEDONOTDELETE" val="pkaW.dldR8ESeDuYxdM2j3g"/>
</p:tagLst>
</file>

<file path=ppt/tags/tag14.xml><?xml version="1.0" encoding="utf-8"?>
<p:tagLst xmlns:p="http://schemas.openxmlformats.org/presentationml/2006/main">
  <p:tag name="THINKCELLSHAPEDONOTDELETE" val="pcJ8w4S8HcEqWUmV2d8zz4A"/>
</p:tagLst>
</file>

<file path=ppt/tags/tag15.xml><?xml version="1.0" encoding="utf-8"?>
<p:tagLst xmlns:p="http://schemas.openxmlformats.org/presentationml/2006/main">
  <p:tag name="THINKCELLSHAPEDONOTDELETE" val="plW4Bh5_JIUWl1gPG3KX6fw"/>
</p:tagLst>
</file>

<file path=ppt/tags/tag16.xml><?xml version="1.0" encoding="utf-8"?>
<p:tagLst xmlns:p="http://schemas.openxmlformats.org/presentationml/2006/main">
  <p:tag name="THINKCELLSHAPEDONOTDELETE" val="p1C9lvhwRkUCihTMo95lLjA"/>
</p:tagLst>
</file>

<file path=ppt/tags/tag17.xml><?xml version="1.0" encoding="utf-8"?>
<p:tagLst xmlns:p="http://schemas.openxmlformats.org/presentationml/2006/main">
  <p:tag name="THINKCELLSHAPEDONOTDELETE" val="pfzIyYwEYA0eG5dj3hRGn9Q"/>
</p:tagLst>
</file>

<file path=ppt/tags/tag18.xml><?xml version="1.0" encoding="utf-8"?>
<p:tagLst xmlns:p="http://schemas.openxmlformats.org/presentationml/2006/main">
  <p:tag name="THINKCELLSHAPEDONOTDELETE" val="p4rUKiN2CS0GxXGovParKJw"/>
</p:tagLst>
</file>

<file path=ppt/tags/tag19.xml><?xml version="1.0" encoding="utf-8"?>
<p:tagLst xmlns:p="http://schemas.openxmlformats.org/presentationml/2006/main">
  <p:tag name="THINKCELLSHAPEDONOTDELETE" val="pOnmgMFGZZEa94htSVWnf6Q"/>
</p:tagLst>
</file>

<file path=ppt/tags/tag20.xml><?xml version="1.0" encoding="utf-8"?>
<p:tagLst xmlns:p="http://schemas.openxmlformats.org/presentationml/2006/main">
  <p:tag name="THINKCELLSHAPEDONOTDELETE" val="p.amYZb9ah0Wn_Sg6mXuh8g"/>
</p:tagLst>
</file>

<file path=ppt/tags/tag21.xml><?xml version="1.0" encoding="utf-8"?>
<p:tagLst xmlns:p="http://schemas.openxmlformats.org/presentationml/2006/main">
  <p:tag name="THINKCELLSHAPEDONOTDELETE" val="p8dSe3CcIY0S2VBG_.GjG6Q"/>
</p:tagLst>
</file>

<file path=ppt/tags/tag22.xml><?xml version="1.0" encoding="utf-8"?>
<p:tagLst xmlns:p="http://schemas.openxmlformats.org/presentationml/2006/main">
  <p:tag name="THINKCELLSHAPEDONOTDELETE" val="pqFmO9LwxkkC_i0PX5yhZFQ"/>
</p:tagLst>
</file>

<file path=ppt/tags/tag23.xml><?xml version="1.0" encoding="utf-8"?>
<p:tagLst xmlns:p="http://schemas.openxmlformats.org/presentationml/2006/main">
  <p:tag name="THINKCELLSHAPEDONOTDELETE" val="p8O3074ZST06rQzVVQzRKdQ"/>
</p:tagLst>
</file>

<file path=ppt/tags/tag24.xml><?xml version="1.0" encoding="utf-8"?>
<p:tagLst xmlns:p="http://schemas.openxmlformats.org/presentationml/2006/main">
  <p:tag name="THINKCELLSHAPEDONOTDELETE" val="pA35HLrUn50Kh53BsCixt3A"/>
</p:tagLst>
</file>

<file path=ppt/tags/tag25.xml><?xml version="1.0" encoding="utf-8"?>
<p:tagLst xmlns:p="http://schemas.openxmlformats.org/presentationml/2006/main">
  <p:tag name="THINKCELLSHAPEDONOTDELETE" val="phaEihyo8kkSN3OhIjtqp6Q"/>
</p:tagLst>
</file>

<file path=ppt/tags/tag26.xml><?xml version="1.0" encoding="utf-8"?>
<p:tagLst xmlns:p="http://schemas.openxmlformats.org/presentationml/2006/main">
  <p:tag name="THINKCELLSHAPEDONOTDELETE" val="thinkcellActiveDocDoNotDelete"/>
</p:tagLst>
</file>

<file path=ppt/tags/tag27.xml><?xml version="1.0" encoding="utf-8"?>
<p:tagLst xmlns:p="http://schemas.openxmlformats.org/presentationml/2006/main">
  <p:tag name="THINKCELLSHAPEDONOTDELETE" val="pr6b2_ZgN70yBZRKrTHhvOw"/>
</p:tagLst>
</file>

<file path=ppt/tags/tag28.xml><?xml version="1.0" encoding="utf-8"?>
<p:tagLst xmlns:p="http://schemas.openxmlformats.org/presentationml/2006/main">
  <p:tag name="THINKCELLSHAPEDONOTDELETE" val="pkaW.dldR8ESeDuYxdM2j3g"/>
</p:tagLst>
</file>

<file path=ppt/tags/tag29.xml><?xml version="1.0" encoding="utf-8"?>
<p:tagLst xmlns:p="http://schemas.openxmlformats.org/presentationml/2006/main">
  <p:tag name="THINKCELLSHAPEDONOTDELETE" val="pcJ8w4S8HcEqWUmV2d8zz4A"/>
</p:tagLst>
</file>

<file path=ppt/tags/tag30.xml><?xml version="1.0" encoding="utf-8"?>
<p:tagLst xmlns:p="http://schemas.openxmlformats.org/presentationml/2006/main">
  <p:tag name="THINKCELLSHAPEDONOTDELETE" val="plW4Bh5_JIUWl1gPG3KX6fw"/>
</p:tagLst>
</file>

<file path=ppt/tags/tag31.xml><?xml version="1.0" encoding="utf-8"?>
<p:tagLst xmlns:p="http://schemas.openxmlformats.org/presentationml/2006/main">
  <p:tag name="THINKCELLSHAPEDONOTDELETE" val="p1C9lvhwRkUCihTMo95lLjA"/>
</p:tagLst>
</file>

<file path=ppt/tags/tag32.xml><?xml version="1.0" encoding="utf-8"?>
<p:tagLst xmlns:p="http://schemas.openxmlformats.org/presentationml/2006/main">
  <p:tag name="THINKCELLSHAPEDONOTDELETE" val="pfzIyYwEYA0eG5dj3hRGn9Q"/>
</p:tagLst>
</file>

<file path=ppt/tags/tag33.xml><?xml version="1.0" encoding="utf-8"?>
<p:tagLst xmlns:p="http://schemas.openxmlformats.org/presentationml/2006/main">
  <p:tag name="THINKCELLSHAPEDONOTDELETE" val="p4rUKiN2CS0GxXGovParKJw"/>
</p:tagLst>
</file>

<file path=ppt/tags/tag34.xml><?xml version="1.0" encoding="utf-8"?>
<p:tagLst xmlns:p="http://schemas.openxmlformats.org/presentationml/2006/main">
  <p:tag name="THINKCELLSHAPEDONOTDELETE" val="pOnmgMFGZZEa94htSVWnf6Q"/>
</p:tagLst>
</file>

<file path=ppt/tags/tag35.xml><?xml version="1.0" encoding="utf-8"?>
<p:tagLst xmlns:p="http://schemas.openxmlformats.org/presentationml/2006/main">
  <p:tag name="THINKCELLSHAPEDONOTDELETE" val="p.amYZb9ah0Wn_Sg6mXuh8g"/>
</p:tagLst>
</file>

<file path=ppt/tags/tag36.xml><?xml version="1.0" encoding="utf-8"?>
<p:tagLst xmlns:p="http://schemas.openxmlformats.org/presentationml/2006/main">
  <p:tag name="THINKCELLSHAPEDONOTDELETE" val="p8dSe3CcIY0S2VBG_.GjG6Q"/>
</p:tagLst>
</file>

<file path=ppt/tags/tag37.xml><?xml version="1.0" encoding="utf-8"?>
<p:tagLst xmlns:p="http://schemas.openxmlformats.org/presentationml/2006/main">
  <p:tag name="THINKCELLSHAPEDONOTDELETE" val="pqFmO9LwxkkC_i0PX5yhZFQ"/>
</p:tagLst>
</file>

<file path=ppt/tags/tag38.xml><?xml version="1.0" encoding="utf-8"?>
<p:tagLst xmlns:p="http://schemas.openxmlformats.org/presentationml/2006/main">
  <p:tag name="THINKCELLSHAPEDONOTDELETE" val="p8O3074ZST06rQzVVQzRKdQ"/>
</p:tagLst>
</file>

<file path=ppt/tags/tag39.xml><?xml version="1.0" encoding="utf-8"?>
<p:tagLst xmlns:p="http://schemas.openxmlformats.org/presentationml/2006/main">
  <p:tag name="THINKCELLSHAPEDONOTDELETE" val="pA35HLrUn50Kh53BsCixt3A"/>
</p:tagLst>
</file>

<file path=ppt/tags/tag40.xml><?xml version="1.0" encoding="utf-8"?>
<p:tagLst xmlns:p="http://schemas.openxmlformats.org/presentationml/2006/main">
  <p:tag name="THINKCELLSHAPEDONOTDELETE" val="phaEihyo8kkSN3OhIjtqp6Q"/>
</p:tagLst>
</file>

<file path=ppt/tags/tag41.xml><?xml version="1.0" encoding="utf-8"?>
<p:tagLst xmlns:p="http://schemas.openxmlformats.org/presentationml/2006/main">
  <p:tag name="THINKCELLSHAPEDONOTDELETE" val="thinkcellActiveDocDoNotDelete"/>
</p:tagLst>
</file>

<file path=ppt/tags/tag42.xml><?xml version="1.0" encoding="utf-8"?>
<p:tagLst xmlns:p="http://schemas.openxmlformats.org/presentationml/2006/main">
  <p:tag name="THINKCELLSHAPEDONOTDELETE" val="pr6b2_ZgN70yBZRKrTHhvOw"/>
</p:tagLst>
</file>

<file path=ppt/tags/tag43.xml><?xml version="1.0" encoding="utf-8"?>
<p:tagLst xmlns:p="http://schemas.openxmlformats.org/presentationml/2006/main">
  <p:tag name="THINKCELLSHAPEDONOTDELETE" val="pkaW.dldR8ESeDuYxdM2j3g"/>
</p:tagLst>
</file>

<file path=ppt/tags/tag44.xml><?xml version="1.0" encoding="utf-8"?>
<p:tagLst xmlns:p="http://schemas.openxmlformats.org/presentationml/2006/main">
  <p:tag name="THINKCELLSHAPEDONOTDELETE" val="pcJ8w4S8HcEqWUmV2d8zz4A"/>
</p:tagLst>
</file>

<file path=ppt/tags/tag45.xml><?xml version="1.0" encoding="utf-8"?>
<p:tagLst xmlns:p="http://schemas.openxmlformats.org/presentationml/2006/main">
  <p:tag name="THINKCELLSHAPEDONOTDELETE" val="plW4Bh5_JIUWl1gPG3KX6fw"/>
</p:tagLst>
</file>

<file path=ppt/tags/tag46.xml><?xml version="1.0" encoding="utf-8"?>
<p:tagLst xmlns:p="http://schemas.openxmlformats.org/presentationml/2006/main">
  <p:tag name="THINKCELLSHAPEDONOTDELETE" val="p1C9lvhwRkUCihTMo95lLjA"/>
</p:tagLst>
</file>

<file path=ppt/tags/tag47.xml><?xml version="1.0" encoding="utf-8"?>
<p:tagLst xmlns:p="http://schemas.openxmlformats.org/presentationml/2006/main">
  <p:tag name="THINKCELLSHAPEDONOTDELETE" val="pfzIyYwEYA0eG5dj3hRGn9Q"/>
</p:tagLst>
</file>

<file path=ppt/tags/tag48.xml><?xml version="1.0" encoding="utf-8"?>
<p:tagLst xmlns:p="http://schemas.openxmlformats.org/presentationml/2006/main">
  <p:tag name="THINKCELLSHAPEDONOTDELETE" val="p4rUKiN2CS0GxXGovParKJw"/>
</p:tagLst>
</file>

<file path=ppt/tags/tag49.xml><?xml version="1.0" encoding="utf-8"?>
<p:tagLst xmlns:p="http://schemas.openxmlformats.org/presentationml/2006/main">
  <p:tag name="THINKCELLSHAPEDONOTDELETE" val="pOnmgMFGZZEa94htSVWnf6Q"/>
</p:tagLst>
</file>

<file path=ppt/tags/tag50.xml><?xml version="1.0" encoding="utf-8"?>
<p:tagLst xmlns:p="http://schemas.openxmlformats.org/presentationml/2006/main">
  <p:tag name="THINKCELLSHAPEDONOTDELETE" val="p.amYZb9ah0Wn_Sg6mXuh8g"/>
</p:tagLst>
</file>

<file path=ppt/tags/tag51.xml><?xml version="1.0" encoding="utf-8"?>
<p:tagLst xmlns:p="http://schemas.openxmlformats.org/presentationml/2006/main">
  <p:tag name="THINKCELLSHAPEDONOTDELETE" val="p8dSe3CcIY0S2VBG_.GjG6Q"/>
</p:tagLst>
</file>

<file path=ppt/tags/tag52.xml><?xml version="1.0" encoding="utf-8"?>
<p:tagLst xmlns:p="http://schemas.openxmlformats.org/presentationml/2006/main">
  <p:tag name="THINKCELLSHAPEDONOTDELETE" val="pqFmO9LwxkkC_i0PX5yhZFQ"/>
</p:tagLst>
</file>

<file path=ppt/tags/tag53.xml><?xml version="1.0" encoding="utf-8"?>
<p:tagLst xmlns:p="http://schemas.openxmlformats.org/presentationml/2006/main">
  <p:tag name="THINKCELLSHAPEDONOTDELETE" val="p8O3074ZST06rQzVVQzRKdQ"/>
</p:tagLst>
</file>

<file path=ppt/tags/tag54.xml><?xml version="1.0" encoding="utf-8"?>
<p:tagLst xmlns:p="http://schemas.openxmlformats.org/presentationml/2006/main">
  <p:tag name="THINKCELLSHAPEDONOTDELETE" val="pA35HLrUn50Kh53BsCixt3A"/>
</p:tagLst>
</file>

<file path=ppt/tags/tag55.xml><?xml version="1.0" encoding="utf-8"?>
<p:tagLst xmlns:p="http://schemas.openxmlformats.org/presentationml/2006/main">
  <p:tag name="THINKCELLSHAPEDONOTDELETE" val="phaEihyo8kkSN3OhIjtqp6Q"/>
</p:tagLst>
</file>

<file path=ppt/tags/tag56.xml><?xml version="1.0" encoding="utf-8"?>
<p:tagLst xmlns:p="http://schemas.openxmlformats.org/presentationml/2006/main">
  <p:tag name="THINKCELLSHAPEDONOTDELETE" val="thinkcellActiveDocDoNotDelete"/>
</p:tagLst>
</file>

<file path=ppt/tags/tag57.xml><?xml version="1.0" encoding="utf-8"?>
<p:tagLst xmlns:p="http://schemas.openxmlformats.org/presentationml/2006/main">
  <p:tag name="THINKCELLSHAPEDONOTDELETE" val="pr6b2_ZgN70yBZRKrTHhvOw"/>
</p:tagLst>
</file>

<file path=ppt/tags/tag58.xml><?xml version="1.0" encoding="utf-8"?>
<p:tagLst xmlns:p="http://schemas.openxmlformats.org/presentationml/2006/main">
  <p:tag name="THINKCELLSHAPEDONOTDELETE" val="pkaW.dldR8ESeDuYxdM2j3g"/>
</p:tagLst>
</file>

<file path=ppt/tags/tag59.xml><?xml version="1.0" encoding="utf-8"?>
<p:tagLst xmlns:p="http://schemas.openxmlformats.org/presentationml/2006/main">
  <p:tag name="THINKCELLSHAPEDONOTDELETE" val="pcJ8w4S8HcEqWUmV2d8zz4A"/>
</p:tagLst>
</file>

<file path=ppt/tags/tag60.xml><?xml version="1.0" encoding="utf-8"?>
<p:tagLst xmlns:p="http://schemas.openxmlformats.org/presentationml/2006/main">
  <p:tag name="THINKCELLSHAPEDONOTDELETE" val="plW4Bh5_JIUWl1gPG3KX6fw"/>
</p:tagLst>
</file>

<file path=ppt/tags/tag61.xml><?xml version="1.0" encoding="utf-8"?>
<p:tagLst xmlns:p="http://schemas.openxmlformats.org/presentationml/2006/main">
  <p:tag name="THINKCELLSHAPEDONOTDELETE" val="p1C9lvhwRkUCihTMo95lLjA"/>
</p:tagLst>
</file>

<file path=ppt/tags/tag62.xml><?xml version="1.0" encoding="utf-8"?>
<p:tagLst xmlns:p="http://schemas.openxmlformats.org/presentationml/2006/main">
  <p:tag name="THINKCELLSHAPEDONOTDELETE" val="pfzIyYwEYA0eG5dj3hRGn9Q"/>
</p:tagLst>
</file>

<file path=ppt/tags/tag63.xml><?xml version="1.0" encoding="utf-8"?>
<p:tagLst xmlns:p="http://schemas.openxmlformats.org/presentationml/2006/main">
  <p:tag name="THINKCELLSHAPEDONOTDELETE" val="p4rUKiN2CS0GxXGovParKJw"/>
</p:tagLst>
</file>

<file path=ppt/tags/tag64.xml><?xml version="1.0" encoding="utf-8"?>
<p:tagLst xmlns:p="http://schemas.openxmlformats.org/presentationml/2006/main">
  <p:tag name="THINKCELLSHAPEDONOTDELETE" val="pOnmgMFGZZEa94htSVWnf6Q"/>
</p:tagLst>
</file>

<file path=ppt/tags/tag65.xml><?xml version="1.0" encoding="utf-8"?>
<p:tagLst xmlns:p="http://schemas.openxmlformats.org/presentationml/2006/main">
  <p:tag name="THINKCELLSHAPEDONOTDELETE" val="p.amYZb9ah0Wn_Sg6mXuh8g"/>
</p:tagLst>
</file>

<file path=ppt/tags/tag66.xml><?xml version="1.0" encoding="utf-8"?>
<p:tagLst xmlns:p="http://schemas.openxmlformats.org/presentationml/2006/main">
  <p:tag name="THINKCELLSHAPEDONOTDELETE" val="p8dSe3CcIY0S2VBG_.GjG6Q"/>
</p:tagLst>
</file>

<file path=ppt/tags/tag67.xml><?xml version="1.0" encoding="utf-8"?>
<p:tagLst xmlns:p="http://schemas.openxmlformats.org/presentationml/2006/main">
  <p:tag name="THINKCELLSHAPEDONOTDELETE" val="pqFmO9LwxkkC_i0PX5yhZFQ"/>
</p:tagLst>
</file>

<file path=ppt/tags/tag68.xml><?xml version="1.0" encoding="utf-8"?>
<p:tagLst xmlns:p="http://schemas.openxmlformats.org/presentationml/2006/main">
  <p:tag name="THINKCELLSHAPEDONOTDELETE" val="p8O3074ZST06rQzVVQzRKdQ"/>
</p:tagLst>
</file>

<file path=ppt/tags/tag69.xml><?xml version="1.0" encoding="utf-8"?>
<p:tagLst xmlns:p="http://schemas.openxmlformats.org/presentationml/2006/main">
  <p:tag name="THINKCELLSHAPEDONOTDELETE" val="pA35HLrUn50Kh53BsCixt3A"/>
</p:tagLst>
</file>

<file path=ppt/tags/tag70.xml><?xml version="1.0" encoding="utf-8"?>
<p:tagLst xmlns:p="http://schemas.openxmlformats.org/presentationml/2006/main">
  <p:tag name="THINKCELLSHAPEDONOTDELETE" val="phaEihyo8kkSN3OhIjtqp6Q"/>
</p:tagLst>
</file>

<file path=ppt/tags/tag71.xml><?xml version="1.0" encoding="utf-8"?>
<p:tagLst xmlns:p="http://schemas.openxmlformats.org/presentationml/2006/main">
  <p:tag name="THINKCELLSHAPEDONOTDELETE" val="pMKpyWYLViUWikrm_FB5mNg"/>
</p:tagLst>
</file>

<file path=ppt/tags/tag72.xml><?xml version="1.0" encoding="utf-8"?>
<p:tagLst xmlns:p="http://schemas.openxmlformats.org/presentationml/2006/main">
  <p:tag name="THINKCELLSHAPEDONOTDELETE" val="pMKpyWYLViUWikrm_FB5mNg"/>
</p:tagLst>
</file>

<file path=ppt/tags/tag73.xml><?xml version="1.0" encoding="utf-8"?>
<p:tagLst xmlns:p="http://schemas.openxmlformats.org/presentationml/2006/main">
  <p:tag name="THINKCELLSHAPEDONOTDELETE" val="thinkcellActiveDocDoNotDelete"/>
</p:tagLst>
</file>

<file path=ppt/tags/tag74.xml><?xml version="1.0" encoding="utf-8"?>
<p:tagLst xmlns:p="http://schemas.openxmlformats.org/presentationml/2006/main">
  <p:tag name="THINKCELLSHAPEDONOTDELETE" val="pr6b2_ZgN70yBZRKrTHhvOw"/>
</p:tagLst>
</file>

<file path=ppt/tags/tag75.xml><?xml version="1.0" encoding="utf-8"?>
<p:tagLst xmlns:p="http://schemas.openxmlformats.org/presentationml/2006/main">
  <p:tag name="THINKCELLSHAPEDONOTDELETE" val="pPfLgj6Ed2EGRcjOgP7GNqg"/>
</p:tagLst>
</file>

<file path=ppt/tags/tag76.xml><?xml version="1.0" encoding="utf-8"?>
<p:tagLst xmlns:p="http://schemas.openxmlformats.org/presentationml/2006/main">
  <p:tag name="THINKCELLSHAPEDONOTDELETE" val="pkaW.dldR8ESeDuYxdM2j3g"/>
</p:tagLst>
</file>

<file path=ppt/tags/tag77.xml><?xml version="1.0" encoding="utf-8"?>
<p:tagLst xmlns:p="http://schemas.openxmlformats.org/presentationml/2006/main">
  <p:tag name="THINKCELLSHAPEDONOTDELETE" val="pcJ8w4S8HcEqWUmV2d8zz4A"/>
</p:tagLst>
</file>

<file path=ppt/tags/tag78.xml><?xml version="1.0" encoding="utf-8"?>
<p:tagLst xmlns:p="http://schemas.openxmlformats.org/presentationml/2006/main">
  <p:tag name="THINKCELLSHAPEDONOTDELETE" val="plW4Bh5_JIUWl1gPG3KX6fw"/>
</p:tagLst>
</file>

<file path=ppt/tags/tag79.xml><?xml version="1.0" encoding="utf-8"?>
<p:tagLst xmlns:p="http://schemas.openxmlformats.org/presentationml/2006/main">
  <p:tag name="THINKCELLSHAPEDONOTDELETE" val="p1C9lvhwRkUCihTMo95lLjA"/>
</p:tagLst>
</file>

<file path=ppt/tags/tag80.xml><?xml version="1.0" encoding="utf-8"?>
<p:tagLst xmlns:p="http://schemas.openxmlformats.org/presentationml/2006/main">
  <p:tag name="THINKCELLSHAPEDONOTDELETE" val="pfzIyYwEYA0eG5dj3hRGn9Q"/>
</p:tagLst>
</file>

<file path=ppt/tags/tag81.xml><?xml version="1.0" encoding="utf-8"?>
<p:tagLst xmlns:p="http://schemas.openxmlformats.org/presentationml/2006/main">
  <p:tag name="THINKCELLSHAPEDONOTDELETE" val="p4rUKiN2CS0GxXGovParKJw"/>
</p:tagLst>
</file>

<file path=ppt/tags/tag82.xml><?xml version="1.0" encoding="utf-8"?>
<p:tagLst xmlns:p="http://schemas.openxmlformats.org/presentationml/2006/main">
  <p:tag name="THINKCELLSHAPEDONOTDELETE" val="pOnmgMFGZZEa94htSVWnf6Q"/>
</p:tagLst>
</file>

<file path=ppt/tags/tag83.xml><?xml version="1.0" encoding="utf-8"?>
<p:tagLst xmlns:p="http://schemas.openxmlformats.org/presentationml/2006/main">
  <p:tag name="THINKCELLSHAPEDONOTDELETE" val="p.amYZb9ah0Wn_Sg6mXuh8g"/>
</p:tagLst>
</file>

<file path=ppt/tags/tag84.xml><?xml version="1.0" encoding="utf-8"?>
<p:tagLst xmlns:p="http://schemas.openxmlformats.org/presentationml/2006/main">
  <p:tag name="THINKCELLSHAPEDONOTDELETE" val="p8dSe3CcIY0S2VBG_.GjG6Q"/>
</p:tagLst>
</file>

<file path=ppt/tags/tag85.xml><?xml version="1.0" encoding="utf-8"?>
<p:tagLst xmlns:p="http://schemas.openxmlformats.org/presentationml/2006/main">
  <p:tag name="THINKCELLSHAPEDONOTDELETE" val="pqFmO9LwxkkC_i0PX5yhZFQ"/>
</p:tagLst>
</file>

<file path=ppt/tags/tag86.xml><?xml version="1.0" encoding="utf-8"?>
<p:tagLst xmlns:p="http://schemas.openxmlformats.org/presentationml/2006/main">
  <p:tag name="THINKCELLSHAPEDONOTDELETE" val="p8O3074ZST06rQzVVQzRKdQ"/>
</p:tagLst>
</file>

<file path=ppt/tags/tag87.xml><?xml version="1.0" encoding="utf-8"?>
<p:tagLst xmlns:p="http://schemas.openxmlformats.org/presentationml/2006/main">
  <p:tag name="THINKCELLSHAPEDONOTDELETE" val="pA35HLrUn50Kh53BsCixt3A"/>
</p:tagLst>
</file>

<file path=ppt/tags/tag88.xml><?xml version="1.0" encoding="utf-8"?>
<p:tagLst xmlns:p="http://schemas.openxmlformats.org/presentationml/2006/main">
  <p:tag name="THINKCELLSHAPEDONOTDELETE" val="phaEihyo8kkSN3OhIjtqp6Q"/>
</p:tagLst>
</file>

<file path=ppt/tags/tag89.xml><?xml version="1.0" encoding="utf-8"?>
<p:tagLst xmlns:p="http://schemas.openxmlformats.org/presentationml/2006/main">
  <p:tag name="THINKCELLSHAPEDONOTDELETE" val="pMKpyWYLViUWikrm_FB5mNg"/>
</p:tagLst>
</file>

<file path=ppt/tags/tag90.xml><?xml version="1.0" encoding="utf-8"?>
<p:tagLst xmlns:p="http://schemas.openxmlformats.org/presentationml/2006/main">
  <p:tag name="THINKCELLSHAPEDONOTDELETE" val="pMKpyWYLViUWikrm_FB5mNg"/>
</p:tagLst>
</file>

<file path=ppt/tags/tag91.xml><?xml version="1.0" encoding="utf-8"?>
<p:tagLst xmlns:p="http://schemas.openxmlformats.org/presentationml/2006/main">
  <p:tag name="THINKCELLSHAPEDONOTDELETE" val="thinkcellActiveDocDoNotDelete"/>
</p:tagLst>
</file>

<file path=ppt/tags/tag92.xml><?xml version="1.0" encoding="utf-8"?>
<p:tagLst xmlns:p="http://schemas.openxmlformats.org/presentationml/2006/main">
  <p:tag name="THINKCELLSHAPEDONOTDELETE" val="pr6b2_ZgN70yBZRKrTHhvOw"/>
</p:tagLst>
</file>

<file path=ppt/tags/tag93.xml><?xml version="1.0" encoding="utf-8"?>
<p:tagLst xmlns:p="http://schemas.openxmlformats.org/presentationml/2006/main">
  <p:tag name="THINKCELLSHAPEDONOTDELETE" val="pPfLgj6Ed2EGRcjOgP7GNqg"/>
</p:tagLst>
</file>

<file path=ppt/tags/tag94.xml><?xml version="1.0" encoding="utf-8"?>
<p:tagLst xmlns:p="http://schemas.openxmlformats.org/presentationml/2006/main">
  <p:tag name="THINKCELLSHAPEDONOTDELETE" val="pkaW.dldR8ESeDuYxdM2j3g"/>
</p:tagLst>
</file>

<file path=ppt/tags/tag95.xml><?xml version="1.0" encoding="utf-8"?>
<p:tagLst xmlns:p="http://schemas.openxmlformats.org/presentationml/2006/main">
  <p:tag name="THINKCELLSHAPEDONOTDELETE" val="pcJ8w4S8HcEqWUmV2d8zz4A"/>
</p:tagLst>
</file>

<file path=ppt/tags/tag96.xml><?xml version="1.0" encoding="utf-8"?>
<p:tagLst xmlns:p="http://schemas.openxmlformats.org/presentationml/2006/main">
  <p:tag name="THINKCELLSHAPEDONOTDELETE" val="plW4Bh5_JIUWl1gPG3KX6fw"/>
</p:tagLst>
</file>

<file path=ppt/tags/tag97.xml><?xml version="1.0" encoding="utf-8"?>
<p:tagLst xmlns:p="http://schemas.openxmlformats.org/presentationml/2006/main">
  <p:tag name="KSO_WM_UNIT_PLACING_PICTURE_USER_VIEWPORT" val="{&quot;height&quot;:1038,&quot;width&quot;:1023.4145199063232}"/>
</p:tagLst>
</file>

<file path=ppt/tags/tag98.xml><?xml version="1.0" encoding="utf-8"?>
<p:tagLst xmlns:p="http://schemas.openxmlformats.org/presentationml/2006/main">
  <p:tag name="KSO_WM_UNIT_PLACING_PICTURE_USER_VIEWPORT" val="{&quot;height&quot;:738,&quot;width&quot;:774.95550351288057}"/>
</p:tagLst>
</file>

<file path=ppt/tags/tag99.xml><?xml version="1.0" encoding="utf-8"?>
<p:tagLst xmlns:p="http://schemas.openxmlformats.org/presentationml/2006/main">
  <p:tag name="KSO_WM_UNIT_PLACING_PICTURE_USER_VIEWPORT" val="{&quot;height&quot;:767,&quot;width&quot;:756.22248243559716}"/>
</p:tagLst>
</file>

<file path=ppt/tags/tag100.xml><?xml version="1.0" encoding="utf-8"?>
<p:tagLst xmlns:p="http://schemas.openxmlformats.org/presentationml/2006/main">
  <p:tag name="KSO_WM_UNIT_PLACING_PICTURE_USER_VIEWPORT" val="{&quot;height&quot;:956,&quot;width&quot;:943}"/>
</p:tagLst>
</file>

<file path=ppt/tags/tag101.xml><?xml version="1.0" encoding="utf-8"?>
<p:tagLst xmlns:p="http://schemas.openxmlformats.org/presentationml/2006/main">
  <p:tag name="KSO_WM_UNIT_PLACING_PICTURE_USER_VIEWPORT" val="{&quot;height&quot;:1353,&quot;width&quot;:1272}"/>
</p:tagLst>
</file>

<file path=ppt/tags/tag102.xml><?xml version="1.0" encoding="utf-8"?>
<p:tagLst xmlns:p="http://schemas.openxmlformats.org/presentationml/2006/main">
  <p:tag name="KSO_WM_UNIT_PLACING_PICTURE_USER_VIEWPORT" val="{&quot;height&quot;:1061,&quot;width&quot;:1061}"/>
</p:tagLst>
</file>

<file path=ppt/tags/tag103.xml><?xml version="1.0" encoding="utf-8"?>
<p:tagLst xmlns:p="http://schemas.openxmlformats.org/presentationml/2006/main">
  <p:tag name="KSO_WM_UNIT_TABLE_BEAUTIFY" val="smartTable{af58b913-405e-4dbf-9da5-09844606f9ea}"/>
  <p:tag name="TABLE_ENDDRAG_ORIGIN_RECT" val="463*213"/>
  <p:tag name="TABLE_ENDDRAG_RECT" val="237*230*463*213"/>
</p:tagLst>
</file>

<file path=ppt/tags/tag104.xml><?xml version="1.0" encoding="utf-8"?>
<p:tagLst xmlns:p="http://schemas.openxmlformats.org/presentationml/2006/main">
  <p:tag name="KSO_WM_UNIT_TABLE_BEAUTIFY" val="smartTable{af58b913-405e-4dbf-9da5-09844606f9ea}"/>
  <p:tag name="TABLE_ENDDRAG_ORIGIN_RECT" val="463*213"/>
  <p:tag name="TABLE_ENDDRAG_RECT" val="237*230*463*213"/>
</p:tagLst>
</file>

<file path=ppt/tags/tag105.xml><?xml version="1.0" encoding="utf-8"?>
<p:tagLst xmlns:p="http://schemas.openxmlformats.org/presentationml/2006/main">
  <p:tag name="ARTICULATE_PROJECT_OPEN" val="0"/>
  <p:tag name="THINKCELLUNDODONOTDELETE" val="10"/>
</p:tagLst>
</file>

<file path=ppt/theme/theme1.xml><?xml version="1.0" encoding="utf-8"?>
<a:theme xmlns:a="http://schemas.openxmlformats.org/drawingml/2006/main" name="1_Audi Master">
  <a:themeElements>
    <a:clrScheme name="1_Audi Master 15">
      <a:dk1>
        <a:srgbClr val="000000"/>
      </a:dk1>
      <a:lt1>
        <a:srgbClr val="FFFFFF"/>
      </a:lt1>
      <a:dk2>
        <a:srgbClr val="000000"/>
      </a:dk2>
      <a:lt2>
        <a:srgbClr val="B0B6B8"/>
      </a:lt2>
      <a:accent1>
        <a:srgbClr val="434C53"/>
      </a:accent1>
      <a:accent2>
        <a:srgbClr val="CC0033"/>
      </a:accent2>
      <a:accent3>
        <a:srgbClr val="FFFFFF"/>
      </a:accent3>
      <a:accent4>
        <a:srgbClr val="000000"/>
      </a:accent4>
      <a:accent5>
        <a:srgbClr val="B0B2B3"/>
      </a:accent5>
      <a:accent6>
        <a:srgbClr val="B9002D"/>
      </a:accent6>
      <a:hlink>
        <a:srgbClr val="6D7579"/>
      </a:hlink>
      <a:folHlink>
        <a:srgbClr val="D5D9D8"/>
      </a:folHlink>
    </a:clrScheme>
    <a:fontScheme name="1_Audi Master">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9050" cap="flat" cmpd="sng" algn="ctr">
          <a:noFill/>
          <a:prstDash val="solid"/>
          <a:round/>
          <a:headEnd type="none" w="med" len="med"/>
          <a:tailEnd type="none" w="med" len="med"/>
        </a:ln>
      </a:spPr>
      <a:bodyPr vert="horz" wrap="none" lIns="36000" tIns="36000" rIns="36000" bIns="36000" numCol="1" anchor="t" anchorCtr="0" compatLnSpc="1">
        <a:spAutoFit/>
      </a:bodyPr>
      <a:lstStyle>
        <a:defPPr marL="0" marR="0" indent="0" algn="l" defTabSz="914400" rtl="0" eaLnBrk="1" fontAlgn="base" latinLnBrk="0" hangingPunct="1">
          <a:lnSpc>
            <a:spcPct val="100000"/>
          </a:lnSpc>
          <a:spcBef>
            <a:spcPct val="30000"/>
          </a:spcBef>
          <a:spcAft>
            <a:spcPct val="0"/>
          </a:spcAft>
          <a:buClr>
            <a:schemeClr val="accent2"/>
          </a:buClr>
          <a:buSzTx/>
          <a:buFont typeface="Audi Type" pitchFamily="34" charset="0"/>
          <a:buNone/>
          <a:defRPr kumimoji="0" lang="de-DE" sz="16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noFill/>
        <a:ln w="19050" cap="flat" cmpd="sng" algn="ctr">
          <a:noFill/>
          <a:prstDash val="solid"/>
          <a:round/>
          <a:headEnd type="none" w="med" len="med"/>
          <a:tailEnd type="none" w="med" len="med"/>
        </a:ln>
      </a:spPr>
      <a:bodyPr vert="horz" wrap="none" lIns="36000" tIns="36000" rIns="36000" bIns="36000" numCol="1" anchor="t" anchorCtr="0" compatLnSpc="1">
        <a:spAutoFit/>
      </a:bodyPr>
      <a:lstStyle>
        <a:defPPr marL="0" marR="0" indent="0" algn="l" defTabSz="914400" rtl="0" eaLnBrk="1" fontAlgn="base" latinLnBrk="0" hangingPunct="1">
          <a:lnSpc>
            <a:spcPct val="100000"/>
          </a:lnSpc>
          <a:spcBef>
            <a:spcPct val="30000"/>
          </a:spcBef>
          <a:spcAft>
            <a:spcPct val="0"/>
          </a:spcAft>
          <a:buClr>
            <a:schemeClr val="accent2"/>
          </a:buClr>
          <a:buSzTx/>
          <a:buFont typeface="Audi Type" pitchFamily="34" charset="0"/>
          <a:buNone/>
          <a:defRPr kumimoji="0" lang="de-DE" sz="16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lnDef>
  </a:objectDefaults>
  <a:extraClrSchemeLst>
    <a:extraClrScheme>
      <a:clrScheme name="1_Audi Maste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Audi Master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Audi Master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Audi Master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Audi Master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Audi Master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Audi Master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Audi Master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Audi Master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Audi Master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Audi Master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Audi Master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Audi Master 13">
        <a:dk1>
          <a:srgbClr val="EBEBEC"/>
        </a:dk1>
        <a:lt1>
          <a:srgbClr val="FFFFFF"/>
        </a:lt1>
        <a:dk2>
          <a:srgbClr val="72797F"/>
        </a:dk2>
        <a:lt2>
          <a:srgbClr val="BCC0C3"/>
        </a:lt2>
        <a:accent1>
          <a:srgbClr val="4C575F"/>
        </a:accent1>
        <a:accent2>
          <a:srgbClr val="CC0033"/>
        </a:accent2>
        <a:accent3>
          <a:srgbClr val="FFFFFF"/>
        </a:accent3>
        <a:accent4>
          <a:srgbClr val="C9C9C9"/>
        </a:accent4>
        <a:accent5>
          <a:srgbClr val="B2B4B6"/>
        </a:accent5>
        <a:accent6>
          <a:srgbClr val="B9002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1_Audi Master 14">
        <a:dk1>
          <a:srgbClr val="D5D9D8"/>
        </a:dk1>
        <a:lt1>
          <a:srgbClr val="FFFFFF"/>
        </a:lt1>
        <a:dk2>
          <a:srgbClr val="6D7579"/>
        </a:dk2>
        <a:lt2>
          <a:srgbClr val="B0B6B8"/>
        </a:lt2>
        <a:accent1>
          <a:srgbClr val="434C53"/>
        </a:accent1>
        <a:accent2>
          <a:srgbClr val="CC0033"/>
        </a:accent2>
        <a:accent3>
          <a:srgbClr val="FFFFFF"/>
        </a:accent3>
        <a:accent4>
          <a:srgbClr val="B6B9B8"/>
        </a:accent4>
        <a:accent5>
          <a:srgbClr val="B0B2B3"/>
        </a:accent5>
        <a:accent6>
          <a:srgbClr val="B9002D"/>
        </a:accent6>
        <a:hlink>
          <a:srgbClr val="000000"/>
        </a:hlink>
        <a:folHlink>
          <a:srgbClr val="AA142D"/>
        </a:folHlink>
      </a:clrScheme>
      <a:clrMap bg1="lt1" tx1="dk1" bg2="lt2" tx2="dk2" accent1="accent1" accent2="accent2" accent3="accent3" accent4="accent4" accent5="accent5" accent6="accent6" hlink="hlink" folHlink="folHlink"/>
    </a:extraClrScheme>
    <a:extraClrScheme>
      <a:clrScheme name="1_Audi Master 15">
        <a:dk1>
          <a:srgbClr val="000000"/>
        </a:dk1>
        <a:lt1>
          <a:srgbClr val="FFFFFF"/>
        </a:lt1>
        <a:dk2>
          <a:srgbClr val="000000"/>
        </a:dk2>
        <a:lt2>
          <a:srgbClr val="B0B6B8"/>
        </a:lt2>
        <a:accent1>
          <a:srgbClr val="434C53"/>
        </a:accent1>
        <a:accent2>
          <a:srgbClr val="CC0033"/>
        </a:accent2>
        <a:accent3>
          <a:srgbClr val="FFFFFF"/>
        </a:accent3>
        <a:accent4>
          <a:srgbClr val="000000"/>
        </a:accent4>
        <a:accent5>
          <a:srgbClr val="B0B2B3"/>
        </a:accent5>
        <a:accent6>
          <a:srgbClr val="B9002D"/>
        </a:accent6>
        <a:hlink>
          <a:srgbClr val="6D7579"/>
        </a:hlink>
        <a:folHlink>
          <a:srgbClr val="D5D9D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Audi Master">
  <a:themeElements>
    <a:clrScheme name="2_Audi Master 15">
      <a:dk1>
        <a:srgbClr val="000000"/>
      </a:dk1>
      <a:lt1>
        <a:srgbClr val="FFFFFF"/>
      </a:lt1>
      <a:dk2>
        <a:srgbClr val="000000"/>
      </a:dk2>
      <a:lt2>
        <a:srgbClr val="B0B6B8"/>
      </a:lt2>
      <a:accent1>
        <a:srgbClr val="434C53"/>
      </a:accent1>
      <a:accent2>
        <a:srgbClr val="CC0033"/>
      </a:accent2>
      <a:accent3>
        <a:srgbClr val="FFFFFF"/>
      </a:accent3>
      <a:accent4>
        <a:srgbClr val="000000"/>
      </a:accent4>
      <a:accent5>
        <a:srgbClr val="B0B2B3"/>
      </a:accent5>
      <a:accent6>
        <a:srgbClr val="B9002D"/>
      </a:accent6>
      <a:hlink>
        <a:srgbClr val="6D7579"/>
      </a:hlink>
      <a:folHlink>
        <a:srgbClr val="D5D9D8"/>
      </a:folHlink>
    </a:clrScheme>
    <a:fontScheme name="2_Audi Master">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9050" cap="flat" cmpd="sng" algn="ctr">
          <a:noFill/>
          <a:prstDash val="solid"/>
          <a:round/>
          <a:headEnd type="none" w="med" len="med"/>
          <a:tailEnd type="none" w="med" len="med"/>
        </a:ln>
      </a:spPr>
      <a:bodyPr vert="horz" wrap="none" lIns="36000" tIns="36000" rIns="36000" bIns="36000" numCol="1" anchor="t" anchorCtr="0" compatLnSpc="1">
        <a:spAutoFit/>
      </a:bodyPr>
      <a:lstStyle>
        <a:defPPr marL="0" marR="0" indent="0" algn="l" defTabSz="914400" rtl="0" eaLnBrk="1" fontAlgn="base" latinLnBrk="0" hangingPunct="1">
          <a:lnSpc>
            <a:spcPct val="100000"/>
          </a:lnSpc>
          <a:spcBef>
            <a:spcPct val="30000"/>
          </a:spcBef>
          <a:spcAft>
            <a:spcPct val="0"/>
          </a:spcAft>
          <a:buClr>
            <a:schemeClr val="accent2"/>
          </a:buClr>
          <a:buSzTx/>
          <a:buFont typeface="Audi Type" pitchFamily="34" charset="0"/>
          <a:buNone/>
          <a:defRPr kumimoji="0" lang="de-DE" sz="16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noFill/>
        <a:ln w="19050" cap="flat" cmpd="sng" algn="ctr">
          <a:noFill/>
          <a:prstDash val="solid"/>
          <a:round/>
          <a:headEnd type="none" w="med" len="med"/>
          <a:tailEnd type="none" w="med" len="med"/>
        </a:ln>
      </a:spPr>
      <a:bodyPr vert="horz" wrap="none" lIns="36000" tIns="36000" rIns="36000" bIns="36000" numCol="1" anchor="t" anchorCtr="0" compatLnSpc="1">
        <a:spAutoFit/>
      </a:bodyPr>
      <a:lstStyle>
        <a:defPPr marL="0" marR="0" indent="0" algn="l" defTabSz="914400" rtl="0" eaLnBrk="1" fontAlgn="base" latinLnBrk="0" hangingPunct="1">
          <a:lnSpc>
            <a:spcPct val="100000"/>
          </a:lnSpc>
          <a:spcBef>
            <a:spcPct val="30000"/>
          </a:spcBef>
          <a:spcAft>
            <a:spcPct val="0"/>
          </a:spcAft>
          <a:buClr>
            <a:schemeClr val="accent2"/>
          </a:buClr>
          <a:buSzTx/>
          <a:buFont typeface="Audi Type" pitchFamily="34" charset="0"/>
          <a:buNone/>
          <a:defRPr kumimoji="0" lang="de-DE" sz="16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lnDef>
  </a:objectDefaults>
  <a:extraClrSchemeLst>
    <a:extraClrScheme>
      <a:clrScheme name="2_Audi Maste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Audi Master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Audi Master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Audi Master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Audi Master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Audi Master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Audi Master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Audi Master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Audi Master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Audi Master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Audi Master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Audi Master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2_Audi Master 13">
        <a:dk1>
          <a:srgbClr val="EBEBEC"/>
        </a:dk1>
        <a:lt1>
          <a:srgbClr val="FFFFFF"/>
        </a:lt1>
        <a:dk2>
          <a:srgbClr val="72797F"/>
        </a:dk2>
        <a:lt2>
          <a:srgbClr val="BCC0C3"/>
        </a:lt2>
        <a:accent1>
          <a:srgbClr val="4C575F"/>
        </a:accent1>
        <a:accent2>
          <a:srgbClr val="CC0033"/>
        </a:accent2>
        <a:accent3>
          <a:srgbClr val="FFFFFF"/>
        </a:accent3>
        <a:accent4>
          <a:srgbClr val="C9C9C9"/>
        </a:accent4>
        <a:accent5>
          <a:srgbClr val="B2B4B6"/>
        </a:accent5>
        <a:accent6>
          <a:srgbClr val="B9002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2_Audi Master 14">
        <a:dk1>
          <a:srgbClr val="D5D9D8"/>
        </a:dk1>
        <a:lt1>
          <a:srgbClr val="FFFFFF"/>
        </a:lt1>
        <a:dk2>
          <a:srgbClr val="6D7579"/>
        </a:dk2>
        <a:lt2>
          <a:srgbClr val="B0B6B8"/>
        </a:lt2>
        <a:accent1>
          <a:srgbClr val="434C53"/>
        </a:accent1>
        <a:accent2>
          <a:srgbClr val="CC0033"/>
        </a:accent2>
        <a:accent3>
          <a:srgbClr val="FFFFFF"/>
        </a:accent3>
        <a:accent4>
          <a:srgbClr val="B6B9B8"/>
        </a:accent4>
        <a:accent5>
          <a:srgbClr val="B0B2B3"/>
        </a:accent5>
        <a:accent6>
          <a:srgbClr val="B9002D"/>
        </a:accent6>
        <a:hlink>
          <a:srgbClr val="000000"/>
        </a:hlink>
        <a:folHlink>
          <a:srgbClr val="AA142D"/>
        </a:folHlink>
      </a:clrScheme>
      <a:clrMap bg1="lt1" tx1="dk1" bg2="lt2" tx2="dk2" accent1="accent1" accent2="accent2" accent3="accent3" accent4="accent4" accent5="accent5" accent6="accent6" hlink="hlink" folHlink="folHlink"/>
    </a:extraClrScheme>
    <a:extraClrScheme>
      <a:clrScheme name="2_Audi Master 15">
        <a:dk1>
          <a:srgbClr val="000000"/>
        </a:dk1>
        <a:lt1>
          <a:srgbClr val="FFFFFF"/>
        </a:lt1>
        <a:dk2>
          <a:srgbClr val="000000"/>
        </a:dk2>
        <a:lt2>
          <a:srgbClr val="B0B6B8"/>
        </a:lt2>
        <a:accent1>
          <a:srgbClr val="434C53"/>
        </a:accent1>
        <a:accent2>
          <a:srgbClr val="CC0033"/>
        </a:accent2>
        <a:accent3>
          <a:srgbClr val="FFFFFF"/>
        </a:accent3>
        <a:accent4>
          <a:srgbClr val="000000"/>
        </a:accent4>
        <a:accent5>
          <a:srgbClr val="B0B2B3"/>
        </a:accent5>
        <a:accent6>
          <a:srgbClr val="B9002D"/>
        </a:accent6>
        <a:hlink>
          <a:srgbClr val="6D7579"/>
        </a:hlink>
        <a:folHlink>
          <a:srgbClr val="D5D9D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自定义 7">
      <a:dk1>
        <a:srgbClr val="FFFFFF"/>
      </a:dk1>
      <a:lt1>
        <a:srgbClr val="CC0033"/>
      </a:lt1>
      <a:dk2>
        <a:srgbClr val="000000"/>
      </a:dk2>
      <a:lt2>
        <a:srgbClr val="DADADA"/>
      </a:lt2>
      <a:accent1>
        <a:srgbClr val="C6C6C6"/>
      </a:accent1>
      <a:accent2>
        <a:srgbClr val="9D9D9D"/>
      </a:accent2>
      <a:accent3>
        <a:srgbClr val="575757"/>
      </a:accent3>
      <a:accent4>
        <a:srgbClr val="333399"/>
      </a:accent4>
      <a:accent5>
        <a:srgbClr val="6D7579"/>
      </a:accent5>
      <a:accent6>
        <a:srgbClr val="003366"/>
      </a:accent6>
      <a:hlink>
        <a:srgbClr val="6D7579"/>
      </a:hlink>
      <a:folHlink>
        <a:srgbClr val="434C53"/>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rot="0" spcFirstLastPara="0" vertOverflow="overflow" horzOverflow="overflow" vert="horz" wrap="square" lIns="91440" tIns="45720" rIns="91440" bIns="45720" numCol="1" spcCol="0" rtlCol="0" fromWordArt="0" anchor="ctr" anchorCtr="0" forceAA="0" compatLnSpc="1">
        <a:noAutofit/>
      </a:bodyPr>
      <a:lstStyle>
        <a:defPPr>
          <a:lnSpc>
            <a:spcPct val="150000"/>
          </a:lnSpc>
          <a:defRPr sz="1400" dirty="0">
            <a:latin typeface="Audi Type" pitchFamily="34" charset="0"/>
            <a:ea typeface="+mj-ea"/>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chor="ctr">
        <a:normAutofit/>
      </a:bodyPr>
      <a:lstStyle>
        <a:defPPr>
          <a:defRPr sz="1400" dirty="0" smtClean="0">
            <a:latin typeface="Audi Type"/>
            <a:ea typeface="华康黑体W5(P)"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自定义设计方案">
  <a:themeElements>
    <a:clrScheme name="自定义 7">
      <a:dk1>
        <a:srgbClr val="FFFFFF"/>
      </a:dk1>
      <a:lt1>
        <a:srgbClr val="CC0033"/>
      </a:lt1>
      <a:dk2>
        <a:srgbClr val="000000"/>
      </a:dk2>
      <a:lt2>
        <a:srgbClr val="DADADA"/>
      </a:lt2>
      <a:accent1>
        <a:srgbClr val="C6C6C6"/>
      </a:accent1>
      <a:accent2>
        <a:srgbClr val="9D9D9D"/>
      </a:accent2>
      <a:accent3>
        <a:srgbClr val="575757"/>
      </a:accent3>
      <a:accent4>
        <a:srgbClr val="333399"/>
      </a:accent4>
      <a:accent5>
        <a:srgbClr val="6D7579"/>
      </a:accent5>
      <a:accent6>
        <a:srgbClr val="003366"/>
      </a:accent6>
      <a:hlink>
        <a:srgbClr val="6D7579"/>
      </a:hlink>
      <a:folHlink>
        <a:srgbClr val="434C53"/>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rot="0" spcFirstLastPara="0" vertOverflow="overflow" horzOverflow="overflow" vert="horz" wrap="square" lIns="91440" tIns="45720" rIns="91440" bIns="45720" numCol="1" spcCol="0" rtlCol="0" fromWordArt="0" anchor="ctr" anchorCtr="0" forceAA="0" compatLnSpc="1">
        <a:noAutofit/>
      </a:bodyPr>
      <a:lstStyle>
        <a:defPPr>
          <a:lnSpc>
            <a:spcPct val="150000"/>
          </a:lnSpc>
          <a:defRPr sz="1400" dirty="0">
            <a:latin typeface="Audi Type" pitchFamily="34" charset="0"/>
            <a:ea typeface="+mj-ea"/>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chor="ctr">
        <a:normAutofit/>
      </a:bodyPr>
      <a:lstStyle>
        <a:defPPr>
          <a:defRPr sz="1400" dirty="0" smtClean="0">
            <a:latin typeface="Audi Type"/>
            <a:ea typeface="+mj-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自定义设计方案">
  <a:themeElements>
    <a:clrScheme name="自定义 7">
      <a:dk1>
        <a:srgbClr val="FFFFFF"/>
      </a:dk1>
      <a:lt1>
        <a:srgbClr val="CC0033"/>
      </a:lt1>
      <a:dk2>
        <a:srgbClr val="000000"/>
      </a:dk2>
      <a:lt2>
        <a:srgbClr val="DADADA"/>
      </a:lt2>
      <a:accent1>
        <a:srgbClr val="C6C6C6"/>
      </a:accent1>
      <a:accent2>
        <a:srgbClr val="9D9D9D"/>
      </a:accent2>
      <a:accent3>
        <a:srgbClr val="575757"/>
      </a:accent3>
      <a:accent4>
        <a:srgbClr val="333399"/>
      </a:accent4>
      <a:accent5>
        <a:srgbClr val="6D7579"/>
      </a:accent5>
      <a:accent6>
        <a:srgbClr val="003366"/>
      </a:accent6>
      <a:hlink>
        <a:srgbClr val="6D7579"/>
      </a:hlink>
      <a:folHlink>
        <a:srgbClr val="434C53"/>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rot="0" spcFirstLastPara="0" vertOverflow="overflow" horzOverflow="overflow" vert="horz" wrap="square" lIns="91440" tIns="45720" rIns="91440" bIns="45720" numCol="1" spcCol="0" rtlCol="0" fromWordArt="0" anchor="ctr" anchorCtr="0" forceAA="0" compatLnSpc="1">
        <a:noAutofit/>
      </a:bodyPr>
      <a:lstStyle>
        <a:defPPr>
          <a:lnSpc>
            <a:spcPct val="150000"/>
          </a:lnSpc>
          <a:defRPr sz="1400" dirty="0">
            <a:latin typeface="Audi Type" pitchFamily="34" charset="0"/>
            <a:ea typeface="+mj-ea"/>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chor="ctr">
        <a:normAutofit/>
      </a:bodyPr>
      <a:lstStyle>
        <a:defPPr>
          <a:defRPr sz="1400" dirty="0" smtClean="0">
            <a:latin typeface="Audi Type"/>
            <a:ea typeface="+mj-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自定义设计方案">
  <a:themeElements>
    <a:clrScheme name="自定义 7">
      <a:dk1>
        <a:srgbClr val="FFFFFF"/>
      </a:dk1>
      <a:lt1>
        <a:srgbClr val="CC0033"/>
      </a:lt1>
      <a:dk2>
        <a:srgbClr val="000000"/>
      </a:dk2>
      <a:lt2>
        <a:srgbClr val="DADADA"/>
      </a:lt2>
      <a:accent1>
        <a:srgbClr val="C6C6C6"/>
      </a:accent1>
      <a:accent2>
        <a:srgbClr val="9D9D9D"/>
      </a:accent2>
      <a:accent3>
        <a:srgbClr val="575757"/>
      </a:accent3>
      <a:accent4>
        <a:srgbClr val="333399"/>
      </a:accent4>
      <a:accent5>
        <a:srgbClr val="6D7579"/>
      </a:accent5>
      <a:accent6>
        <a:srgbClr val="003366"/>
      </a:accent6>
      <a:hlink>
        <a:srgbClr val="6D7579"/>
      </a:hlink>
      <a:folHlink>
        <a:srgbClr val="434C53"/>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rot="0" spcFirstLastPara="0" vertOverflow="overflow" horzOverflow="overflow" vert="horz" wrap="square" lIns="91440" tIns="45720" rIns="91440" bIns="45720" numCol="1" spcCol="0" rtlCol="0" fromWordArt="0" anchor="ctr" anchorCtr="0" forceAA="0" compatLnSpc="1">
        <a:noAutofit/>
      </a:bodyPr>
      <a:lstStyle>
        <a:defPPr>
          <a:lnSpc>
            <a:spcPct val="150000"/>
          </a:lnSpc>
          <a:defRPr sz="1400" dirty="0">
            <a:latin typeface="Audi Type" pitchFamily="34" charset="0"/>
            <a:ea typeface="+mj-ea"/>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chor="ctr">
        <a:normAutofit/>
      </a:bodyPr>
      <a:lstStyle>
        <a:defPPr>
          <a:defRPr sz="1400" dirty="0" smtClean="0">
            <a:latin typeface="Audi Type"/>
            <a:ea typeface="+mj-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自定义设计方案">
  <a:themeElements>
    <a:clrScheme name="自定义 7">
      <a:dk1>
        <a:srgbClr val="FFFFFF"/>
      </a:dk1>
      <a:lt1>
        <a:srgbClr val="CC0033"/>
      </a:lt1>
      <a:dk2>
        <a:srgbClr val="000000"/>
      </a:dk2>
      <a:lt2>
        <a:srgbClr val="DADADA"/>
      </a:lt2>
      <a:accent1>
        <a:srgbClr val="C6C6C6"/>
      </a:accent1>
      <a:accent2>
        <a:srgbClr val="9D9D9D"/>
      </a:accent2>
      <a:accent3>
        <a:srgbClr val="575757"/>
      </a:accent3>
      <a:accent4>
        <a:srgbClr val="333399"/>
      </a:accent4>
      <a:accent5>
        <a:srgbClr val="6D7579"/>
      </a:accent5>
      <a:accent6>
        <a:srgbClr val="003366"/>
      </a:accent6>
      <a:hlink>
        <a:srgbClr val="6D7579"/>
      </a:hlink>
      <a:folHlink>
        <a:srgbClr val="434C53"/>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noFill/>
        </a:ln>
      </a:spPr>
      <a:bodyPr rot="0" spcFirstLastPara="0" vertOverflow="overflow" horzOverflow="overflow" vert="horz" wrap="square" lIns="121920" tIns="60960" rIns="121920" bIns="60960" numCol="1" spcCol="0" rtlCol="0" fromWordArt="0" anchor="ctr" anchorCtr="0" forceAA="0" compatLnSpc="1">
        <a:noAutofit/>
      </a:bodyPr>
      <a:lstStyle>
        <a:defPPr marL="0" marR="0" indent="0" algn="ctr" defTabSz="1219200" rtl="0" eaLnBrk="1" fontAlgn="auto" latinLnBrk="0" hangingPunct="1">
          <a:lnSpc>
            <a:spcPct val="150000"/>
          </a:lnSpc>
          <a:spcBef>
            <a:spcPts val="0"/>
          </a:spcBef>
          <a:spcAft>
            <a:spcPts val="0"/>
          </a:spcAft>
          <a:buClrTx/>
          <a:buSzTx/>
          <a:buFontTx/>
          <a:buNone/>
          <a:defRPr kumimoji="0" sz="1600" b="0" i="0" u="none" strike="noStrike" kern="1200" cap="none" spc="0" normalizeH="0" baseline="0" noProof="0" dirty="0">
            <a:ln>
              <a:noFill/>
            </a:ln>
            <a:solidFill>
              <a:srgbClr val="CC0033"/>
            </a:solidFill>
            <a:effectLst/>
            <a:uLnTx/>
            <a:uFillTx/>
            <a:latin typeface="Audi Type" pitchFamily="34" charset="0"/>
            <a:ea typeface="微软雅黑" panose="020B0503020204020204" pitchFamily="34" charset="-122"/>
            <a:cs typeface="+mn-cs"/>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chor="ctr">
        <a:normAutofit/>
      </a:bodyPr>
      <a:lstStyle>
        <a:defPPr>
          <a:defRPr sz="1400" dirty="0" smtClean="0">
            <a:latin typeface="Audi Type"/>
            <a:ea typeface="+mj-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5_自定义设计方案">
  <a:themeElements>
    <a:clrScheme name="自定义 7">
      <a:dk1>
        <a:srgbClr val="FFFFFF"/>
      </a:dk1>
      <a:lt1>
        <a:srgbClr val="CC0033"/>
      </a:lt1>
      <a:dk2>
        <a:srgbClr val="000000"/>
      </a:dk2>
      <a:lt2>
        <a:srgbClr val="DADADA"/>
      </a:lt2>
      <a:accent1>
        <a:srgbClr val="C6C6C6"/>
      </a:accent1>
      <a:accent2>
        <a:srgbClr val="9D9D9D"/>
      </a:accent2>
      <a:accent3>
        <a:srgbClr val="575757"/>
      </a:accent3>
      <a:accent4>
        <a:srgbClr val="333399"/>
      </a:accent4>
      <a:accent5>
        <a:srgbClr val="6D7579"/>
      </a:accent5>
      <a:accent6>
        <a:srgbClr val="003366"/>
      </a:accent6>
      <a:hlink>
        <a:srgbClr val="6D7579"/>
      </a:hlink>
      <a:folHlink>
        <a:srgbClr val="434C53"/>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rot="0" spcFirstLastPara="0" vertOverflow="overflow" horzOverflow="overflow" vert="horz" wrap="square" lIns="91440" tIns="45720" rIns="91440" bIns="45720" numCol="1" spcCol="0" rtlCol="0" fromWordArt="0" anchor="ctr" anchorCtr="0" forceAA="0" compatLnSpc="1">
        <a:noAutofit/>
      </a:bodyPr>
      <a:lstStyle>
        <a:defPPr>
          <a:lnSpc>
            <a:spcPct val="150000"/>
          </a:lnSpc>
          <a:defRPr sz="1400" dirty="0">
            <a:latin typeface="Audi Type" pitchFamily="34" charset="0"/>
            <a:ea typeface="+mj-ea"/>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chor="ctr">
        <a:normAutofit/>
      </a:bodyPr>
      <a:lstStyle>
        <a:defPPr>
          <a:defRPr sz="1400" dirty="0" smtClean="0">
            <a:latin typeface="Audi Type"/>
            <a:ea typeface="+mj-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15067</Words>
  <Application>WPS 演示</Application>
  <PresentationFormat>全屏显示(4:3)</PresentationFormat>
  <Paragraphs>657</Paragraphs>
  <Slides>32</Slides>
  <Notes>10</Notes>
  <HiddenSlides>0</HiddenSlides>
  <MMClips>0</MMClips>
  <ScaleCrop>false</ScaleCrop>
  <HeadingPairs>
    <vt:vector size="8" baseType="variant">
      <vt:variant>
        <vt:lpstr>已用的字体</vt:lpstr>
      </vt:variant>
      <vt:variant>
        <vt:i4>19</vt:i4>
      </vt:variant>
      <vt:variant>
        <vt:lpstr>主题</vt:lpstr>
      </vt:variant>
      <vt:variant>
        <vt:i4>8</vt:i4>
      </vt:variant>
      <vt:variant>
        <vt:lpstr>嵌入 OLE 服务器</vt:lpstr>
      </vt:variant>
      <vt:variant>
        <vt:i4>5</vt:i4>
      </vt:variant>
      <vt:variant>
        <vt:lpstr>幻灯片标题</vt:lpstr>
      </vt:variant>
      <vt:variant>
        <vt:i4>32</vt:i4>
      </vt:variant>
    </vt:vector>
  </HeadingPairs>
  <TitlesOfParts>
    <vt:vector size="64" baseType="lpstr">
      <vt:lpstr>Arial</vt:lpstr>
      <vt:lpstr>宋体</vt:lpstr>
      <vt:lpstr>Wingdings</vt:lpstr>
      <vt:lpstr>Audi Type</vt:lpstr>
      <vt:lpstr>Segoe Print</vt:lpstr>
      <vt:lpstr>Audi Type Extended</vt:lpstr>
      <vt:lpstr>华康黑体W5(P)</vt:lpstr>
      <vt:lpstr>Audi Type</vt:lpstr>
      <vt:lpstr>微软雅黑</vt:lpstr>
      <vt:lpstr>微软雅黑 Light</vt:lpstr>
      <vt:lpstr>Audi Type Extended</vt:lpstr>
      <vt:lpstr>华康黑体W9(P)</vt:lpstr>
      <vt:lpstr>华康黑体W9(P)</vt:lpstr>
      <vt:lpstr>Franklin Gothic Book</vt:lpstr>
      <vt:lpstr>黑体</vt:lpstr>
      <vt:lpstr>Calibri</vt:lpstr>
      <vt:lpstr>Times New Roman</vt:lpstr>
      <vt:lpstr>Arial</vt:lpstr>
      <vt:lpstr>Arial Unicode MS</vt:lpstr>
      <vt:lpstr>1_Audi Master</vt:lpstr>
      <vt:lpstr>2_Audi Master</vt:lpstr>
      <vt:lpstr>自定义设计方案</vt:lpstr>
      <vt:lpstr>1_自定义设计方案</vt:lpstr>
      <vt:lpstr>2_自定义设计方案</vt:lpstr>
      <vt:lpstr>3_自定义设计方案</vt:lpstr>
      <vt:lpstr>4_自定义设计方案</vt:lpstr>
      <vt:lpstr>5_自定义设计方案</vt:lpstr>
      <vt:lpstr>TCLayout.ActiveDocument.1</vt:lpstr>
      <vt:lpstr>TCLayout.ActiveDocument.1</vt:lpstr>
      <vt:lpstr>TCLayout.ActiveDocument.1</vt:lpstr>
      <vt:lpstr>TCLayout.ActiveDocument.1</vt:lpstr>
      <vt:lpstr>TCLayout.ActiveDocument.1</vt:lpstr>
      <vt:lpstr>PowerPoint 演示文稿</vt:lpstr>
      <vt:lpstr>PowerPoint 演示文稿</vt:lpstr>
      <vt:lpstr>Audi Channel定位 Positioning of Audi Channel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丰富且全面的背景资料 Comprehensive Background Info.</vt:lpstr>
      <vt:lpstr>PowerPoint 演示文稿</vt:lpstr>
      <vt:lpstr>PowerPoint 演示文稿</vt:lpstr>
      <vt:lpstr>媒体观点摘选</vt:lpstr>
      <vt:lpstr>Selected media views</vt:lpstr>
      <vt:lpstr>PowerPoint 演示文稿</vt:lpstr>
      <vt:lpstr>新媒体 New media</vt:lpstr>
      <vt:lpstr>新媒体 New media</vt:lpstr>
      <vt:lpstr>新媒体 New media</vt:lpstr>
      <vt:lpstr>网络媒体 Web media</vt:lpstr>
      <vt:lpstr>网络媒体 Web media</vt:lpstr>
      <vt:lpstr>网络媒体 Web media</vt:lpstr>
      <vt:lpstr>网络媒体 Web media</vt:lpstr>
      <vt:lpstr>APP媒体 APP media</vt:lpstr>
      <vt:lpstr>APP媒体 APP media</vt:lpstr>
      <vt:lpstr>APP媒体 APP media</vt:lpstr>
      <vt:lpstr>PowerPoint 演示文稿</vt:lpstr>
    </vt:vector>
  </TitlesOfParts>
  <Company>PowerPraesentationen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Tian,Xueman</dc:creator>
  <cp:lastModifiedBy>田可囍</cp:lastModifiedBy>
  <cp:revision>2797</cp:revision>
  <dcterms:created xsi:type="dcterms:W3CDTF">2009-01-12T14:20:00Z</dcterms:created>
  <dcterms:modified xsi:type="dcterms:W3CDTF">2021-03-18T06:29:46Z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