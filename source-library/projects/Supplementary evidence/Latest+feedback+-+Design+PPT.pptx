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1986356790" r:id="rId2"/>
    <p:sldId id="1986356741" r:id="rId3"/>
    <p:sldId id="687" r:id="rId4"/>
    <p:sldId id="725" r:id="rId5"/>
    <p:sldId id="734" r:id="rId6"/>
    <p:sldId id="1986356764" r:id="rId7"/>
    <p:sldId id="713" r:id="rId8"/>
    <p:sldId id="1986356767" r:id="rId9"/>
    <p:sldId id="1986356768" r:id="rId10"/>
    <p:sldId id="696" r:id="rId11"/>
    <p:sldId id="1986356771" r:id="rId12"/>
    <p:sldId id="1986356791" r:id="rId13"/>
    <p:sldId id="739" r:id="rId14"/>
    <p:sldId id="718" r:id="rId15"/>
    <p:sldId id="719" r:id="rId16"/>
    <p:sldId id="720" r:id="rId17"/>
    <p:sldId id="721" r:id="rId18"/>
    <p:sldId id="722" r:id="rId19"/>
    <p:sldId id="1986356793" r:id="rId20"/>
    <p:sldId id="1986356794" r:id="rId21"/>
    <p:sldId id="198635678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505"/>
    <a:srgbClr val="FF0537"/>
    <a:srgbClr val="EA1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680"/>
  </p:normalViewPr>
  <p:slideViewPr>
    <p:cSldViewPr snapToGrid="0" snapToObjects="1" showGuides="1">
      <p:cViewPr>
        <p:scale>
          <a:sx n="88" d="100"/>
          <a:sy n="88" d="100"/>
        </p:scale>
        <p:origin x="1384" y="50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 (weis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 bwMode="gray">
          <a:xfrm>
            <a:off x="0" y="1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95326" y="4468481"/>
            <a:ext cx="11341100" cy="251767"/>
          </a:xfrm>
        </p:spPr>
        <p:txBody>
          <a:bodyPr anchor="t"/>
          <a:lstStyle>
            <a:lvl1pPr marL="0" indent="0" algn="l">
              <a:buNone/>
              <a:defRPr sz="1400" b="0">
                <a:solidFill>
                  <a:schemeClr val="tx1"/>
                </a:solidFill>
                <a:latin typeface="+mj-lt"/>
              </a:defRPr>
            </a:lvl1pPr>
            <a:lvl2pPr marL="457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noProof="0" dirty="0"/>
              <a:t>Ort | Datum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 bwMode="gray">
          <a:xfrm>
            <a:off x="695327" y="3286246"/>
            <a:ext cx="11341099" cy="734425"/>
          </a:xfrm>
        </p:spPr>
        <p:txBody>
          <a:bodyPr anchor="t" anchorCtr="0"/>
          <a:lstStyle>
            <a:lvl1pPr>
              <a:lnSpc>
                <a:spcPct val="100000"/>
              </a:lnSpc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de-DE" noProof="0" dirty="0"/>
              <a:t>Titel der Präsentation</a:t>
            </a:r>
            <a:br>
              <a:rPr lang="de-DE" noProof="0" dirty="0"/>
            </a:br>
            <a:r>
              <a:rPr lang="de-DE" noProof="0" dirty="0"/>
              <a:t>(maximal zwei-zeilig)</a:t>
            </a:r>
          </a:p>
        </p:txBody>
      </p:sp>
    </p:spTree>
    <p:extLst>
      <p:ext uri="{BB962C8B-B14F-4D97-AF65-F5344CB8AC3E}">
        <p14:creationId xmlns:p14="http://schemas.microsoft.com/office/powerpoint/2010/main" val="113205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>
              <a:defRPr sz="2400" cap="all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Action-Title (Kernbotschaft der Folie, 1- oder 2-zeilig)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116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722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CB9C2AF1-C7FB-4128-861D-18A220E745DB}"/>
              </a:ext>
            </a:extLst>
          </p:cNvPr>
          <p:cNvSpPr/>
          <p:nvPr userDrawn="1"/>
        </p:nvSpPr>
        <p:spPr>
          <a:xfrm>
            <a:off x="0" y="-2"/>
            <a:ext cx="12192000" cy="6862883"/>
          </a:xfrm>
          <a:prstGeom prst="rect">
            <a:avLst/>
          </a:prstGeom>
          <a:gradFill>
            <a:gsLst>
              <a:gs pos="0">
                <a:srgbClr val="1E2327"/>
              </a:gs>
              <a:gs pos="100000">
                <a:srgbClr val="101318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spcBef>
                <a:spcPts val="800"/>
              </a:spcBef>
              <a:spcAft>
                <a:spcPts val="600"/>
              </a:spcAft>
            </a:pPr>
            <a:endParaRPr lang="de-DE" sz="1400" b="1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95326" y="300398"/>
            <a:ext cx="11341101" cy="53780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noProof="0" dirty="0"/>
              <a:t>Action-Title (Kernbotschaft der Folie, 1- oder 2-zeilig)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95323" y="1089024"/>
            <a:ext cx="11341101" cy="56165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113904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marR="0" indent="0" algn="l" defTabSz="914402" rtl="0" eaLnBrk="1" fontAlgn="auto" latinLnBrk="0" hangingPunct="1">
        <a:lnSpc>
          <a:spcPct val="11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1800" b="0" i="0" kern="1200" baseline="0">
          <a:solidFill>
            <a:schemeClr val="bg1"/>
          </a:solidFill>
          <a:latin typeface="Audi Type Extended" charset="0"/>
          <a:ea typeface="Audi Type Extended" charset="0"/>
          <a:cs typeface="Audi Type Extended" charset="0"/>
        </a:defRPr>
      </a:lvl1pPr>
    </p:titleStyle>
    <p:bodyStyle>
      <a:lvl1pPr marL="0" indent="0" algn="l" defTabSz="914402" rtl="0" eaLnBrk="1" latinLnBrk="0" hangingPunct="1">
        <a:lnSpc>
          <a:spcPct val="110000"/>
        </a:lnSpc>
        <a:spcBef>
          <a:spcPts val="600"/>
        </a:spcBef>
        <a:buSzPct val="100000"/>
        <a:buFont typeface="Arial" panose="020B0604020202020204" pitchFamily="34" charset="0"/>
        <a:buNone/>
        <a:defRPr sz="1600" b="0" kern="1200">
          <a:solidFill>
            <a:schemeClr val="bg1"/>
          </a:solidFill>
          <a:latin typeface="+mn-lt"/>
          <a:ea typeface="+mn-ea"/>
          <a:cs typeface="+mn-cs"/>
        </a:defRPr>
      </a:lvl1pPr>
      <a:lvl2pPr marL="216001" indent="-216001" algn="l" defTabSz="914402" rtl="0" eaLnBrk="1" latinLnBrk="0" hangingPunct="1">
        <a:lnSpc>
          <a:spcPct val="110000"/>
        </a:lnSpc>
        <a:spcBef>
          <a:spcPts val="600"/>
        </a:spcBef>
        <a:buClr>
          <a:srgbClr val="CC0033"/>
        </a:buClr>
        <a:buSzPct val="150000"/>
        <a:buFont typeface="Audi Type" pitchFamily="34" charset="0"/>
        <a:buChar char="›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432001" indent="-216001" algn="l" defTabSz="914402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50000"/>
        <a:buFont typeface="Audi Type" pitchFamily="34" charset="0"/>
        <a:buChar char="›"/>
        <a:defRPr sz="1600" kern="1200">
          <a:solidFill>
            <a:schemeClr val="bg1"/>
          </a:solidFill>
          <a:latin typeface="+mn-lt"/>
          <a:ea typeface="+mn-ea"/>
          <a:cs typeface="+mn-cs"/>
        </a:defRPr>
      </a:lvl3pPr>
      <a:lvl4pPr marL="648001" indent="-216001" algn="l" defTabSz="914402" rtl="0" eaLnBrk="1" latinLnBrk="0" hangingPunct="1">
        <a:lnSpc>
          <a:spcPct val="110000"/>
        </a:lnSpc>
        <a:spcBef>
          <a:spcPts val="600"/>
        </a:spcBef>
        <a:buClr>
          <a:schemeClr val="accent3"/>
        </a:buClr>
        <a:buSzPct val="150000"/>
        <a:buFont typeface="Audi Type" pitchFamily="34" charset="0"/>
        <a:buChar char="›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864001" indent="-216001" algn="l" defTabSz="914402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100000"/>
        <a:buFont typeface="Symbol" panose="05050102010706020507" pitchFamily="18" charset="2"/>
        <a:buChar char="-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5" indent="-228600" algn="l" defTabSz="9144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6" indent="-228600" algn="l" defTabSz="9144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8" indent="-228600" algn="l" defTabSz="9144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8" indent="-228600" algn="l" defTabSz="91440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1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2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3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4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6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5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7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7" algn="l" defTabSz="9144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42">
          <p15:clr>
            <a:srgbClr val="F26B43"/>
          </p15:clr>
        </p15:guide>
        <p15:guide id="2" pos="3096">
          <p15:clr>
            <a:srgbClr val="F26B43"/>
          </p15:clr>
        </p15:guide>
        <p15:guide id="12" pos="1009">
          <p15:clr>
            <a:srgbClr val="F26B43"/>
          </p15:clr>
        </p15:guide>
        <p15:guide id="13" pos="5094">
          <p15:clr>
            <a:srgbClr val="F26B43"/>
          </p15:clr>
        </p15:guide>
        <p15:guide id="17" orient="horz" pos="234">
          <p15:clr>
            <a:srgbClr val="F26B43"/>
          </p15:clr>
        </p15:guide>
        <p15:guide id="18" pos="88">
          <p15:clr>
            <a:srgbClr val="F26B43"/>
          </p15:clr>
        </p15:guide>
        <p15:guide id="19" pos="5183">
          <p15:clr>
            <a:srgbClr val="F26B43"/>
          </p15:clr>
        </p15:guide>
        <p15:guide id="20" pos="6104">
          <p15:clr>
            <a:srgbClr val="F26B43"/>
          </p15:clr>
        </p15:guide>
        <p15:guide id="21" pos="1099">
          <p15:clr>
            <a:srgbClr val="F26B43"/>
          </p15:clr>
        </p15:guide>
        <p15:guide id="22" pos="2097">
          <p15:clr>
            <a:srgbClr val="F26B43"/>
          </p15:clr>
        </p15:guide>
        <p15:guide id="23" pos="409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C94C105F-A0FD-4D96-9ED6-47C407654376}"/>
              </a:ext>
            </a:extLst>
          </p:cNvPr>
          <p:cNvGrpSpPr/>
          <p:nvPr/>
        </p:nvGrpSpPr>
        <p:grpSpPr>
          <a:xfrm>
            <a:off x="7849916" y="5660983"/>
            <a:ext cx="4410387" cy="1427388"/>
            <a:chOff x="17849327" y="4287245"/>
            <a:chExt cx="4563352" cy="1476896"/>
          </a:xfrm>
          <a:solidFill>
            <a:schemeClr val="bg1"/>
          </a:solidFill>
        </p:grpSpPr>
        <p:sp>
          <p:nvSpPr>
            <p:cNvPr id="67" name="Kreis: nicht ausgefüllt 66">
              <a:extLst>
                <a:ext uri="{FF2B5EF4-FFF2-40B4-BE49-F238E27FC236}">
                  <a16:creationId xmlns:a16="http://schemas.microsoft.com/office/drawing/2014/main" id="{EF50154B-70B1-44C0-B2E8-BD197ABFDD5B}"/>
                </a:ext>
              </a:extLst>
            </p:cNvPr>
            <p:cNvSpPr/>
            <p:nvPr/>
          </p:nvSpPr>
          <p:spPr>
            <a:xfrm>
              <a:off x="17849327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68" name="Kreis: nicht ausgefüllt 67">
              <a:extLst>
                <a:ext uri="{FF2B5EF4-FFF2-40B4-BE49-F238E27FC236}">
                  <a16:creationId xmlns:a16="http://schemas.microsoft.com/office/drawing/2014/main" id="{FA42D4F0-6633-46FC-95F3-02843EA3A84C}"/>
                </a:ext>
              </a:extLst>
            </p:cNvPr>
            <p:cNvSpPr/>
            <p:nvPr/>
          </p:nvSpPr>
          <p:spPr>
            <a:xfrm>
              <a:off x="18878145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69" name="Kreis: nicht ausgefüllt 68">
              <a:extLst>
                <a:ext uri="{FF2B5EF4-FFF2-40B4-BE49-F238E27FC236}">
                  <a16:creationId xmlns:a16="http://schemas.microsoft.com/office/drawing/2014/main" id="{DF5D6101-EC1F-400F-8E22-B96A17B6C423}"/>
                </a:ext>
              </a:extLst>
            </p:cNvPr>
            <p:cNvSpPr/>
            <p:nvPr/>
          </p:nvSpPr>
          <p:spPr>
            <a:xfrm>
              <a:off x="19906963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0" name="Kreis: nicht ausgefüllt 69">
              <a:extLst>
                <a:ext uri="{FF2B5EF4-FFF2-40B4-BE49-F238E27FC236}">
                  <a16:creationId xmlns:a16="http://schemas.microsoft.com/office/drawing/2014/main" id="{508735DD-1CC8-4BC1-9051-47A2735CB07F}"/>
                </a:ext>
              </a:extLst>
            </p:cNvPr>
            <p:cNvSpPr/>
            <p:nvPr/>
          </p:nvSpPr>
          <p:spPr>
            <a:xfrm>
              <a:off x="20935781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  <a:defRPr/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  <a:defRPr/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D3B3C2A6-E72C-984E-806F-274710A86F0A}"/>
              </a:ext>
            </a:extLst>
          </p:cNvPr>
          <p:cNvSpPr txBox="1"/>
          <p:nvPr/>
        </p:nvSpPr>
        <p:spPr>
          <a:xfrm>
            <a:off x="740459" y="628683"/>
            <a:ext cx="7437253" cy="3949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072">
              <a:lnSpc>
                <a:spcPct val="110000"/>
              </a:lnSpc>
              <a:defRPr/>
            </a:pPr>
            <a:r>
              <a:rPr lang="de-DE" sz="2480" b="1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Key Visual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051060-8450-8648-B0B4-73363E596E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F56CAE73-BB13-E149-B4B5-C939F9195A13}"/>
              </a:ext>
            </a:extLst>
          </p:cNvPr>
          <p:cNvSpPr/>
          <p:nvPr/>
        </p:nvSpPr>
        <p:spPr>
          <a:xfrm>
            <a:off x="4090387" y="416629"/>
            <a:ext cx="339227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the theme</a:t>
            </a:r>
            <a:r>
              <a:rPr lang="zh-CN" altLang="en-US" sz="20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20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in English</a:t>
            </a:r>
            <a:endParaRPr lang="en" altLang="zh-CN" sz="2000" kern="0" dirty="0">
              <a:solidFill>
                <a:srgbClr val="EA1C2C"/>
              </a:solidFill>
              <a:highlight>
                <a:srgbClr val="FFFF00"/>
              </a:highlight>
              <a:latin typeface="Audi Type Extended" panose="020B0505040200000003" pitchFamily="34" charset="0"/>
              <a:ea typeface="KINGGOTHIC-SEMIBOLD" panose="020B0600000000000000" pitchFamily="34" charset="-122"/>
              <a:cs typeface="Audi Type" panose="020B0503040200000003" pitchFamily="34" charset="0"/>
            </a:endParaRPr>
          </a:p>
          <a:p>
            <a:r>
              <a:rPr lang="en-US" altLang="zh-CN" sz="20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89383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D3B3C2A6-E72C-984E-806F-274710A86F0A}"/>
              </a:ext>
            </a:extLst>
          </p:cNvPr>
          <p:cNvSpPr txBox="1"/>
          <p:nvPr/>
        </p:nvSpPr>
        <p:spPr>
          <a:xfrm>
            <a:off x="740459" y="628684"/>
            <a:ext cx="74372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70"/>
            <a:r>
              <a:rPr lang="en" altLang="zh-CN" sz="1600" kern="0" dirty="0">
                <a:solidFill>
                  <a:srgbClr val="FFFFFF"/>
                </a:solidFill>
                <a:latin typeface="Audi Type Extended" panose="020B0505040200000003" pitchFamily="34" charset="0"/>
                <a:ea typeface="KINGGOTHIC-REGULAR" panose="020B0400000000000000" pitchFamily="34" charset="-122"/>
                <a:cs typeface="Audi Type" panose="020B0503040200000003" pitchFamily="34" charset="0"/>
              </a:rPr>
              <a:t>Welcome Loop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BC4A6E4-5C35-1646-9C9E-A15253242D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21" y="1408584"/>
            <a:ext cx="10932711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5A3DF843-8498-5642-884A-3A9AE46661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6" y="3971361"/>
            <a:ext cx="10932711" cy="2116008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2168B12-94CD-1448-A231-2AE7C6116075}"/>
              </a:ext>
            </a:extLst>
          </p:cNvPr>
          <p:cNvSpPr/>
          <p:nvPr/>
        </p:nvSpPr>
        <p:spPr>
          <a:xfrm>
            <a:off x="4310252" y="2565370"/>
            <a:ext cx="410400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0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the theme</a:t>
            </a:r>
            <a:r>
              <a:rPr lang="zh-CN" altLang="en-US" sz="20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20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in English</a:t>
            </a:r>
            <a:r>
              <a:rPr lang="en" altLang="zh-CN" sz="20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20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15898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34" descr="Ein Bild, das Schaltkreis, Elektronik, Verkauf enthält.&#10;&#10;Automatisch generierte Beschreibung">
            <a:extLst>
              <a:ext uri="{FF2B5EF4-FFF2-40B4-BE49-F238E27FC236}">
                <a16:creationId xmlns:a16="http://schemas.microsoft.com/office/drawing/2014/main" id="{E8E5F2DB-33DF-9C41-983D-FFFFF6CCD7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9089" y="2950"/>
            <a:ext cx="10313423" cy="6868861"/>
          </a:xfrm>
          <a:prstGeom prst="rect">
            <a:avLst/>
          </a:prstGeom>
        </p:spPr>
      </p:pic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8783807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877391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85E7821F-E5C4-47C2-81C2-710ADCADD171}"/>
              </a:ext>
            </a:extLst>
          </p:cNvPr>
          <p:cNvSpPr txBox="1"/>
          <p:nvPr/>
        </p:nvSpPr>
        <p:spPr>
          <a:xfrm>
            <a:off x="763209" y="2881210"/>
            <a:ext cx="7437254" cy="8149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2481" b="1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Opening Video </a:t>
            </a:r>
          </a:p>
          <a:p>
            <a:pPr defTabSz="1134130">
              <a:lnSpc>
                <a:spcPct val="110000"/>
              </a:lnSpc>
            </a:pPr>
            <a:r>
              <a:rPr lang="de-DE" sz="2481" b="1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‚Future </a:t>
            </a:r>
            <a:r>
              <a:rPr lang="de-DE" sz="2481" b="1" kern="0" dirty="0" err="1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is</a:t>
            </a:r>
            <a:r>
              <a:rPr lang="de-DE" sz="2481" b="1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 an Attitude‘</a:t>
            </a:r>
          </a:p>
        </p:txBody>
      </p: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C94C105F-A0FD-4D96-9ED6-47C407654376}"/>
              </a:ext>
            </a:extLst>
          </p:cNvPr>
          <p:cNvGrpSpPr/>
          <p:nvPr/>
        </p:nvGrpSpPr>
        <p:grpSpPr>
          <a:xfrm>
            <a:off x="7849916" y="5660982"/>
            <a:ext cx="4410386" cy="1427389"/>
            <a:chOff x="17849327" y="4287245"/>
            <a:chExt cx="4563352" cy="1476896"/>
          </a:xfrm>
          <a:solidFill>
            <a:schemeClr val="bg1"/>
          </a:solidFill>
        </p:grpSpPr>
        <p:sp>
          <p:nvSpPr>
            <p:cNvPr id="67" name="Kreis: nicht ausgefüllt 66">
              <a:extLst>
                <a:ext uri="{FF2B5EF4-FFF2-40B4-BE49-F238E27FC236}">
                  <a16:creationId xmlns:a16="http://schemas.microsoft.com/office/drawing/2014/main" id="{EF50154B-70B1-44C0-B2E8-BD197ABFDD5B}"/>
                </a:ext>
              </a:extLst>
            </p:cNvPr>
            <p:cNvSpPr/>
            <p:nvPr/>
          </p:nvSpPr>
          <p:spPr>
            <a:xfrm>
              <a:off x="17849327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68" name="Kreis: nicht ausgefüllt 67">
              <a:extLst>
                <a:ext uri="{FF2B5EF4-FFF2-40B4-BE49-F238E27FC236}">
                  <a16:creationId xmlns:a16="http://schemas.microsoft.com/office/drawing/2014/main" id="{FA42D4F0-6633-46FC-95F3-02843EA3A84C}"/>
                </a:ext>
              </a:extLst>
            </p:cNvPr>
            <p:cNvSpPr/>
            <p:nvPr/>
          </p:nvSpPr>
          <p:spPr>
            <a:xfrm>
              <a:off x="18878145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69" name="Kreis: nicht ausgefüllt 68">
              <a:extLst>
                <a:ext uri="{FF2B5EF4-FFF2-40B4-BE49-F238E27FC236}">
                  <a16:creationId xmlns:a16="http://schemas.microsoft.com/office/drawing/2014/main" id="{DF5D6101-EC1F-400F-8E22-B96A17B6C423}"/>
                </a:ext>
              </a:extLst>
            </p:cNvPr>
            <p:cNvSpPr/>
            <p:nvPr/>
          </p:nvSpPr>
          <p:spPr>
            <a:xfrm>
              <a:off x="19906963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0" name="Kreis: nicht ausgefüllt 69">
              <a:extLst>
                <a:ext uri="{FF2B5EF4-FFF2-40B4-BE49-F238E27FC236}">
                  <a16:creationId xmlns:a16="http://schemas.microsoft.com/office/drawing/2014/main" id="{508735DD-1CC8-4BC1-9051-47A2735CB07F}"/>
                </a:ext>
              </a:extLst>
            </p:cNvPr>
            <p:cNvSpPr/>
            <p:nvPr/>
          </p:nvSpPr>
          <p:spPr>
            <a:xfrm>
              <a:off x="20935781" y="4287245"/>
              <a:ext cx="1476898" cy="1476896"/>
            </a:xfrm>
            <a:prstGeom prst="donut">
              <a:avLst>
                <a:gd name="adj" fmla="val 1547"/>
              </a:avLst>
            </a:prstGeom>
            <a:grpFill/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E24C4D1-AC1B-9D48-980A-1A5E44C843F1}"/>
              </a:ext>
            </a:extLst>
          </p:cNvPr>
          <p:cNvSpPr/>
          <p:nvPr/>
        </p:nvSpPr>
        <p:spPr>
          <a:xfrm>
            <a:off x="684577" y="3709912"/>
            <a:ext cx="4889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4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the theme</a:t>
            </a:r>
            <a:r>
              <a:rPr lang="zh-CN" altLang="en-US" sz="24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24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in English</a:t>
            </a:r>
            <a:r>
              <a:rPr lang="en" altLang="zh-CN" sz="24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24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808713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D3B3C2A6-E72C-984E-806F-274710A86F0A}"/>
              </a:ext>
            </a:extLst>
          </p:cNvPr>
          <p:cNvSpPr txBox="1"/>
          <p:nvPr/>
        </p:nvSpPr>
        <p:spPr>
          <a:xfrm>
            <a:off x="740458" y="628683"/>
            <a:ext cx="9969368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2481" b="1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Opening Video ‚Future is an Attitude‘ (1:10 min)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BC4A6E4-5C35-1646-9C9E-A15253242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42908" y="1408584"/>
            <a:ext cx="10921335" cy="211600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5A3DF843-8498-5642-884A-3A9AE46661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0773" y="3971361"/>
            <a:ext cx="10921335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28" name="矩形 27">
            <a:extLst>
              <a:ext uri="{FF2B5EF4-FFF2-40B4-BE49-F238E27FC236}">
                <a16:creationId xmlns:a16="http://schemas.microsoft.com/office/drawing/2014/main" id="{69591ABE-75EF-D449-B041-72386EAB2CED}"/>
              </a:ext>
            </a:extLst>
          </p:cNvPr>
          <p:cNvSpPr/>
          <p:nvPr/>
        </p:nvSpPr>
        <p:spPr>
          <a:xfrm>
            <a:off x="4676216" y="2862175"/>
            <a:ext cx="33121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the theme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in English</a:t>
            </a:r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941483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D3B3C2A6-E72C-984E-806F-274710A86F0A}"/>
              </a:ext>
            </a:extLst>
          </p:cNvPr>
          <p:cNvSpPr txBox="1"/>
          <p:nvPr/>
        </p:nvSpPr>
        <p:spPr>
          <a:xfrm>
            <a:off x="740458" y="628683"/>
            <a:ext cx="9969368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1600" kern="0" dirty="0">
                <a:solidFill>
                  <a:schemeClr val="bg1"/>
                </a:solidFill>
                <a:latin typeface="+mj-lt"/>
                <a:cs typeface="Audi Type" panose="020B0503040200000003" pitchFamily="34" charset="0"/>
              </a:rPr>
              <a:t>Opening Video ‚Future is an Attitude‘ (1:10 min)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5A3DF843-8498-5642-884A-3A9AE4666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0782" y="3971361"/>
            <a:ext cx="10921315" cy="2116004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4" name="Rechteck 33">
            <a:extLst>
              <a:ext uri="{FF2B5EF4-FFF2-40B4-BE49-F238E27FC236}">
                <a16:creationId xmlns:a16="http://schemas.microsoft.com/office/drawing/2014/main" id="{F64E6D71-899E-C644-AEC1-2FE8C2462A24}"/>
              </a:ext>
            </a:extLst>
          </p:cNvPr>
          <p:cNvSpPr/>
          <p:nvPr/>
        </p:nvSpPr>
        <p:spPr>
          <a:xfrm>
            <a:off x="720471" y="1396208"/>
            <a:ext cx="10923774" cy="2128380"/>
          </a:xfrm>
          <a:prstGeom prst="rect">
            <a:avLst/>
          </a:prstGeom>
          <a:solidFill>
            <a:schemeClr val="tx1"/>
          </a:solidFill>
          <a:ln w="25400" cap="sq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E7CE03D0-D755-934C-A62D-0E5B464292C6}"/>
              </a:ext>
            </a:extLst>
          </p:cNvPr>
          <p:cNvSpPr txBox="1"/>
          <p:nvPr/>
        </p:nvSpPr>
        <p:spPr>
          <a:xfrm>
            <a:off x="3614217" y="2115243"/>
            <a:ext cx="5485476" cy="6320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3969" b="1" kern="0" dirty="0">
                <a:solidFill>
                  <a:schemeClr val="bg1">
                    <a:lumMod val="95000"/>
                    <a:alpha val="71000"/>
                  </a:schemeClr>
                </a:solidFill>
                <a:latin typeface="+mj-lt"/>
                <a:cs typeface="Audi Type" panose="020B0503040200000003" pitchFamily="34" charset="0"/>
              </a:rPr>
              <a:t>Work in </a:t>
            </a:r>
            <a:r>
              <a:rPr lang="de-DE" sz="3969" b="1" kern="0" dirty="0" err="1">
                <a:solidFill>
                  <a:schemeClr val="bg1">
                    <a:lumMod val="95000"/>
                    <a:alpha val="71000"/>
                  </a:schemeClr>
                </a:solidFill>
                <a:latin typeface="+mj-lt"/>
                <a:cs typeface="Audi Type" panose="020B0503040200000003" pitchFamily="34" charset="0"/>
              </a:rPr>
              <a:t>progress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F80AF44-07ED-EB40-8973-9490054E9F44}"/>
              </a:ext>
            </a:extLst>
          </p:cNvPr>
          <p:cNvSpPr/>
          <p:nvPr/>
        </p:nvSpPr>
        <p:spPr>
          <a:xfrm>
            <a:off x="4568062" y="3307909"/>
            <a:ext cx="3909460" cy="206178"/>
          </a:xfrm>
          <a:prstGeom prst="rect">
            <a:avLst/>
          </a:prstGeom>
          <a:solidFill>
            <a:schemeClr val="tx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</a:pPr>
            <a:r>
              <a:rPr lang="de-DE" sz="1240" kern="0" dirty="0" err="1">
                <a:solidFill>
                  <a:schemeClr val="bg1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towards</a:t>
            </a:r>
            <a:r>
              <a:rPr lang="de-DE" sz="1240" kern="0" dirty="0">
                <a:solidFill>
                  <a:schemeClr val="bg1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 this </a:t>
            </a:r>
            <a:r>
              <a:rPr lang="de-DE" sz="1240" kern="0" dirty="0" err="1">
                <a:solidFill>
                  <a:schemeClr val="bg1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fascinating</a:t>
            </a:r>
            <a:r>
              <a:rPr lang="de-DE" sz="1240" kern="0" dirty="0">
                <a:solidFill>
                  <a:schemeClr val="bg1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 future.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4B8C5B2D-946B-C543-8873-BDD340D406E6}"/>
              </a:ext>
            </a:extLst>
          </p:cNvPr>
          <p:cNvSpPr txBox="1"/>
          <p:nvPr/>
        </p:nvSpPr>
        <p:spPr>
          <a:xfrm>
            <a:off x="769170" y="3553769"/>
            <a:ext cx="3178755" cy="2073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302" kern="0" dirty="0">
                <a:solidFill>
                  <a:schemeClr val="bg1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Sneak Preview on A8L Horch &amp; Q4 e-tron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887842D-3B1D-AC45-9606-BA76343B5383}"/>
              </a:ext>
            </a:extLst>
          </p:cNvPr>
          <p:cNvSpPr/>
          <p:nvPr/>
        </p:nvSpPr>
        <p:spPr>
          <a:xfrm>
            <a:off x="4648984" y="5461792"/>
            <a:ext cx="33121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the theme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in English</a:t>
            </a:r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  <a:cs typeface="Audi Type" panose="020B0503040200000003" pitchFamily="34" charset="0"/>
              </a:rPr>
              <a:t> </a:t>
            </a:r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99115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D3B3C2A6-E72C-984E-806F-274710A86F0A}"/>
              </a:ext>
            </a:extLst>
          </p:cNvPr>
          <p:cNvSpPr txBox="1"/>
          <p:nvPr/>
        </p:nvSpPr>
        <p:spPr>
          <a:xfrm>
            <a:off x="740459" y="628684"/>
            <a:ext cx="74372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850575"/>
            <a:r>
              <a:rPr lang="de-DE" altLang="zh-CN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Media Show A8L Horch</a:t>
            </a:r>
            <a:r>
              <a:rPr lang="zh-CN" altLang="en-US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</a:t>
            </a:r>
            <a:r>
              <a:rPr lang="de-DE" altLang="zh-CN" sz="1600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(45 sec)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19" y="1408584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6" y="3971362"/>
            <a:ext cx="10932711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E33703AD-CB95-3742-BCBF-97EF42F2DE89}"/>
              </a:ext>
            </a:extLst>
          </p:cNvPr>
          <p:cNvSpPr txBox="1"/>
          <p:nvPr/>
        </p:nvSpPr>
        <p:spPr>
          <a:xfrm>
            <a:off x="3014473" y="3969394"/>
            <a:ext cx="4918013" cy="5255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219170">
              <a:lnSpc>
                <a:spcPct val="110000"/>
              </a:lnSpc>
            </a:pP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The ellipsis in Chinese can be deleted.</a:t>
            </a:r>
          </a:p>
          <a:p>
            <a:pPr defTabSz="1219170">
              <a:lnSpc>
                <a:spcPct val="110000"/>
              </a:lnSpc>
            </a:pP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The use of ellipsis in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English needs to be evaluated.</a:t>
            </a:r>
            <a:endParaRPr lang="zh-CN" altLang="en-US" sz="1600" kern="0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cs typeface="Audi Type" panose="020B05030402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345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D3B3C2A6-E72C-984E-806F-274710A86F0A}"/>
              </a:ext>
            </a:extLst>
          </p:cNvPr>
          <p:cNvSpPr txBox="1"/>
          <p:nvPr/>
        </p:nvSpPr>
        <p:spPr>
          <a:xfrm>
            <a:off x="740459" y="628683"/>
            <a:ext cx="7437254" cy="394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2481" b="1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Media Show A8L Horch (45 sec)</a:t>
            </a:r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220" y="1408583"/>
            <a:ext cx="10932711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5085" y="3971362"/>
            <a:ext cx="10932711" cy="211600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B305E21-29C2-7E4B-9B88-582F745A3A8B}"/>
              </a:ext>
            </a:extLst>
          </p:cNvPr>
          <p:cNvSpPr/>
          <p:nvPr/>
        </p:nvSpPr>
        <p:spPr>
          <a:xfrm>
            <a:off x="824493" y="1405631"/>
            <a:ext cx="86753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Both Chinese and English subtitle replace:</a:t>
            </a:r>
          </a:p>
          <a:p>
            <a:pPr algn="ctr"/>
            <a:r>
              <a:rPr lang="zh-CN" altLang="en-US" sz="1400" dirty="0">
                <a:solidFill>
                  <a:srgbClr val="EA1C2C"/>
                </a:solidFill>
                <a:highlight>
                  <a:srgbClr val="FFFF00"/>
                </a:highlight>
                <a:latin typeface="KINGGOTHIC-REGULAR" panose="020B0400000000000000" pitchFamily="34" charset="-122"/>
                <a:ea typeface="KINGGOTHIC-REGULAR" panose="020B0400000000000000" pitchFamily="34" charset="-122"/>
              </a:rPr>
              <a:t>奥迪品牌首款D+级豪华旗舰</a:t>
            </a:r>
          </a:p>
          <a:p>
            <a:pPr algn="ctr"/>
            <a:r>
              <a:rPr lang="zh-CN" altLang="en-US" sz="14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The untimate D+ Audi/The untimate Audi of D+ segment</a:t>
            </a:r>
          </a:p>
        </p:txBody>
      </p:sp>
    </p:spTree>
    <p:extLst>
      <p:ext uri="{BB962C8B-B14F-4D97-AF65-F5344CB8AC3E}">
        <p14:creationId xmlns:p14="http://schemas.microsoft.com/office/powerpoint/2010/main" val="34405884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21" y="1408584"/>
            <a:ext cx="10932711" cy="2116008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8" y="3971361"/>
            <a:ext cx="10932704" cy="2116008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7F75702A-3D7E-5E4B-B1E4-C6ACEC3FF19E}"/>
              </a:ext>
            </a:extLst>
          </p:cNvPr>
          <p:cNvSpPr txBox="1"/>
          <p:nvPr/>
        </p:nvSpPr>
        <p:spPr>
          <a:xfrm>
            <a:off x="740459" y="628684"/>
            <a:ext cx="74372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850575"/>
            <a:r>
              <a:rPr lang="de-DE" altLang="zh-CN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Media Show A8L Horch</a:t>
            </a:r>
            <a:r>
              <a:rPr lang="zh-CN" altLang="en-US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</a:t>
            </a:r>
            <a:r>
              <a:rPr lang="de-DE" altLang="zh-CN" sz="1600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(45 sec)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A8A38E-2A20-264E-B0C2-099CBDF6CE08}"/>
              </a:ext>
            </a:extLst>
          </p:cNvPr>
          <p:cNvSpPr/>
          <p:nvPr/>
        </p:nvSpPr>
        <p:spPr>
          <a:xfrm>
            <a:off x="4725452" y="5449416"/>
            <a:ext cx="301236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14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English subtitle replace:</a:t>
            </a:r>
          </a:p>
          <a:p>
            <a:pPr algn="ctr" defTabSz="1219170"/>
            <a:r>
              <a:rPr lang="zh-CN" altLang="en-US" sz="14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Emotional esthetic design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BAF467-1B40-7549-965E-2A7E067BF023}"/>
              </a:ext>
            </a:extLst>
          </p:cNvPr>
          <p:cNvSpPr/>
          <p:nvPr/>
        </p:nvSpPr>
        <p:spPr>
          <a:xfrm>
            <a:off x="1894444" y="2518744"/>
            <a:ext cx="3749744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14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Both Chinese and English subtitle replace:</a:t>
            </a:r>
          </a:p>
          <a:p>
            <a:pPr algn="ctr" defTabSz="1219170"/>
            <a:r>
              <a:rPr lang="zh-CN" altLang="en-US" sz="1400" dirty="0">
                <a:solidFill>
                  <a:srgbClr val="EA1C2C"/>
                </a:solidFill>
                <a:highlight>
                  <a:srgbClr val="FFFF00"/>
                </a:highlight>
                <a:latin typeface="KINGGOTHIC-REGULAR" panose="020B0400000000000000" pitchFamily="34" charset="-122"/>
                <a:ea typeface="KINGGOTHIC-REGULAR" panose="020B0400000000000000" pitchFamily="34" charset="-122"/>
              </a:rPr>
              <a:t>现代精致体验</a:t>
            </a:r>
            <a:endParaRPr lang="en-US" altLang="zh-CN" sz="1400" dirty="0">
              <a:solidFill>
                <a:srgbClr val="EA1C2C"/>
              </a:solidFill>
              <a:highlight>
                <a:srgbClr val="FFFF00"/>
              </a:highlight>
              <a:latin typeface="KINGGOTHIC-REGULAR" panose="020B0400000000000000" pitchFamily="34" charset="-122"/>
              <a:ea typeface="KINGGOTHIC-REGULAR" panose="020B0400000000000000" pitchFamily="34" charset="-122"/>
            </a:endParaRPr>
          </a:p>
          <a:p>
            <a:pPr algn="ctr" defTabSz="1219170"/>
            <a:r>
              <a:rPr lang="en" altLang="zh-CN" sz="1400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Modern sophisticated experience</a:t>
            </a:r>
            <a:endParaRPr lang="zh-CN" altLang="en-US" sz="1400" dirty="0">
              <a:solidFill>
                <a:srgbClr val="EA1C2C"/>
              </a:solidFill>
              <a:highlight>
                <a:srgbClr val="FFFF00"/>
              </a:highlight>
              <a:latin typeface="Audi Type Extended" panose="020B05050402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860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072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072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24" y="1408584"/>
            <a:ext cx="10932704" cy="2116008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8" y="3971362"/>
            <a:ext cx="10932704" cy="211600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C50B20BA-9922-D843-B49D-32DEACB0A8A4}"/>
              </a:ext>
            </a:extLst>
          </p:cNvPr>
          <p:cNvSpPr txBox="1"/>
          <p:nvPr/>
        </p:nvSpPr>
        <p:spPr>
          <a:xfrm>
            <a:off x="740459" y="628684"/>
            <a:ext cx="743725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850575"/>
            <a:r>
              <a:rPr lang="de-DE" altLang="zh-CN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Media Show A8L Horch</a:t>
            </a:r>
            <a:r>
              <a:rPr lang="zh-CN" altLang="en-US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</a:t>
            </a:r>
            <a:r>
              <a:rPr lang="de-DE" altLang="zh-CN" sz="1600" kern="0" dirty="0">
                <a:solidFill>
                  <a:srgbClr val="FFFFFF"/>
                </a:solidFill>
                <a:latin typeface="Audi Type Extended"/>
                <a:cs typeface="Audi Type" panose="020B0503040200000003" pitchFamily="34" charset="0"/>
              </a:rPr>
              <a:t>(45 sec)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43ECF1-B55B-9C45-BA73-0FEBEDF3E39F}"/>
              </a:ext>
            </a:extLst>
          </p:cNvPr>
          <p:cNvSpPr/>
          <p:nvPr/>
        </p:nvSpPr>
        <p:spPr>
          <a:xfrm>
            <a:off x="8964994" y="1724072"/>
            <a:ext cx="22621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14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Chinese subtitle replace:</a:t>
            </a:r>
          </a:p>
          <a:p>
            <a:pPr algn="ctr" defTabSz="1219170"/>
            <a:r>
              <a:rPr lang="zh-CN" altLang="en-US" sz="1400" dirty="0">
                <a:solidFill>
                  <a:srgbClr val="EA1C2C"/>
                </a:solidFill>
                <a:highlight>
                  <a:srgbClr val="FFFF00"/>
                </a:highlight>
                <a:latin typeface="KINGGOTHIC-REGULAR" panose="020B0400000000000000" pitchFamily="34" charset="-122"/>
                <a:ea typeface="KINGGOTHIC-REGULAR" panose="020B0400000000000000" pitchFamily="34" charset="-122"/>
              </a:rPr>
              <a:t>智慧性能驾控</a:t>
            </a:r>
          </a:p>
        </p:txBody>
      </p:sp>
    </p:spTree>
    <p:extLst>
      <p:ext uri="{BB962C8B-B14F-4D97-AF65-F5344CB8AC3E}">
        <p14:creationId xmlns:p14="http://schemas.microsoft.com/office/powerpoint/2010/main" val="2245995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/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/>
            </a:p>
          </p:txBody>
        </p:sp>
      </p:grpSp>
      <p:sp>
        <p:nvSpPr>
          <p:cNvPr id="65" name="Textfeld 64">
            <a:extLst>
              <a:ext uri="{FF2B5EF4-FFF2-40B4-BE49-F238E27FC236}">
                <a16:creationId xmlns:a16="http://schemas.microsoft.com/office/drawing/2014/main" id="{D3B3C2A6-E72C-984E-806F-274710A86F0A}"/>
              </a:ext>
            </a:extLst>
          </p:cNvPr>
          <p:cNvSpPr txBox="1"/>
          <p:nvPr/>
        </p:nvSpPr>
        <p:spPr>
          <a:xfrm>
            <a:off x="740459" y="628683"/>
            <a:ext cx="7437254" cy="4038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2481" b="1" kern="0" dirty="0">
                <a:solidFill>
                  <a:schemeClr val="bg1"/>
                </a:solidFill>
                <a:latin typeface="+mj-lt"/>
                <a:cs typeface="Audi Type" panose="020B0503040200000003" pitchFamily="34" charset="0"/>
              </a:rPr>
              <a:t>A8L Horch Entrance Loop</a:t>
            </a:r>
            <a:r>
              <a:rPr lang="de-DE" sz="2481" b="1" kern="0" dirty="0">
                <a:solidFill>
                  <a:schemeClr val="bg1"/>
                </a:solidFill>
                <a:cs typeface="Audi Type" panose="020B0503040200000003" pitchFamily="34" charset="0"/>
              </a:rPr>
              <a:t> </a:t>
            </a:r>
            <a:r>
              <a:rPr lang="de-DE" sz="2481" b="1" kern="0" dirty="0">
                <a:solidFill>
                  <a:schemeClr val="bg1"/>
                </a:solidFill>
                <a:latin typeface="+mj-lt"/>
                <a:cs typeface="Audi Type" panose="020B0503040200000003" pitchFamily="34" charset="0"/>
              </a:rPr>
              <a:t>(15-20 sec)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28F60488-D56B-3944-BD44-3A7087CA2C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9037" y="2371979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" name="211103_AudiPK_Guangzhou2021_A8LHorch_Entrance" descr="211103_AudiPK_Guangzhou2021_A8LHorch_Entrance">
            <a:hlinkClick r:id="" action="ppaction://media"/>
            <a:extLst>
              <a:ext uri="{FF2B5EF4-FFF2-40B4-BE49-F238E27FC236}">
                <a16:creationId xmlns:a16="http://schemas.microsoft.com/office/drawing/2014/main" id="{DB409D76-136A-2F4C-81FC-428FBC6466B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13957" y="4663395"/>
            <a:ext cx="1008124" cy="100812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21009F0-DA81-374A-9E39-3F03A93FA275}"/>
              </a:ext>
            </a:extLst>
          </p:cNvPr>
          <p:cNvSpPr txBox="1"/>
          <p:nvPr/>
        </p:nvSpPr>
        <p:spPr>
          <a:xfrm>
            <a:off x="1917637" y="5245396"/>
            <a:ext cx="1944443" cy="1974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240" kern="0" dirty="0">
                <a:solidFill>
                  <a:schemeClr val="bg1"/>
                </a:solidFill>
                <a:latin typeface="Audi Type" panose="020B0503040200000003" pitchFamily="34" charset="0"/>
                <a:cs typeface="Audi Type" panose="020B0503040200000003" pitchFamily="34" charset="0"/>
              </a:rPr>
              <a:t>Entrance Jingle A8L Horch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2ED0BED7-2627-8C42-9BFD-53651633D291}"/>
              </a:ext>
            </a:extLst>
          </p:cNvPr>
          <p:cNvSpPr/>
          <p:nvPr/>
        </p:nvSpPr>
        <p:spPr>
          <a:xfrm>
            <a:off x="906472" y="2685904"/>
            <a:ext cx="1598822" cy="874233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r>
              <a:rPr lang="de-DE" sz="1736" b="1" dirty="0">
                <a:solidFill>
                  <a:schemeClr val="bg1"/>
                </a:solidFill>
              </a:rPr>
              <a:t>Live PiP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D625F0D4-B770-B442-9BA9-3072384C6D60}"/>
              </a:ext>
            </a:extLst>
          </p:cNvPr>
          <p:cNvSpPr/>
          <p:nvPr/>
        </p:nvSpPr>
        <p:spPr>
          <a:xfrm>
            <a:off x="9915552" y="2685904"/>
            <a:ext cx="1598822" cy="874233"/>
          </a:xfrm>
          <a:prstGeom prst="rect">
            <a:avLst/>
          </a:prstGeom>
          <a:solidFill>
            <a:schemeClr val="accent1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r>
              <a:rPr lang="de-DE" sz="1736" b="1" dirty="0">
                <a:solidFill>
                  <a:schemeClr val="bg1"/>
                </a:solidFill>
              </a:rPr>
              <a:t>Live PiP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84DACC-23DE-0043-A492-C9FF6E7A79E7}"/>
              </a:ext>
            </a:extLst>
          </p:cNvPr>
          <p:cNvSpPr txBox="1"/>
          <p:nvPr/>
        </p:nvSpPr>
        <p:spPr>
          <a:xfrm>
            <a:off x="6561958" y="3885791"/>
            <a:ext cx="5405326" cy="45993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0" lang="en-US" altLang="zh-CN" sz="1400" u="none" strike="noStrike" kern="0" cap="none" spc="0" normalizeH="0" baseline="0" noProof="0" dirty="0">
                <a:ln>
                  <a:noFill/>
                </a:ln>
                <a:solidFill>
                  <a:srgbClr val="EA1C2C"/>
                </a:solidFill>
                <a:effectLst/>
                <a:highlight>
                  <a:srgbClr val="FFFF00"/>
                </a:highlight>
                <a:uLnTx/>
                <a:uFillTx/>
                <a:latin typeface="Audi Type" panose="020B0503040200000003" pitchFamily="34" charset="0"/>
                <a:cs typeface="Audi Type" panose="020B0503040200000003" pitchFamily="34" charset="0"/>
              </a:rPr>
              <a:t>This picture </a:t>
            </a:r>
            <a:r>
              <a:rPr lang="en-US" altLang="zh-CN" sz="14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of rear  </a:t>
            </a:r>
            <a:r>
              <a:rPr kumimoji="0" lang="en-US" altLang="zh-CN" sz="1400" u="none" strike="noStrike" kern="0" cap="none" spc="0" normalizeH="0" baseline="0" noProof="0" dirty="0">
                <a:ln>
                  <a:noFill/>
                </a:ln>
                <a:solidFill>
                  <a:srgbClr val="EA1C2C"/>
                </a:solidFill>
                <a:effectLst/>
                <a:highlight>
                  <a:srgbClr val="FFFF00"/>
                </a:highlight>
                <a:uLnTx/>
                <a:uFillTx/>
                <a:latin typeface="Audi Type" panose="020B0503040200000003" pitchFamily="34" charset="0"/>
                <a:cs typeface="Audi Type" panose="020B0503040200000003" pitchFamily="34" charset="0"/>
              </a:rPr>
              <a:t>space can be used still </a:t>
            </a:r>
          </a:p>
          <a:p>
            <a:pPr marL="0" marR="0" indent="0" algn="l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zh-CN" sz="14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but</a:t>
            </a:r>
            <a:r>
              <a:rPr kumimoji="0" lang="en-US" altLang="zh-CN" sz="1400" u="none" strike="noStrike" kern="0" cap="none" spc="0" normalizeH="0" baseline="0" noProof="0" dirty="0">
                <a:ln>
                  <a:noFill/>
                </a:ln>
                <a:solidFill>
                  <a:srgbClr val="EA1C2C"/>
                </a:solidFill>
                <a:effectLst/>
                <a:highlight>
                  <a:srgbClr val="FFFF00"/>
                </a:highlight>
                <a:uLnTx/>
                <a:uFillTx/>
                <a:latin typeface="Audi Type" panose="020B0503040200000003" pitchFamily="34" charset="0"/>
                <a:cs typeface="Audi Type" panose="020B0503040200000003" pitchFamily="34" charset="0"/>
              </a:rPr>
              <a:t> needs to be adjusted </a:t>
            </a:r>
            <a:r>
              <a:rPr lang="en-US" altLang="zh-CN" sz="14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to make its space </a:t>
            </a:r>
            <a:r>
              <a:rPr kumimoji="0" lang="en-US" altLang="zh-CN" sz="1400" u="none" strike="noStrike" kern="0" cap="none" spc="0" normalizeH="0" baseline="0" noProof="0" dirty="0">
                <a:ln>
                  <a:noFill/>
                </a:ln>
                <a:solidFill>
                  <a:srgbClr val="EA1C2C"/>
                </a:solidFill>
                <a:effectLst/>
                <a:highlight>
                  <a:srgbClr val="FFFF00"/>
                </a:highlight>
                <a:uLnTx/>
                <a:uFillTx/>
                <a:latin typeface="Audi Type" panose="020B0503040200000003" pitchFamily="34" charset="0"/>
                <a:cs typeface="Audi Type" panose="020B0503040200000003" pitchFamily="34" charset="0"/>
              </a:rPr>
              <a:t>looks</a:t>
            </a:r>
            <a:r>
              <a:rPr kumimoji="0" lang="zh-CN" altLang="en-US" sz="1400" u="none" strike="noStrike" kern="0" cap="none" spc="0" normalizeH="0" baseline="0" noProof="0" dirty="0">
                <a:ln>
                  <a:noFill/>
                </a:ln>
                <a:solidFill>
                  <a:srgbClr val="EA1C2C"/>
                </a:solidFill>
                <a:effectLst/>
                <a:highlight>
                  <a:srgbClr val="FFFF00"/>
                </a:highlight>
                <a:uLnTx/>
                <a:uFillTx/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  <a:r>
              <a:rPr kumimoji="0" lang="en-US" altLang="zh-CN" sz="1400" u="none" strike="noStrike" kern="0" cap="none" spc="0" normalizeH="0" baseline="0" noProof="0" dirty="0">
                <a:ln>
                  <a:noFill/>
                </a:ln>
                <a:solidFill>
                  <a:srgbClr val="EA1C2C"/>
                </a:solidFill>
                <a:effectLst/>
                <a:highlight>
                  <a:srgbClr val="FFFF00"/>
                </a:highlight>
                <a:uLnTx/>
                <a:uFillTx/>
                <a:latin typeface="Audi Type" panose="020B0503040200000003" pitchFamily="34" charset="0"/>
                <a:cs typeface="Audi Type" panose="020B0503040200000003" pitchFamily="34" charset="0"/>
              </a:rPr>
              <a:t>more extended</a:t>
            </a:r>
            <a:endParaRPr kumimoji="0" lang="zh-CN" altLang="en-US" sz="1400" u="none" strike="noStrike" kern="0" cap="none" spc="0" normalizeH="0" baseline="0" noProof="0" dirty="0" err="1">
              <a:ln>
                <a:noFill/>
              </a:ln>
              <a:solidFill>
                <a:srgbClr val="EA1C2C"/>
              </a:solidFill>
              <a:effectLst/>
              <a:highlight>
                <a:srgbClr val="FFFF00"/>
              </a:highlight>
              <a:uLnTx/>
              <a:uFillTx/>
              <a:latin typeface="Audi Type" panose="020B0503040200000003" pitchFamily="34" charset="0"/>
              <a:cs typeface="Audi Type" panose="020B0503040200000003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516344-3E66-454D-A212-9090DD68FC1A}"/>
              </a:ext>
            </a:extLst>
          </p:cNvPr>
          <p:cNvSpPr/>
          <p:nvPr/>
        </p:nvSpPr>
        <p:spPr>
          <a:xfrm>
            <a:off x="569801" y="1229431"/>
            <a:ext cx="11144104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In Chinese :</a:t>
            </a:r>
          </a:p>
          <a:p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All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 ‘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KINGGOTHIC-REGULAR" panose="020B0400000000000000" pitchFamily="34" charset="-122"/>
                <a:ea typeface="KINGGOTHIC-REGULAR" panose="020B0400000000000000" pitchFamily="34" charset="-122"/>
              </a:rPr>
              <a:t>全新奥迪</a:t>
            </a:r>
            <a:r>
              <a:rPr lang="en-US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A8L </a:t>
            </a:r>
            <a:r>
              <a:rPr lang="en-US" altLang="zh-CN" dirty="0" err="1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Horch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’ </a:t>
            </a:r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should be replaced with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‘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KINGGOTHIC-REGULAR" panose="020B0400000000000000" pitchFamily="34" charset="-122"/>
                <a:ea typeface="KINGGOTHIC-REGULAR" panose="020B0400000000000000" pitchFamily="34" charset="-122"/>
              </a:rPr>
              <a:t>全新奥迪</a:t>
            </a:r>
            <a:r>
              <a:rPr lang="en-US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A8L </a:t>
            </a:r>
            <a:r>
              <a:rPr lang="en-US" altLang="zh-CN" dirty="0" err="1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Horch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KINGGOTHIC-REGULAR" panose="020B0400000000000000" pitchFamily="34" charset="-122"/>
                <a:ea typeface="KINGGOTHIC-REGULAR" panose="020B0400000000000000" pitchFamily="34" charset="-122"/>
              </a:rPr>
              <a:t>创始人版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‘ </a:t>
            </a:r>
            <a:endParaRPr lang="en-US" altLang="zh-CN" dirty="0">
              <a:solidFill>
                <a:srgbClr val="FF0505"/>
              </a:solidFill>
              <a:highlight>
                <a:srgbClr val="FFFF00"/>
              </a:highlight>
              <a:latin typeface="Audi Type" panose="020B0503040200000003" pitchFamily="34" charset="0"/>
            </a:endParaRPr>
          </a:p>
          <a:p>
            <a:r>
              <a:rPr lang="en-US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In English : </a:t>
            </a:r>
          </a:p>
          <a:p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All ‘</a:t>
            </a:r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All New Audi A8L </a:t>
            </a:r>
            <a:r>
              <a:rPr lang="en" altLang="zh-CN" dirty="0" err="1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Horch</a:t>
            </a:r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’ should be replaced with </a:t>
            </a:r>
            <a:r>
              <a:rPr lang="zh-CN" altLang="en-US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 </a:t>
            </a:r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‘</a:t>
            </a:r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Audi A8L </a:t>
            </a:r>
            <a:r>
              <a:rPr lang="en" altLang="zh-CN" dirty="0" err="1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Horch</a:t>
            </a:r>
            <a:r>
              <a:rPr lang="en" altLang="zh-CN" dirty="0">
                <a:solidFill>
                  <a:srgbClr val="FF0505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 Founder Edition’</a:t>
            </a:r>
          </a:p>
          <a:p>
            <a:pPr algn="r"/>
            <a:r>
              <a:rPr lang="en" altLang="zh-CN" sz="2000" dirty="0">
                <a:solidFill>
                  <a:srgbClr val="FF0505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Please Check all designs</a:t>
            </a:r>
          </a:p>
        </p:txBody>
      </p:sp>
    </p:spTree>
    <p:extLst>
      <p:ext uri="{BB962C8B-B14F-4D97-AF65-F5344CB8AC3E}">
        <p14:creationId xmlns:p14="http://schemas.microsoft.com/office/powerpoint/2010/main" val="3896235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28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19" y="1408584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6" y="3971362"/>
            <a:ext cx="10932711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06FE5D11-656F-3F4F-89F5-F2772942E666}"/>
              </a:ext>
            </a:extLst>
          </p:cNvPr>
          <p:cNvSpPr txBox="1"/>
          <p:nvPr/>
        </p:nvSpPr>
        <p:spPr>
          <a:xfrm>
            <a:off x="705131" y="1131900"/>
            <a:ext cx="7266413" cy="5250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219170">
              <a:lnSpc>
                <a:spcPct val="110000"/>
              </a:lnSpc>
            </a:pP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’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All in e-</a:t>
            </a:r>
            <a:r>
              <a:rPr lang="en-US" altLang="zh-CN" sz="1600" kern="0" dirty="0" err="1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tron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‘ 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as the title shows first.</a:t>
            </a:r>
            <a:endParaRPr lang="en" altLang="zh-CN" sz="1600" kern="0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cs typeface="Audi Type" panose="020B0503040200000003" pitchFamily="34" charset="0"/>
            </a:endParaRPr>
          </a:p>
          <a:p>
            <a:pPr defTabSz="1219170">
              <a:lnSpc>
                <a:spcPct val="110000"/>
              </a:lnSpc>
            </a:pPr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Then, the four platforms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–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‘</a:t>
            </a:r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MLB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、</a:t>
            </a:r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 J1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、</a:t>
            </a:r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 PPE</a:t>
            </a:r>
            <a:r>
              <a:rPr lang="zh-CN" altLang="en-US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、</a:t>
            </a:r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 MEB</a:t>
            </a:r>
            <a:r>
              <a:rPr lang="zh-CN" altLang="en-US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’ </a:t>
            </a:r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are presented together.</a:t>
            </a:r>
            <a:endParaRPr lang="zh-CN" altLang="en-US" sz="1600" kern="0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cs typeface="Audi Type" panose="020B0503040200000003" pitchFamily="34" charset="0"/>
            </a:endParaRPr>
          </a:p>
        </p:txBody>
      </p:sp>
      <p:sp>
        <p:nvSpPr>
          <p:cNvPr id="32" name="Textfeld 64">
            <a:extLst>
              <a:ext uri="{FF2B5EF4-FFF2-40B4-BE49-F238E27FC236}">
                <a16:creationId xmlns:a16="http://schemas.microsoft.com/office/drawing/2014/main" id="{3FC51AD2-66EF-0845-BBA8-91EE7094F7D2}"/>
              </a:ext>
            </a:extLst>
          </p:cNvPr>
          <p:cNvSpPr txBox="1"/>
          <p:nvPr/>
        </p:nvSpPr>
        <p:spPr>
          <a:xfrm>
            <a:off x="555521" y="397958"/>
            <a:ext cx="55779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</a:t>
            </a:r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Product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Show</a:t>
            </a:r>
            <a:endParaRPr lang="de-DE" sz="1600" kern="0" dirty="0">
              <a:solidFill>
                <a:schemeClr val="bg1"/>
              </a:solidFill>
              <a:latin typeface="Audi Type Extended" panose="020B0505040200000003" pitchFamily="34" charset="0"/>
              <a:cs typeface="Audi Type" panose="020B0503040200000003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8B6417-CBA0-F94B-81E9-F105D11DE92E}"/>
              </a:ext>
            </a:extLst>
          </p:cNvPr>
          <p:cNvSpPr/>
          <p:nvPr/>
        </p:nvSpPr>
        <p:spPr>
          <a:xfrm>
            <a:off x="6500813" y="2144637"/>
            <a:ext cx="4552849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1219170"/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subtitle replace:</a:t>
            </a:r>
            <a:r>
              <a:rPr lang="zh-CN" altLang="en-US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 </a:t>
            </a:r>
            <a:r>
              <a:rPr lang="en-US" altLang="zh-CN" sz="28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All in e-</a:t>
            </a:r>
            <a:r>
              <a:rPr lang="en-US" altLang="zh-CN" sz="2800" b="1" dirty="0" err="1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tron</a:t>
            </a:r>
            <a:endParaRPr lang="zh-CN" altLang="zh-CN" b="1" dirty="0">
              <a:solidFill>
                <a:srgbClr val="EA1C2C"/>
              </a:solidFill>
              <a:highlight>
                <a:srgbClr val="FFFF00"/>
              </a:highlight>
              <a:latin typeface="Audi Type Extended" panose="020B0505040200000003" pitchFamily="34" charset="0"/>
            </a:endParaRPr>
          </a:p>
          <a:p>
            <a:pPr algn="ctr" defTabSz="1219170"/>
            <a:endParaRPr lang="en-US" altLang="zh-CN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ea typeface="KINGGOTHIC-REGULAR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79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54145" y="2408592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2" name="Textfeld 64">
            <a:extLst>
              <a:ext uri="{FF2B5EF4-FFF2-40B4-BE49-F238E27FC236}">
                <a16:creationId xmlns:a16="http://schemas.microsoft.com/office/drawing/2014/main" id="{3FC51AD2-66EF-0845-BBA8-91EE7094F7D2}"/>
              </a:ext>
            </a:extLst>
          </p:cNvPr>
          <p:cNvSpPr txBox="1"/>
          <p:nvPr/>
        </p:nvSpPr>
        <p:spPr>
          <a:xfrm>
            <a:off x="555521" y="397958"/>
            <a:ext cx="55779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</a:t>
            </a:r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Product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Show</a:t>
            </a:r>
            <a:endParaRPr lang="de-DE" sz="1600" kern="0" dirty="0">
              <a:solidFill>
                <a:schemeClr val="bg1"/>
              </a:solidFill>
              <a:latin typeface="Audi Type Extended" panose="020B0505040200000003" pitchFamily="34" charset="0"/>
              <a:cs typeface="Audi Type" panose="020B0503040200000003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B032CE5-AAB2-DC43-A765-248B0CB31292}"/>
              </a:ext>
            </a:extLst>
          </p:cNvPr>
          <p:cNvSpPr/>
          <p:nvPr/>
        </p:nvSpPr>
        <p:spPr>
          <a:xfrm>
            <a:off x="1035717" y="2929421"/>
            <a:ext cx="9848335" cy="1068449"/>
          </a:xfrm>
          <a:prstGeom prst="rect">
            <a:avLst/>
          </a:prstGeom>
          <a:solidFill>
            <a:srgbClr val="FFFF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Subtitle addition:</a:t>
            </a:r>
            <a:r>
              <a:rPr lang="zh-CN" altLang="en-US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 </a:t>
            </a:r>
            <a:endParaRPr lang="en-US" altLang="zh-CN" sz="1600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ea typeface="KINGGOTHIC-REGULAR" panose="020B0400000000000000" pitchFamily="34" charset="-122"/>
            </a:endParaRPr>
          </a:p>
          <a:p>
            <a:pPr lvl="0" algn="ctr"/>
            <a:r>
              <a:rPr lang="en-US" altLang="zh-CN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MLB evo</a:t>
            </a:r>
            <a:r>
              <a:rPr lang="zh-CN" altLang="en-US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       </a:t>
            </a:r>
            <a:r>
              <a:rPr lang="en-US" altLang="zh-CN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MEB	</a:t>
            </a:r>
            <a:r>
              <a:rPr lang="zh-CN" altLang="en-US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         </a:t>
            </a:r>
            <a:r>
              <a:rPr lang="en-US" altLang="zh-CN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J1</a:t>
            </a:r>
            <a:r>
              <a:rPr lang="zh-CN" altLang="en-US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        </a:t>
            </a:r>
            <a:r>
              <a:rPr lang="en-US" altLang="zh-CN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</a:rPr>
              <a:t>PPE</a:t>
            </a:r>
            <a:endParaRPr lang="zh-CN" altLang="zh-CN" sz="2000" b="1" dirty="0">
              <a:solidFill>
                <a:srgbClr val="EA1C2C"/>
              </a:solidFill>
              <a:highlight>
                <a:srgbClr val="FFFF00"/>
              </a:highlight>
              <a:latin typeface="Audi Type Extended" panose="020B0505040200000003" pitchFamily="34" charset="0"/>
            </a:endParaRPr>
          </a:p>
          <a:p>
            <a:pPr lvl="0" algn="ctr"/>
            <a:r>
              <a:rPr lang="zh-CN" altLang="zh-CN" sz="2000" dirty="0">
                <a:solidFill>
                  <a:srgbClr val="EA1C2C"/>
                </a:solidFill>
                <a:highlight>
                  <a:srgbClr val="FFFF00"/>
                </a:highlight>
                <a:latin typeface="KINGGOTHIC-SEMIBOLD" panose="020B0600000000000000" pitchFamily="34" charset="-122"/>
                <a:ea typeface="KINGGOTHIC-SEMIBOLD" panose="020B0600000000000000" pitchFamily="34" charset="-122"/>
              </a:rPr>
              <a:t>四大电动车型平台</a:t>
            </a:r>
          </a:p>
        </p:txBody>
      </p:sp>
    </p:spTree>
    <p:extLst>
      <p:ext uri="{BB962C8B-B14F-4D97-AF65-F5344CB8AC3E}">
        <p14:creationId xmlns:p14="http://schemas.microsoft.com/office/powerpoint/2010/main" val="2588134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3" y="3971361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B29CC4AF-41C9-F64D-B418-ECEA9234E6E3}"/>
              </a:ext>
            </a:extLst>
          </p:cNvPr>
          <p:cNvSpPr txBox="1"/>
          <p:nvPr/>
        </p:nvSpPr>
        <p:spPr>
          <a:xfrm>
            <a:off x="740459" y="628683"/>
            <a:ext cx="7437254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 Product Show (1:25 min)</a:t>
            </a:r>
          </a:p>
        </p:txBody>
      </p:sp>
      <p:pic>
        <p:nvPicPr>
          <p:cNvPr id="31" name="Grafik 27">
            <a:extLst>
              <a:ext uri="{FF2B5EF4-FFF2-40B4-BE49-F238E27FC236}">
                <a16:creationId xmlns:a16="http://schemas.microsoft.com/office/drawing/2014/main" id="{1B202AC5-F14D-6E46-802E-8F6957C12A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3" y="1362077"/>
            <a:ext cx="10948381" cy="2119042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8367578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19" y="1408583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5" y="3971361"/>
            <a:ext cx="10932711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8885F541-EE47-3949-B1FA-4F1C184DDE75}"/>
              </a:ext>
            </a:extLst>
          </p:cNvPr>
          <p:cNvSpPr txBox="1"/>
          <p:nvPr/>
        </p:nvSpPr>
        <p:spPr>
          <a:xfrm>
            <a:off x="740459" y="628683"/>
            <a:ext cx="7437254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 Product Show (1:25 min)</a:t>
            </a:r>
          </a:p>
        </p:txBody>
      </p:sp>
    </p:spTree>
    <p:extLst>
      <p:ext uri="{BB962C8B-B14F-4D97-AF65-F5344CB8AC3E}">
        <p14:creationId xmlns:p14="http://schemas.microsoft.com/office/powerpoint/2010/main" val="2404459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20" y="1408583"/>
            <a:ext cx="10932711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5" y="3971362"/>
            <a:ext cx="10932711" cy="211600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B1D2000F-E07D-F443-9131-FC5EA73E410B}"/>
              </a:ext>
            </a:extLst>
          </p:cNvPr>
          <p:cNvSpPr txBox="1"/>
          <p:nvPr/>
        </p:nvSpPr>
        <p:spPr>
          <a:xfrm>
            <a:off x="740459" y="628683"/>
            <a:ext cx="7437254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 Product Show (1:25 min)</a:t>
            </a:r>
          </a:p>
        </p:txBody>
      </p:sp>
    </p:spTree>
    <p:extLst>
      <p:ext uri="{BB962C8B-B14F-4D97-AF65-F5344CB8AC3E}">
        <p14:creationId xmlns:p14="http://schemas.microsoft.com/office/powerpoint/2010/main" val="3460789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20" y="1408584"/>
            <a:ext cx="10932711" cy="211600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9" y="3971362"/>
            <a:ext cx="10932704" cy="211600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328D6990-1D4C-F14E-8662-EB7031303161}"/>
              </a:ext>
            </a:extLst>
          </p:cNvPr>
          <p:cNvSpPr txBox="1"/>
          <p:nvPr/>
        </p:nvSpPr>
        <p:spPr>
          <a:xfrm>
            <a:off x="740459" y="628683"/>
            <a:ext cx="7437254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 Product Show (1:25 min)</a:t>
            </a:r>
          </a:p>
        </p:txBody>
      </p:sp>
    </p:spTree>
    <p:extLst>
      <p:ext uri="{BB962C8B-B14F-4D97-AF65-F5344CB8AC3E}">
        <p14:creationId xmlns:p14="http://schemas.microsoft.com/office/powerpoint/2010/main" val="805076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24" y="1408584"/>
            <a:ext cx="10932704" cy="2116007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3343C072-6C26-B848-9794-6D0DCD4DFE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5089" y="3971362"/>
            <a:ext cx="10932704" cy="211600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B0B5A8B6-6D8D-AE41-88EC-A9D19B8C5AC2}"/>
              </a:ext>
            </a:extLst>
          </p:cNvPr>
          <p:cNvSpPr txBox="1"/>
          <p:nvPr/>
        </p:nvSpPr>
        <p:spPr>
          <a:xfrm>
            <a:off x="740459" y="628683"/>
            <a:ext cx="7437254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 Product Show (1:25 min)</a:t>
            </a:r>
          </a:p>
        </p:txBody>
      </p:sp>
    </p:spTree>
    <p:extLst>
      <p:ext uri="{BB962C8B-B14F-4D97-AF65-F5344CB8AC3E}">
        <p14:creationId xmlns:p14="http://schemas.microsoft.com/office/powerpoint/2010/main" val="4243805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0"/>
            <a:ext cx="1619555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4" y="0"/>
            <a:ext cx="11527640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FF0537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2" y="984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30" y="0"/>
            <a:ext cx="73721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4" y="-1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5" y="-1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0"/>
            <a:ext cx="2584561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1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2"/>
            <a:ext cx="53581" cy="6858002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0" y="0"/>
            <a:ext cx="35721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0"/>
            <a:ext cx="17860" cy="6858002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0"/>
            <a:ext cx="382323" cy="6858002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3" y="0"/>
            <a:ext cx="56706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0"/>
            <a:ext cx="17860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8"/>
            <a:ext cx="200837" cy="6858002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5" y="0"/>
            <a:ext cx="81999" cy="6858002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0"/>
            <a:ext cx="64511" cy="6858002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1" y="0"/>
            <a:ext cx="894198" cy="6858002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13413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0" y="0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2" tIns="89302" rIns="89302" bIns="893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13413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E8CA56D2-5D1B-4C41-8EB1-6FE678B60E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7226" y="1408583"/>
            <a:ext cx="10932698" cy="2116006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0" name="Textfeld 64">
            <a:extLst>
              <a:ext uri="{FF2B5EF4-FFF2-40B4-BE49-F238E27FC236}">
                <a16:creationId xmlns:a16="http://schemas.microsoft.com/office/drawing/2014/main" id="{4B01F32B-9357-224E-B75E-8E8CADD3C76A}"/>
              </a:ext>
            </a:extLst>
          </p:cNvPr>
          <p:cNvSpPr txBox="1"/>
          <p:nvPr/>
        </p:nvSpPr>
        <p:spPr>
          <a:xfrm>
            <a:off x="740459" y="628683"/>
            <a:ext cx="7437254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34130">
              <a:lnSpc>
                <a:spcPct val="110000"/>
              </a:lnSpc>
            </a:pPr>
            <a:r>
              <a:rPr lang="de-DE" sz="1600" kern="0" dirty="0">
                <a:solidFill>
                  <a:srgbClr val="FFFFFF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 Product Show (1:25 min)</a:t>
            </a:r>
          </a:p>
        </p:txBody>
      </p:sp>
      <p:pic>
        <p:nvPicPr>
          <p:cNvPr id="31" name="Grafik 27">
            <a:extLst>
              <a:ext uri="{FF2B5EF4-FFF2-40B4-BE49-F238E27FC236}">
                <a16:creationId xmlns:a16="http://schemas.microsoft.com/office/drawing/2014/main" id="{8883ED46-E7C6-934B-9295-59F3AAC67E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7218" y="3875167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4BF64508-C1B5-BC40-A9DF-D493C33276EF}"/>
              </a:ext>
            </a:extLst>
          </p:cNvPr>
          <p:cNvSpPr/>
          <p:nvPr/>
        </p:nvSpPr>
        <p:spPr>
          <a:xfrm>
            <a:off x="1149580" y="4384663"/>
            <a:ext cx="9848335" cy="106844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rgbClr val="FF0505"/>
                </a:solidFill>
                <a:latin typeface="Audi Type" panose="020B0503040200000003" pitchFamily="34" charset="0"/>
                <a:ea typeface="KINGGOTHIC-REGULAR" panose="020B0400000000000000" pitchFamily="34" charset="-122"/>
              </a:rPr>
              <a:t>Subtitle addition:</a:t>
            </a:r>
            <a:r>
              <a:rPr lang="zh-CN" altLang="en-US" sz="1600" dirty="0">
                <a:solidFill>
                  <a:srgbClr val="FF0505"/>
                </a:solidFill>
                <a:latin typeface="Audi Type" panose="020B0503040200000003" pitchFamily="34" charset="0"/>
                <a:ea typeface="KINGGOTHIC-REGULAR" panose="020B0400000000000000" pitchFamily="34" charset="-122"/>
              </a:rPr>
              <a:t> </a:t>
            </a:r>
            <a:endParaRPr lang="en-US" altLang="zh-CN" sz="1600" dirty="0">
              <a:solidFill>
                <a:srgbClr val="FF0505"/>
              </a:solidFill>
              <a:latin typeface="Audi Type" panose="020B0503040200000003" pitchFamily="34" charset="0"/>
              <a:ea typeface="KINGGOTHIC-REGULAR" panose="020B0400000000000000" pitchFamily="34" charset="-122"/>
            </a:endParaRPr>
          </a:p>
          <a:p>
            <a:pPr algn="ctr"/>
            <a:r>
              <a:rPr lang="zh-CN" altLang="en-US" sz="2000" b="1" dirty="0">
                <a:solidFill>
                  <a:srgbClr val="FF0505"/>
                </a:solidFill>
                <a:latin typeface="KINGGOTHIC-SEMIBOLD" panose="020B0600000000000000" pitchFamily="34" charset="-122"/>
                <a:ea typeface="KINGGOTHIC-SEMIBOLD" panose="020B0600000000000000" pitchFamily="34" charset="-122"/>
              </a:rPr>
              <a:t>奥迪</a:t>
            </a:r>
            <a:r>
              <a:rPr lang="en-US" altLang="zh-CN" sz="2000" b="1" dirty="0">
                <a:solidFill>
                  <a:srgbClr val="FF0505"/>
                </a:solidFill>
                <a:latin typeface="Audi Type Extended" panose="020B0505040200000003" pitchFamily="34" charset="0"/>
              </a:rPr>
              <a:t>e-</a:t>
            </a:r>
            <a:r>
              <a:rPr lang="en-US" altLang="zh-CN" sz="2000" b="1" dirty="0" err="1">
                <a:solidFill>
                  <a:srgbClr val="FF0505"/>
                </a:solidFill>
                <a:latin typeface="Audi Type Extended" panose="020B0505040200000003" pitchFamily="34" charset="0"/>
              </a:rPr>
              <a:t>tron</a:t>
            </a:r>
            <a:r>
              <a:rPr lang="zh-CN" altLang="en-US" sz="2000" b="1" dirty="0">
                <a:solidFill>
                  <a:srgbClr val="FF0505"/>
                </a:solidFill>
                <a:latin typeface="KINGGOTHIC-SEMIBOLD" panose="020B0600000000000000" pitchFamily="34" charset="-122"/>
                <a:ea typeface="KINGGOTHIC-SEMIBOLD" panose="020B0600000000000000" pitchFamily="34" charset="-122"/>
              </a:rPr>
              <a:t>家族新晋成员</a:t>
            </a:r>
          </a:p>
          <a:p>
            <a:pPr algn="ctr"/>
            <a:r>
              <a:rPr lang="en-US" altLang="zh-CN" sz="2000" b="1" dirty="0">
                <a:solidFill>
                  <a:srgbClr val="FF0505"/>
                </a:solidFill>
                <a:latin typeface="Audi Type Extended" panose="020B0505040200000003" pitchFamily="34" charset="0"/>
              </a:rPr>
              <a:t>New member of the e-</a:t>
            </a:r>
            <a:r>
              <a:rPr lang="en-US" altLang="zh-CN" sz="2000" b="1" dirty="0" err="1">
                <a:solidFill>
                  <a:srgbClr val="FF0505"/>
                </a:solidFill>
                <a:latin typeface="Audi Type Extended" panose="020B0505040200000003" pitchFamily="34" charset="0"/>
              </a:rPr>
              <a:t>tron</a:t>
            </a:r>
            <a:r>
              <a:rPr lang="en-US" altLang="zh-CN" sz="2000" b="1" dirty="0">
                <a:solidFill>
                  <a:srgbClr val="FF0505"/>
                </a:solidFill>
                <a:latin typeface="Audi Type Extended" panose="020B0505040200000003" pitchFamily="34" charset="0"/>
              </a:rPr>
              <a:t> family</a:t>
            </a:r>
          </a:p>
        </p:txBody>
      </p:sp>
    </p:spTree>
    <p:extLst>
      <p:ext uri="{BB962C8B-B14F-4D97-AF65-F5344CB8AC3E}">
        <p14:creationId xmlns:p14="http://schemas.microsoft.com/office/powerpoint/2010/main" val="36745446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32" name="Textfeld 64">
            <a:extLst>
              <a:ext uri="{FF2B5EF4-FFF2-40B4-BE49-F238E27FC236}">
                <a16:creationId xmlns:a16="http://schemas.microsoft.com/office/drawing/2014/main" id="{3FC51AD2-66EF-0845-BBA8-91EE7094F7D2}"/>
              </a:ext>
            </a:extLst>
          </p:cNvPr>
          <p:cNvSpPr txBox="1"/>
          <p:nvPr/>
        </p:nvSpPr>
        <p:spPr>
          <a:xfrm>
            <a:off x="555521" y="397958"/>
            <a:ext cx="55779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</a:t>
            </a:r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Product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Show</a:t>
            </a:r>
            <a:endParaRPr lang="de-DE" sz="1600" kern="0" dirty="0">
              <a:solidFill>
                <a:schemeClr val="bg1"/>
              </a:solidFill>
              <a:latin typeface="Audi Type Extended" panose="020B0505040200000003" pitchFamily="34" charset="0"/>
              <a:cs typeface="Audi Type" panose="020B0503040200000003" pitchFamily="34" charset="0"/>
            </a:endParaRPr>
          </a:p>
        </p:txBody>
      </p:sp>
      <p:pic>
        <p:nvPicPr>
          <p:cNvPr id="29" name="Grafik 27">
            <a:extLst>
              <a:ext uri="{FF2B5EF4-FFF2-40B4-BE49-F238E27FC236}">
                <a16:creationId xmlns:a16="http://schemas.microsoft.com/office/drawing/2014/main" id="{002B502A-8AD9-8B4F-81AA-346D2BA88B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489" y="1276479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65B0E575-D8BD-3741-9C5D-0169F583A611}"/>
              </a:ext>
            </a:extLst>
          </p:cNvPr>
          <p:cNvSpPr/>
          <p:nvPr/>
        </p:nvSpPr>
        <p:spPr>
          <a:xfrm>
            <a:off x="1188435" y="1851850"/>
            <a:ext cx="9695625" cy="965265"/>
          </a:xfrm>
          <a:prstGeom prst="rect">
            <a:avLst/>
          </a:prstGeom>
          <a:solidFill>
            <a:srgbClr val="FFFF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Subtitle addition:</a:t>
            </a:r>
            <a:r>
              <a:rPr lang="zh-CN" altLang="en-US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 </a:t>
            </a:r>
            <a:endParaRPr lang="en-US" altLang="zh-CN" sz="1600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ea typeface="KINGGOTHIC-REGULAR" panose="020B0400000000000000" pitchFamily="34" charset="-122"/>
            </a:endParaRPr>
          </a:p>
          <a:p>
            <a:pPr lvl="0" algn="ctr"/>
            <a:r>
              <a:rPr lang="en" altLang="zh-CN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</a:rPr>
              <a:t>MEB</a:t>
            </a:r>
            <a:r>
              <a:rPr lang="zh-CN" altLang="en-US" sz="2000" b="1" dirty="0">
                <a:solidFill>
                  <a:srgbClr val="EA1C2C"/>
                </a:solidFill>
                <a:highlight>
                  <a:srgbClr val="FFFF00"/>
                </a:highlight>
                <a:latin typeface="KINGGOTHIC-SEMIBOLD" panose="020B0600000000000000" pitchFamily="34" charset="-122"/>
                <a:ea typeface="KINGGOTHIC-SEMIBOLD" panose="020B0600000000000000" pitchFamily="34" charset="-122"/>
              </a:rPr>
              <a:t>纯电平台首款国产奥迪车型</a:t>
            </a:r>
          </a:p>
          <a:p>
            <a:pPr lvl="0" algn="ctr"/>
            <a:r>
              <a:rPr lang="en" altLang="zh-CN" sz="2000" b="1" dirty="0">
                <a:solidFill>
                  <a:srgbClr val="EA1C2C"/>
                </a:solidFill>
                <a:highlight>
                  <a:srgbClr val="FFFF00"/>
                </a:highlight>
                <a:latin typeface="Audi Type Extended" panose="020B0505040200000003" pitchFamily="34" charset="0"/>
                <a:ea typeface="KINGGOTHIC-SEMIBOLD" panose="020B0600000000000000" pitchFamily="34" charset="-122"/>
              </a:rPr>
              <a:t>First domestic Audi model based on the PPE platform</a:t>
            </a:r>
          </a:p>
        </p:txBody>
      </p:sp>
      <p:pic>
        <p:nvPicPr>
          <p:cNvPr id="35" name="Grafik 27">
            <a:extLst>
              <a:ext uri="{FF2B5EF4-FFF2-40B4-BE49-F238E27FC236}">
                <a16:creationId xmlns:a16="http://schemas.microsoft.com/office/drawing/2014/main" id="{CF9FE4CF-8A45-D34F-BD93-766275289F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611" y="3681037"/>
            <a:ext cx="10932717" cy="2116009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737147E2-0FEF-A64E-BE6C-A9CA47E7B20A}"/>
              </a:ext>
            </a:extLst>
          </p:cNvPr>
          <p:cNvSpPr/>
          <p:nvPr/>
        </p:nvSpPr>
        <p:spPr>
          <a:xfrm>
            <a:off x="1073973" y="4190533"/>
            <a:ext cx="9848335" cy="1068449"/>
          </a:xfrm>
          <a:prstGeom prst="rect">
            <a:avLst/>
          </a:prstGeom>
          <a:solidFill>
            <a:srgbClr val="FFFF00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Subtitle addition:</a:t>
            </a:r>
            <a:r>
              <a:rPr lang="zh-CN" altLang="en-US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ea typeface="KINGGOTHIC-REGULAR" panose="020B0400000000000000" pitchFamily="34" charset="-122"/>
              </a:rPr>
              <a:t> </a:t>
            </a:r>
            <a:endParaRPr lang="en-US" altLang="zh-CN" sz="1600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ea typeface="KINGGOTHIC-REGULAR" panose="020B0400000000000000" pitchFamily="34" charset="-122"/>
            </a:endParaRPr>
          </a:p>
          <a:p>
            <a:pPr algn="ctr"/>
            <a:r>
              <a:rPr lang="zh-CN" altLang="en-US" sz="2000" b="1" dirty="0">
                <a:solidFill>
                  <a:srgbClr val="EA1C2C"/>
                </a:solidFill>
                <a:latin typeface="KINGGOTHIC-SEMIBOLD" panose="020B0600000000000000" pitchFamily="34" charset="-122"/>
                <a:ea typeface="KINGGOTHIC-SEMIBOLD" panose="020B0600000000000000" pitchFamily="34" charset="-122"/>
              </a:rPr>
              <a:t>纯正德系豪华电动汽车</a:t>
            </a:r>
          </a:p>
          <a:p>
            <a:pPr algn="ctr"/>
            <a:r>
              <a:rPr lang="en" altLang="zh-CN" sz="2000" b="1" dirty="0">
                <a:solidFill>
                  <a:srgbClr val="EA1C2C"/>
                </a:solidFill>
                <a:latin typeface="Audi Type Extended" panose="020B0505040200000003" pitchFamily="34" charset="0"/>
                <a:ea typeface="KINGGOTHIC-SEMIBOLD" panose="020B0600000000000000" pitchFamily="34" charset="-122"/>
              </a:rPr>
              <a:t>Pure German luxury electric car</a:t>
            </a:r>
          </a:p>
        </p:txBody>
      </p:sp>
    </p:spTree>
    <p:extLst>
      <p:ext uri="{BB962C8B-B14F-4D97-AF65-F5344CB8AC3E}">
        <p14:creationId xmlns:p14="http://schemas.microsoft.com/office/powerpoint/2010/main" val="3760896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sp>
        <p:nvSpPr>
          <p:cNvPr id="32" name="Textfeld 64">
            <a:extLst>
              <a:ext uri="{FF2B5EF4-FFF2-40B4-BE49-F238E27FC236}">
                <a16:creationId xmlns:a16="http://schemas.microsoft.com/office/drawing/2014/main" id="{3FC51AD2-66EF-0845-BBA8-91EE7094F7D2}"/>
              </a:ext>
            </a:extLst>
          </p:cNvPr>
          <p:cNvSpPr txBox="1"/>
          <p:nvPr/>
        </p:nvSpPr>
        <p:spPr>
          <a:xfrm>
            <a:off x="555521" y="397958"/>
            <a:ext cx="557794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e-tron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</a:t>
            </a:r>
            <a:r>
              <a:rPr lang="de-DE" altLang="zh-CN" sz="1600" kern="0" dirty="0" err="1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Product</a:t>
            </a:r>
            <a:r>
              <a:rPr lang="de-DE" altLang="zh-CN" sz="1600" kern="0" dirty="0">
                <a:solidFill>
                  <a:schemeClr val="bg1"/>
                </a:solidFill>
                <a:latin typeface="Audi Type Extended" panose="020B0505040200000003" pitchFamily="34" charset="0"/>
                <a:cs typeface="Audi Type" panose="020B0503040200000003" pitchFamily="34" charset="0"/>
              </a:rPr>
              <a:t> Show</a:t>
            </a:r>
            <a:endParaRPr lang="de-DE" sz="1600" kern="0" dirty="0">
              <a:solidFill>
                <a:schemeClr val="bg1"/>
              </a:solidFill>
              <a:latin typeface="Audi Type Extended" panose="020B0505040200000003" pitchFamily="34" charset="0"/>
              <a:cs typeface="Audi Type" panose="020B0503040200000003" pitchFamily="34" charset="0"/>
            </a:endParaRPr>
          </a:p>
        </p:txBody>
      </p:sp>
      <p:pic>
        <p:nvPicPr>
          <p:cNvPr id="30" name="Grafik 28">
            <a:extLst>
              <a:ext uri="{FF2B5EF4-FFF2-40B4-BE49-F238E27FC236}">
                <a16:creationId xmlns:a16="http://schemas.microsoft.com/office/drawing/2014/main" id="{755BE43B-F21B-5C44-B7BB-B3F0024311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4530" y="2426103"/>
            <a:ext cx="10932698" cy="2116005"/>
          </a:xfrm>
          <a:prstGeom prst="rect">
            <a:avLst/>
          </a:prstGeom>
          <a:ln w="254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940699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0C8EE88D-E2BF-4F03-AAFA-91F9BFDA8E7A}"/>
              </a:ext>
            </a:extLst>
          </p:cNvPr>
          <p:cNvSpPr/>
          <p:nvPr/>
        </p:nvSpPr>
        <p:spPr>
          <a:xfrm flipH="1">
            <a:off x="6842095" y="1"/>
            <a:ext cx="161955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EC55DE49-74E9-4D2C-9E7F-D4155598A2A3}"/>
              </a:ext>
            </a:extLst>
          </p:cNvPr>
          <p:cNvSpPr/>
          <p:nvPr/>
        </p:nvSpPr>
        <p:spPr>
          <a:xfrm flipH="1">
            <a:off x="120455" y="1"/>
            <a:ext cx="11527640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 dirty="0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22B853F3-BFD8-4A56-8A3B-364A4E9CC5E7}"/>
              </a:ext>
            </a:extLst>
          </p:cNvPr>
          <p:cNvSpPr/>
          <p:nvPr/>
        </p:nvSpPr>
        <p:spPr>
          <a:xfrm flipH="1">
            <a:off x="360093" y="985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66E78F5D-D238-444A-8DDA-B9268330E947}"/>
              </a:ext>
            </a:extLst>
          </p:cNvPr>
          <p:cNvSpPr/>
          <p:nvPr/>
        </p:nvSpPr>
        <p:spPr>
          <a:xfrm flipH="1">
            <a:off x="-97429" y="1"/>
            <a:ext cx="73721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1A37AE3-1272-4D49-BD9E-D82E6D93A0A1}"/>
              </a:ext>
            </a:extLst>
          </p:cNvPr>
          <p:cNvSpPr/>
          <p:nvPr/>
        </p:nvSpPr>
        <p:spPr>
          <a:xfrm flipH="1">
            <a:off x="8298405" y="-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F663CD0F-A6F0-4951-A077-8C03DADAD5FD}"/>
              </a:ext>
            </a:extLst>
          </p:cNvPr>
          <p:cNvSpPr/>
          <p:nvPr/>
        </p:nvSpPr>
        <p:spPr>
          <a:xfrm flipH="1">
            <a:off x="8436326" y="-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6BABC2C-E93F-480B-BAC0-BBBDFD1175FD}"/>
              </a:ext>
            </a:extLst>
          </p:cNvPr>
          <p:cNvSpPr/>
          <p:nvPr/>
        </p:nvSpPr>
        <p:spPr>
          <a:xfrm flipH="1">
            <a:off x="6954755" y="1"/>
            <a:ext cx="25845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78F6FCB6-ED37-4378-8347-EFB045A62A03}"/>
              </a:ext>
            </a:extLst>
          </p:cNvPr>
          <p:cNvSpPr/>
          <p:nvPr/>
        </p:nvSpPr>
        <p:spPr>
          <a:xfrm flipH="1">
            <a:off x="276422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9DB99606-52AC-4407-AC9C-8BA9408EF338}"/>
              </a:ext>
            </a:extLst>
          </p:cNvPr>
          <p:cNvSpPr/>
          <p:nvPr/>
        </p:nvSpPr>
        <p:spPr>
          <a:xfrm flipH="1">
            <a:off x="8373723" y="-2951"/>
            <a:ext cx="53581" cy="6858001"/>
          </a:xfrm>
          <a:prstGeom prst="rect">
            <a:avLst/>
          </a:prstGeom>
          <a:gradFill>
            <a:gsLst>
              <a:gs pos="50000">
                <a:srgbClr val="67798B"/>
              </a:gs>
              <a:gs pos="0">
                <a:srgbClr val="778499"/>
              </a:gs>
              <a:gs pos="100000">
                <a:srgbClr val="3C454E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7B19DA06-2E02-4997-81F9-78548F68902B}"/>
              </a:ext>
            </a:extLst>
          </p:cNvPr>
          <p:cNvSpPr/>
          <p:nvPr/>
        </p:nvSpPr>
        <p:spPr>
          <a:xfrm flipH="1">
            <a:off x="8868541" y="1"/>
            <a:ext cx="35721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F071DEE-DFB5-4D3F-9789-DF8EABA13571}"/>
              </a:ext>
            </a:extLst>
          </p:cNvPr>
          <p:cNvSpPr/>
          <p:nvPr/>
        </p:nvSpPr>
        <p:spPr>
          <a:xfrm flipH="1">
            <a:off x="11707507" y="1"/>
            <a:ext cx="17860" cy="6858001"/>
          </a:xfrm>
          <a:prstGeom prst="rect">
            <a:avLst/>
          </a:prstGeom>
          <a:gradFill>
            <a:gsLst>
              <a:gs pos="50000">
                <a:srgbClr val="596877"/>
              </a:gs>
              <a:gs pos="0">
                <a:srgbClr val="647186"/>
              </a:gs>
              <a:gs pos="100000">
                <a:srgbClr val="38414A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DABC3DAC-E9D8-4801-B665-3F2D22E2C854}"/>
              </a:ext>
            </a:extLst>
          </p:cNvPr>
          <p:cNvSpPr/>
          <p:nvPr/>
        </p:nvSpPr>
        <p:spPr>
          <a:xfrm flipH="1">
            <a:off x="11549428" y="1"/>
            <a:ext cx="382323" cy="6858001"/>
          </a:xfrm>
          <a:prstGeom prst="rect">
            <a:avLst/>
          </a:prstGeom>
          <a:gradFill>
            <a:gsLst>
              <a:gs pos="50000">
                <a:srgbClr val="9FABB7"/>
              </a:gs>
              <a:gs pos="0">
                <a:srgbClr val="B3BAC5"/>
              </a:gs>
              <a:gs pos="100000">
                <a:srgbClr val="55626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B2274D3-A092-44BE-B8BF-F2C28C99C4F9}"/>
              </a:ext>
            </a:extLst>
          </p:cNvPr>
          <p:cNvSpPr/>
          <p:nvPr/>
        </p:nvSpPr>
        <p:spPr>
          <a:xfrm flipH="1">
            <a:off x="11360494" y="1"/>
            <a:ext cx="56705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3D4C7367-BE32-4897-A288-0C12E7FC6D33}"/>
              </a:ext>
            </a:extLst>
          </p:cNvPr>
          <p:cNvSpPr/>
          <p:nvPr/>
        </p:nvSpPr>
        <p:spPr>
          <a:xfrm flipH="1">
            <a:off x="11498414" y="1"/>
            <a:ext cx="17860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76DCB7A6-198B-4D30-BFEB-F3932C1CC221}"/>
              </a:ext>
            </a:extLst>
          </p:cNvPr>
          <p:cNvSpPr/>
          <p:nvPr/>
        </p:nvSpPr>
        <p:spPr>
          <a:xfrm>
            <a:off x="11991164" y="-7"/>
            <a:ext cx="200837" cy="6858001"/>
          </a:xfrm>
          <a:prstGeom prst="rect">
            <a:avLst/>
          </a:prstGeom>
          <a:solidFill>
            <a:srgbClr val="2D363F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D309D66-ADCF-48B8-98D4-F7D1DCB2A18E}"/>
              </a:ext>
            </a:extLst>
          </p:cNvPr>
          <p:cNvSpPr/>
          <p:nvPr/>
        </p:nvSpPr>
        <p:spPr>
          <a:xfrm flipH="1">
            <a:off x="11926284" y="1"/>
            <a:ext cx="82000" cy="6858001"/>
          </a:xfrm>
          <a:prstGeom prst="rect">
            <a:avLst/>
          </a:prstGeom>
          <a:gradFill>
            <a:gsLst>
              <a:gs pos="50000">
                <a:srgbClr val="4C5A68"/>
              </a:gs>
              <a:gs pos="0">
                <a:srgbClr val="51616E"/>
              </a:gs>
              <a:gs pos="100000">
                <a:srgbClr val="2D363F"/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C4516AC-936A-4449-A33F-45D55652E049}"/>
              </a:ext>
            </a:extLst>
          </p:cNvPr>
          <p:cNvSpPr/>
          <p:nvPr/>
        </p:nvSpPr>
        <p:spPr>
          <a:xfrm flipH="1">
            <a:off x="12007035" y="1"/>
            <a:ext cx="64511" cy="6858001"/>
          </a:xfrm>
          <a:prstGeom prst="rect">
            <a:avLst/>
          </a:prstGeom>
          <a:solidFill>
            <a:schemeClr val="accent6"/>
          </a:soli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1BACD5D-33F0-4EC1-B396-45E84E24D7B3}"/>
              </a:ext>
            </a:extLst>
          </p:cNvPr>
          <p:cNvSpPr/>
          <p:nvPr/>
        </p:nvSpPr>
        <p:spPr>
          <a:xfrm flipH="1">
            <a:off x="10830282" y="1"/>
            <a:ext cx="894197" cy="6858001"/>
          </a:xfrm>
          <a:prstGeom prst="rect">
            <a:avLst/>
          </a:prstGeom>
          <a:gradFill>
            <a:gsLst>
              <a:gs pos="50000">
                <a:srgbClr val="566069">
                  <a:lumMod val="25000"/>
                  <a:lumOff val="75000"/>
                  <a:alpha val="10000"/>
                </a:srgbClr>
              </a:gs>
              <a:gs pos="0">
                <a:srgbClr val="67747D">
                  <a:lumMod val="25000"/>
                  <a:lumOff val="75000"/>
                  <a:alpha val="10000"/>
                </a:srgbClr>
              </a:gs>
              <a:gs pos="100000">
                <a:srgbClr val="464D55">
                  <a:lumMod val="25000"/>
                  <a:lumOff val="75000"/>
                  <a:alpha val="10000"/>
                </a:srgbClr>
              </a:gs>
            </a:gsLst>
            <a:lin ang="5400000" scaled="1"/>
          </a:gradFill>
          <a:ln w="9525" cap="sq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1219170">
              <a:lnSpc>
                <a:spcPct val="110000"/>
              </a:lnSpc>
              <a:spcBef>
                <a:spcPts val="992"/>
              </a:spcBef>
              <a:spcAft>
                <a:spcPts val="744"/>
              </a:spcAft>
            </a:pPr>
            <a:endParaRPr lang="de-DE" sz="1736" b="1">
              <a:solidFill>
                <a:srgbClr val="000000"/>
              </a:solidFill>
              <a:latin typeface="Audi Type"/>
            </a:endParaRPr>
          </a:p>
        </p:txBody>
      </p: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10A81918-9BB5-4EB2-99C7-E994467007F3}"/>
              </a:ext>
            </a:extLst>
          </p:cNvPr>
          <p:cNvGrpSpPr/>
          <p:nvPr/>
        </p:nvGrpSpPr>
        <p:grpSpPr>
          <a:xfrm>
            <a:off x="1" y="1"/>
            <a:ext cx="444215" cy="6859969"/>
            <a:chOff x="-67356" y="0"/>
            <a:chExt cx="358148" cy="5530850"/>
          </a:xfrm>
        </p:grpSpPr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BF62F8B7-181C-4D40-A776-6483B6F12733}"/>
                </a:ext>
              </a:extLst>
            </p:cNvPr>
            <p:cNvSpPr/>
            <p:nvPr/>
          </p:nvSpPr>
          <p:spPr>
            <a:xfrm flipH="1">
              <a:off x="254792" y="793"/>
              <a:ext cx="36000" cy="5529264"/>
            </a:xfrm>
            <a:prstGeom prst="rect">
              <a:avLst/>
            </a:prstGeom>
            <a:gradFill>
              <a:gsLst>
                <a:gs pos="50000">
                  <a:srgbClr val="596877"/>
                </a:gs>
                <a:gs pos="0">
                  <a:srgbClr val="647186"/>
                </a:gs>
                <a:gs pos="100000">
                  <a:srgbClr val="38414A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FB49521-C4D1-42AC-9D3E-04EDA16397EF}"/>
                </a:ext>
              </a:extLst>
            </p:cNvPr>
            <p:cNvSpPr/>
            <p:nvPr/>
          </p:nvSpPr>
          <p:spPr>
            <a:xfrm flipH="1">
              <a:off x="-67356" y="1586"/>
              <a:ext cx="253744" cy="5529264"/>
            </a:xfrm>
            <a:prstGeom prst="rect">
              <a:avLst/>
            </a:prstGeom>
            <a:gradFill>
              <a:gsLst>
                <a:gs pos="50000">
                  <a:srgbClr val="9FABB7"/>
                </a:gs>
                <a:gs pos="0">
                  <a:srgbClr val="B3BAC5"/>
                </a:gs>
                <a:gs pos="100000">
                  <a:srgbClr val="55626F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4" name="Rechteck 73">
              <a:extLst>
                <a:ext uri="{FF2B5EF4-FFF2-40B4-BE49-F238E27FC236}">
                  <a16:creationId xmlns:a16="http://schemas.microsoft.com/office/drawing/2014/main" id="{A9551B86-C69E-4BBB-A3B5-B2FC46F7FBC2}"/>
                </a:ext>
              </a:extLst>
            </p:cNvPr>
            <p:cNvSpPr/>
            <p:nvPr/>
          </p:nvSpPr>
          <p:spPr>
            <a:xfrm flipH="1">
              <a:off x="42486" y="0"/>
              <a:ext cx="48000" cy="5529264"/>
            </a:xfrm>
            <a:prstGeom prst="rect">
              <a:avLst/>
            </a:prstGeom>
            <a:gradFill>
              <a:gsLst>
                <a:gs pos="0">
                  <a:srgbClr val="3E4855">
                    <a:alpha val="56000"/>
                  </a:srgbClr>
                </a:gs>
                <a:gs pos="50000">
                  <a:srgbClr val="3E4855"/>
                </a:gs>
              </a:gsLst>
              <a:lin ang="5400000" scaled="1"/>
            </a:gra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0D2875CB-804E-4D26-AE49-5B8035F0A08D}"/>
                </a:ext>
              </a:extLst>
            </p:cNvPr>
            <p:cNvSpPr/>
            <p:nvPr/>
          </p:nvSpPr>
          <p:spPr>
            <a:xfrm flipH="1">
              <a:off x="-9526" y="0"/>
              <a:ext cx="52012" cy="5529264"/>
            </a:xfrm>
            <a:prstGeom prst="rect">
              <a:avLst/>
            </a:prstGeom>
            <a:solidFill>
              <a:schemeClr val="accent6"/>
            </a:solidFill>
            <a:ln w="9525" cap="sq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89303" tIns="89303" rIns="89303" bIns="89303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1219170">
                <a:lnSpc>
                  <a:spcPct val="110000"/>
                </a:lnSpc>
                <a:spcBef>
                  <a:spcPts val="992"/>
                </a:spcBef>
                <a:spcAft>
                  <a:spcPts val="744"/>
                </a:spcAft>
              </a:pPr>
              <a:endParaRPr lang="de-DE" sz="1736" b="1">
                <a:solidFill>
                  <a:srgbClr val="000000"/>
                </a:solidFill>
                <a:latin typeface="Audi Type"/>
              </a:endParaRPr>
            </a:p>
          </p:txBody>
        </p:sp>
      </p:grpSp>
      <p:pic>
        <p:nvPicPr>
          <p:cNvPr id="35" name="Grafik 34">
            <a:extLst>
              <a:ext uri="{FF2B5EF4-FFF2-40B4-BE49-F238E27FC236}">
                <a16:creationId xmlns:a16="http://schemas.microsoft.com/office/drawing/2014/main" id="{0D591795-00DB-DE48-8F74-FCC7E04B15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5263" y="2369030"/>
            <a:ext cx="10945983" cy="211857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3B0CD48-173B-D747-9FE8-413D1EA4A6E4}"/>
              </a:ext>
            </a:extLst>
          </p:cNvPr>
          <p:cNvSpPr txBox="1"/>
          <p:nvPr/>
        </p:nvSpPr>
        <p:spPr>
          <a:xfrm>
            <a:off x="5647485" y="2065181"/>
            <a:ext cx="6109045" cy="52559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1219170">
              <a:lnSpc>
                <a:spcPct val="110000"/>
              </a:lnSpc>
            </a:pP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‘All-New’ The middle link character needs to be removed.</a:t>
            </a:r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</a:p>
          <a:p>
            <a:pPr defTabSz="1219170">
              <a:lnSpc>
                <a:spcPct val="110000"/>
              </a:lnSpc>
            </a:pP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The position of A8L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  <a:r>
              <a:rPr lang="en-US" altLang="zh-CN" sz="1600" kern="0" dirty="0" err="1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Horch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and Q4</a:t>
            </a:r>
            <a:r>
              <a:rPr lang="zh-CN" altLang="en-US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e-</a:t>
            </a:r>
            <a:r>
              <a:rPr lang="en-US" altLang="zh-CN" sz="1600" kern="0" dirty="0" err="1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tron</a:t>
            </a:r>
            <a:r>
              <a:rPr lang="en-US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 </a:t>
            </a:r>
            <a:r>
              <a:rPr lang="en" altLang="zh-CN" sz="1600" kern="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  <a:cs typeface="Audi Type" panose="020B0503040200000003" pitchFamily="34" charset="0"/>
              </a:rPr>
              <a:t>needs to be </a:t>
            </a:r>
            <a:r>
              <a:rPr lang="en" altLang="zh-CN" sz="1600" dirty="0">
                <a:solidFill>
                  <a:srgbClr val="EA1C2C"/>
                </a:solidFill>
                <a:highlight>
                  <a:srgbClr val="FFFF00"/>
                </a:highlight>
                <a:latin typeface="Audi Type" panose="020B0503040200000003" pitchFamily="34" charset="0"/>
              </a:rPr>
              <a:t>exchanged</a:t>
            </a:r>
            <a:endParaRPr lang="zh-CN" altLang="en-US" sz="1600" kern="0" dirty="0">
              <a:solidFill>
                <a:srgbClr val="EA1C2C"/>
              </a:solidFill>
              <a:highlight>
                <a:srgbClr val="FFFF00"/>
              </a:highlight>
              <a:latin typeface="Audi Type" panose="020B0503040200000003" pitchFamily="34" charset="0"/>
              <a:cs typeface="Audi Type" panose="020B0503040200000003" pitchFamily="34" charset="0"/>
            </a:endParaRPr>
          </a:p>
        </p:txBody>
      </p:sp>
      <p:sp>
        <p:nvSpPr>
          <p:cNvPr id="29" name="Textfeld 64">
            <a:extLst>
              <a:ext uri="{FF2B5EF4-FFF2-40B4-BE49-F238E27FC236}">
                <a16:creationId xmlns:a16="http://schemas.microsoft.com/office/drawing/2014/main" id="{23D1FE47-83F4-5D41-8BB9-1817DA57CA57}"/>
              </a:ext>
            </a:extLst>
          </p:cNvPr>
          <p:cNvSpPr txBox="1"/>
          <p:nvPr/>
        </p:nvSpPr>
        <p:spPr>
          <a:xfrm>
            <a:off x="740459" y="628683"/>
            <a:ext cx="7437253" cy="2547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70">
              <a:lnSpc>
                <a:spcPct val="110000"/>
              </a:lnSpc>
            </a:pPr>
            <a:r>
              <a:rPr lang="de-DE" sz="1600" kern="0" dirty="0">
                <a:solidFill>
                  <a:srgbClr val="FFFFFF"/>
                </a:solidFill>
                <a:latin typeface="Audi Type Extended" panose="020B0505040200000003" pitchFamily="34" charset="0"/>
                <a:ea typeface="KINGGOTHIC-REGULAR" panose="020B0400000000000000" pitchFamily="34" charset="-122"/>
                <a:cs typeface="Audi Type" panose="020B0503040200000003" pitchFamily="34" charset="0"/>
              </a:rPr>
              <a:t>Aftershow Loop</a:t>
            </a:r>
          </a:p>
        </p:txBody>
      </p:sp>
    </p:spTree>
    <p:extLst>
      <p:ext uri="{BB962C8B-B14F-4D97-AF65-F5344CB8AC3E}">
        <p14:creationId xmlns:p14="http://schemas.microsoft.com/office/powerpoint/2010/main" val="3997595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Audi VdT DE 16:9">
  <a:themeElements>
    <a:clrScheme name="Benutzerdefiniert 62">
      <a:dk1>
        <a:srgbClr val="000000"/>
      </a:dk1>
      <a:lt1>
        <a:srgbClr val="FFFFFF"/>
      </a:lt1>
      <a:dk2>
        <a:srgbClr val="F2F2F2"/>
      </a:dk2>
      <a:lt2>
        <a:srgbClr val="DADADA"/>
      </a:lt2>
      <a:accent1>
        <a:srgbClr val="DADADA"/>
      </a:accent1>
      <a:accent2>
        <a:srgbClr val="C6C6C6"/>
      </a:accent2>
      <a:accent3>
        <a:srgbClr val="9D9D9D"/>
      </a:accent3>
      <a:accent4>
        <a:srgbClr val="575757"/>
      </a:accent4>
      <a:accent5>
        <a:srgbClr val="000000"/>
      </a:accent5>
      <a:accent6>
        <a:srgbClr val="F50537"/>
      </a:accent6>
      <a:hlink>
        <a:srgbClr val="000000"/>
      </a:hlink>
      <a:folHlink>
        <a:srgbClr val="C6C6C6"/>
      </a:folHlink>
    </a:clrScheme>
    <a:fontScheme name="Audi">
      <a:majorFont>
        <a:latin typeface="Audi Type Extended"/>
        <a:ea typeface=""/>
        <a:cs typeface=""/>
      </a:majorFont>
      <a:minorFont>
        <a:latin typeface="Audi Type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sq" cmpd="sng" algn="ctr">
          <a:noFill/>
          <a:prstDash val="solid"/>
          <a:miter lim="800000"/>
        </a:ln>
        <a:effectLst/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lnSpc>
            <a:spcPct val="110000"/>
          </a:lnSpc>
          <a:spcBef>
            <a:spcPts val="800"/>
          </a:spcBef>
          <a:spcAft>
            <a:spcPts val="600"/>
          </a:spcAft>
          <a:defRPr sz="1400" b="1" smtClean="0">
            <a:solidFill>
              <a:schemeClr val="tx1"/>
            </a:solidFill>
            <a:latin typeface="+mn-lt"/>
          </a:defRPr>
        </a:defPPr>
      </a:lstStyle>
    </a:spDef>
    <a:lnDef>
      <a:spPr>
        <a:noFill/>
        <a:ln w="9525" cap="flat" cmpd="sng" algn="ctr">
          <a:solidFill>
            <a:schemeClr val="tx2"/>
          </a:solidFill>
          <a:prstDash val="solid"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algn="l" defTabSz="91440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Audi Type" panose="020B0503040200000003" pitchFamily="34" charset="0"/>
            <a:cs typeface="Audi Type" panose="020B0503040200000003" pitchFamily="34" charset="0"/>
          </a:defRPr>
        </a:defPPr>
      </a:lstStyle>
    </a:txDef>
  </a:objectDefaults>
  <a:extraClrSchemeLst/>
  <a:custClrLst>
    <a:custClr name="Audi Rot">
      <a:srgbClr val="BB0A30"/>
    </a:custClr>
    <a:custClr name="Gruen">
      <a:srgbClr val="CACE98"/>
    </a:custClr>
    <a:custClr name="Braun">
      <a:srgbClr val="715D49"/>
    </a:custClr>
    <a:custClr name="Violett">
      <a:srgbClr val="6C4859"/>
    </a:custClr>
    <a:custClr name="Dunkelblau">
      <a:srgbClr val="544C70"/>
    </a:custClr>
    <a:custClr name="Hellblau">
      <a:srgbClr val="6682A4"/>
    </a:custClr>
    <a:custClr name="Gelb">
      <a:srgbClr val="FFD671"/>
    </a:custClr>
    <a:custClr name="Audi Rot">
      <a:srgbClr val="BB0A30"/>
    </a:custClr>
    <a:custClr name="Ampelgelb">
      <a:srgbClr val="FFAA00"/>
    </a:custClr>
    <a:custClr name="Ampelgruen">
      <a:srgbClr val="009900"/>
    </a:custClr>
    <a:custClr name="Aluminium Silber">
      <a:srgbClr val="B3B3B3"/>
    </a:custClr>
    <a:custClr name="Warmes Silber">
      <a:srgbClr val="B6B1A9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Audi_PPT_Guide" id="{A85D56F2-388A-5548-8D5A-C3EAF81CA6E0}" vid="{4B6BE8FB-7C04-CC43-873D-4DE3697D01D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458</Words>
  <Application>Microsoft Macintosh PowerPoint</Application>
  <PresentationFormat>宽屏</PresentationFormat>
  <Paragraphs>70</Paragraphs>
  <Slides>21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KINGGOTHIC-REGULAR</vt:lpstr>
      <vt:lpstr>KINGGOTHIC-SEMIBOLD</vt:lpstr>
      <vt:lpstr>Arial</vt:lpstr>
      <vt:lpstr>Audi Type</vt:lpstr>
      <vt:lpstr>Audi Type Extended</vt:lpstr>
      <vt:lpstr>Symbol</vt:lpstr>
      <vt:lpstr>Audi VdT DE 16:9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Kylie Bi</dc:creator>
  <cp:lastModifiedBy>Kylie Bi</cp:lastModifiedBy>
  <cp:revision>5</cp:revision>
  <dcterms:created xsi:type="dcterms:W3CDTF">2021-11-09T04:58:02Z</dcterms:created>
  <dcterms:modified xsi:type="dcterms:W3CDTF">2021-11-09T10:05:48Z</dcterms:modified>
</cp:coreProperties>
</file>