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1986357141" r:id="rId2"/>
    <p:sldId id="1986357142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48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47"/>
    <p:restoredTop sz="95735"/>
  </p:normalViewPr>
  <p:slideViewPr>
    <p:cSldViewPr snapToGrid="0" snapToObjects="1" showGuides="1">
      <p:cViewPr varScale="1">
        <p:scale>
          <a:sx n="105" d="100"/>
          <a:sy n="105" d="100"/>
        </p:scale>
        <p:origin x="960" y="184"/>
      </p:cViewPr>
      <p:guideLst>
        <p:guide orient="horz" pos="3748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gray">
          <a:xfrm>
            <a:off x="695326" y="3897313"/>
            <a:ext cx="11340000" cy="251767"/>
          </a:xfrm>
        </p:spPr>
        <p:txBody>
          <a:bodyPr anchor="t"/>
          <a:lstStyle>
            <a:lvl1pPr marL="0" indent="0" algn="l">
              <a:buNone/>
              <a:defRPr sz="1400" b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noProof="0" dirty="0"/>
              <a:t>Formatvorlage des Untertitelmasters durch Klicken bearbeiten</a:t>
            </a:r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 bwMode="gray">
          <a:xfrm>
            <a:off x="695326" y="3573016"/>
            <a:ext cx="11340000" cy="288032"/>
          </a:xfrm>
        </p:spPr>
        <p:txBody>
          <a:bodyPr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 dirty="0"/>
              <a:t>Titelmasterformat durch Klicken bearbeiten</a:t>
            </a:r>
          </a:p>
        </p:txBody>
      </p:sp>
      <p:pic>
        <p:nvPicPr>
          <p:cNvPr id="6" name="Bild 13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gray">
          <a:xfrm>
            <a:off x="584200" y="734278"/>
            <a:ext cx="7348004" cy="2545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3290025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folie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gray">
          <a:xfrm>
            <a:off x="695326" y="5084950"/>
            <a:ext cx="11340000" cy="251767"/>
          </a:xfrm>
        </p:spPr>
        <p:txBody>
          <a:bodyPr anchor="t"/>
          <a:lstStyle>
            <a:lvl1pPr marL="0" indent="0" algn="l">
              <a:buNone/>
              <a:defRPr sz="1400" b="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noProof="0" dirty="0"/>
              <a:t>Formatvorlage des Untertitelmasters durch Klicken bearbeiten</a:t>
            </a:r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 bwMode="gray">
          <a:xfrm>
            <a:off x="695326" y="4760652"/>
            <a:ext cx="11340000" cy="288032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 noProof="0" dirty="0"/>
              <a:t>Titelmasterformat durch Klicken bearbeiten</a:t>
            </a:r>
          </a:p>
        </p:txBody>
      </p:sp>
      <p:sp>
        <p:nvSpPr>
          <p:cNvPr id="13" name="Bildplatzhalter 12"/>
          <p:cNvSpPr>
            <a:spLocks noGrp="1"/>
          </p:cNvSpPr>
          <p:nvPr>
            <p:ph type="pic" sz="quarter" idx="15"/>
          </p:nvPr>
        </p:nvSpPr>
        <p:spPr bwMode="gray">
          <a:xfrm>
            <a:off x="0" y="0"/>
            <a:ext cx="12192000" cy="3429000"/>
          </a:xfrm>
          <a:pattFill prst="wdUpDiag">
            <a:fgClr>
              <a:schemeClr val="accent2"/>
            </a:fgClr>
            <a:bgClr>
              <a:schemeClr val="bg1"/>
            </a:bgClr>
          </a:pattFill>
        </p:spPr>
        <p:txBody>
          <a:bodyPr bIns="900000" anchor="ctr" anchorCtr="0"/>
          <a:lstStyle>
            <a:lvl1pPr algn="ctr">
              <a:defRPr/>
            </a:lvl1pPr>
          </a:lstStyle>
          <a:p>
            <a:r>
              <a:rPr lang="de-DE" noProof="0" dirty="0"/>
              <a:t>Bild durch Klicken auf Symbol hinzufügen</a:t>
            </a:r>
          </a:p>
        </p:txBody>
      </p:sp>
      <p:pic>
        <p:nvPicPr>
          <p:cNvPr id="6" name="Bild 13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gray">
          <a:xfrm>
            <a:off x="584200" y="3753532"/>
            <a:ext cx="2062163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57141327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folie r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gray">
          <a:xfrm>
            <a:off x="695326" y="3897313"/>
            <a:ext cx="11340000" cy="251767"/>
          </a:xfrm>
        </p:spPr>
        <p:txBody>
          <a:bodyPr anchor="t"/>
          <a:lstStyle>
            <a:lvl1pPr marL="0" indent="0" algn="l">
              <a:buNone/>
              <a:defRPr sz="1400" b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noProof="0" dirty="0"/>
              <a:t>Formatvorlage des Untertitelmasters durch Klicken bearbeiten</a:t>
            </a:r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 bwMode="gray">
          <a:xfrm>
            <a:off x="695326" y="3573016"/>
            <a:ext cx="11340000" cy="288032"/>
          </a:xfrm>
        </p:spPr>
        <p:txBody>
          <a:bodyPr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 dirty="0"/>
              <a:t>Titelmasterformat durch Klicken bearbeiten</a:t>
            </a:r>
          </a:p>
        </p:txBody>
      </p:sp>
      <p:pic>
        <p:nvPicPr>
          <p:cNvPr id="9" name="Bild 11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gray">
          <a:xfrm>
            <a:off x="584200" y="2565400"/>
            <a:ext cx="2062163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49372267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folie schwar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gray">
          <a:xfrm>
            <a:off x="695326" y="3897313"/>
            <a:ext cx="11340000" cy="251767"/>
          </a:xfrm>
        </p:spPr>
        <p:txBody>
          <a:bodyPr anchor="t"/>
          <a:lstStyle>
            <a:lvl1pPr marL="0" indent="0" algn="l">
              <a:buNone/>
              <a:defRPr sz="1400" b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noProof="0" dirty="0"/>
              <a:t>Formatvorlage des Untertitelmasters durch Klicken bearbeiten</a:t>
            </a:r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 bwMode="gray">
          <a:xfrm>
            <a:off x="695326" y="3573016"/>
            <a:ext cx="11340000" cy="288032"/>
          </a:xfrm>
        </p:spPr>
        <p:txBody>
          <a:bodyPr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 dirty="0"/>
              <a:t>Titelmasterformat durch Klicken bearbeiten</a:t>
            </a:r>
          </a:p>
        </p:txBody>
      </p:sp>
      <p:pic>
        <p:nvPicPr>
          <p:cNvPr id="9" name="Bild 11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gray">
          <a:xfrm>
            <a:off x="584200" y="2565400"/>
            <a:ext cx="2062163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36925778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(6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12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95400" y="1341438"/>
            <a:ext cx="3708000" cy="2627312"/>
          </a:xfrm>
          <a:solidFill>
            <a:schemeClr val="bg2"/>
          </a:solidFill>
        </p:spPr>
        <p:txBody>
          <a:bodyPr lIns="90000" tIns="46800" rIns="90000" bIns="46800"/>
          <a:lstStyle>
            <a:lvl1pPr marL="0" indent="0">
              <a:lnSpc>
                <a:spcPct val="100000"/>
              </a:lnSpc>
              <a:buNone/>
              <a:defRPr sz="1400" b="1">
                <a:latin typeface="+mj-lt"/>
              </a:defRPr>
            </a:lvl1pPr>
            <a:lvl2pPr marL="0" indent="0">
              <a:lnSpc>
                <a:spcPct val="100000"/>
              </a:lnSpc>
              <a:buNone/>
              <a:defRPr sz="1200">
                <a:latin typeface="+mn-lt"/>
              </a:defRPr>
            </a:lvl2pPr>
            <a:lvl3pPr marL="0" indent="0">
              <a:lnSpc>
                <a:spcPct val="100000"/>
              </a:lnSpc>
              <a:buNone/>
              <a:defRPr sz="1200"/>
            </a:lvl3pPr>
            <a:lvl4pPr marL="0" indent="0">
              <a:lnSpc>
                <a:spcPct val="100000"/>
              </a:lnSpc>
              <a:buNone/>
              <a:defRPr sz="1200"/>
            </a:lvl4pPr>
            <a:lvl5pPr marL="0" indent="0">
              <a:lnSpc>
                <a:spcPct val="100000"/>
              </a:lnSpc>
              <a:buNone/>
              <a:defRPr sz="1200"/>
            </a:lvl5pPr>
          </a:lstStyle>
          <a:p>
            <a:pPr lvl="0"/>
            <a:r>
              <a:rPr lang="de-DE" noProof="0" dirty="0"/>
              <a:t>Textmasterformat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14" name="Textplatzhalter 12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511824" y="1341438"/>
            <a:ext cx="3708000" cy="2627312"/>
          </a:xfrm>
          <a:solidFill>
            <a:schemeClr val="bg2"/>
          </a:solidFill>
        </p:spPr>
        <p:txBody>
          <a:bodyPr lIns="90000" tIns="46800" rIns="90000" bIns="46800"/>
          <a:lstStyle>
            <a:lvl1pPr marL="0" indent="0">
              <a:lnSpc>
                <a:spcPct val="100000"/>
              </a:lnSpc>
              <a:buNone/>
              <a:defRPr sz="1400" b="1">
                <a:latin typeface="+mj-lt"/>
              </a:defRPr>
            </a:lvl1pPr>
            <a:lvl2pPr marL="0" indent="0">
              <a:lnSpc>
                <a:spcPct val="100000"/>
              </a:lnSpc>
              <a:buNone/>
              <a:defRPr sz="1200"/>
            </a:lvl2pPr>
            <a:lvl3pPr marL="0" indent="0">
              <a:lnSpc>
                <a:spcPct val="100000"/>
              </a:lnSpc>
              <a:buNone/>
              <a:defRPr sz="1200"/>
            </a:lvl3pPr>
            <a:lvl4pPr marL="0" indent="0">
              <a:lnSpc>
                <a:spcPct val="100000"/>
              </a:lnSpc>
              <a:buNone/>
              <a:defRPr sz="1200"/>
            </a:lvl4pPr>
            <a:lvl5pPr marL="0" indent="0">
              <a:lnSpc>
                <a:spcPct val="100000"/>
              </a:lnSpc>
              <a:buNone/>
              <a:defRPr sz="1200"/>
            </a:lvl5pPr>
          </a:lstStyle>
          <a:p>
            <a:pPr lvl="0"/>
            <a:r>
              <a:rPr lang="de-DE" noProof="0" dirty="0"/>
              <a:t>Textmasterformat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15" name="Textplatzhalter 1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328248" y="1341438"/>
            <a:ext cx="3708000" cy="2627312"/>
          </a:xfrm>
          <a:solidFill>
            <a:schemeClr val="bg2"/>
          </a:solidFill>
        </p:spPr>
        <p:txBody>
          <a:bodyPr lIns="90000" tIns="46800" rIns="90000" bIns="46800"/>
          <a:lstStyle>
            <a:lvl1pPr marL="0" indent="0">
              <a:lnSpc>
                <a:spcPct val="100000"/>
              </a:lnSpc>
              <a:buNone/>
              <a:defRPr sz="1400" b="1">
                <a:latin typeface="+mj-lt"/>
              </a:defRPr>
            </a:lvl1pPr>
            <a:lvl2pPr marL="0" indent="0">
              <a:lnSpc>
                <a:spcPct val="100000"/>
              </a:lnSpc>
              <a:buNone/>
              <a:defRPr sz="1200"/>
            </a:lvl2pPr>
            <a:lvl3pPr marL="0" indent="0">
              <a:lnSpc>
                <a:spcPct val="100000"/>
              </a:lnSpc>
              <a:buNone/>
              <a:defRPr sz="1200"/>
            </a:lvl3pPr>
            <a:lvl4pPr marL="0" indent="0">
              <a:lnSpc>
                <a:spcPct val="100000"/>
              </a:lnSpc>
              <a:buNone/>
              <a:defRPr sz="1200"/>
            </a:lvl4pPr>
            <a:lvl5pPr marL="0" indent="0">
              <a:lnSpc>
                <a:spcPct val="100000"/>
              </a:lnSpc>
              <a:buNone/>
              <a:defRPr sz="1200"/>
            </a:lvl5pPr>
          </a:lstStyle>
          <a:p>
            <a:pPr lvl="0"/>
            <a:r>
              <a:rPr lang="de-DE" noProof="0" dirty="0"/>
              <a:t>Textmasterformat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16" name="Textplatzhalter 12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695400" y="4078288"/>
            <a:ext cx="3708000" cy="2627312"/>
          </a:xfrm>
          <a:solidFill>
            <a:schemeClr val="bg2"/>
          </a:solidFill>
        </p:spPr>
        <p:txBody>
          <a:bodyPr lIns="90000" tIns="46800" rIns="90000" bIns="46800"/>
          <a:lstStyle>
            <a:lvl1pPr marL="0" indent="0">
              <a:lnSpc>
                <a:spcPct val="100000"/>
              </a:lnSpc>
              <a:buNone/>
              <a:defRPr sz="1400" b="1">
                <a:latin typeface="+mj-lt"/>
              </a:defRPr>
            </a:lvl1pPr>
            <a:lvl2pPr marL="0" indent="0">
              <a:lnSpc>
                <a:spcPct val="100000"/>
              </a:lnSpc>
              <a:buNone/>
              <a:defRPr sz="1200"/>
            </a:lvl2pPr>
            <a:lvl3pPr marL="0" indent="0">
              <a:lnSpc>
                <a:spcPct val="100000"/>
              </a:lnSpc>
              <a:buNone/>
              <a:defRPr sz="1200"/>
            </a:lvl3pPr>
            <a:lvl4pPr marL="0" indent="0">
              <a:lnSpc>
                <a:spcPct val="100000"/>
              </a:lnSpc>
              <a:buNone/>
              <a:defRPr sz="1200"/>
            </a:lvl4pPr>
            <a:lvl5pPr marL="0" indent="0">
              <a:lnSpc>
                <a:spcPct val="100000"/>
              </a:lnSpc>
              <a:buNone/>
              <a:defRPr sz="1200"/>
            </a:lvl5pPr>
          </a:lstStyle>
          <a:p>
            <a:pPr lvl="0"/>
            <a:r>
              <a:rPr lang="de-DE" noProof="0" dirty="0"/>
              <a:t>Textmasterformat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17" name="Textplatzhalter 12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511824" y="4078288"/>
            <a:ext cx="3708000" cy="2627312"/>
          </a:xfrm>
          <a:solidFill>
            <a:schemeClr val="bg2"/>
          </a:solidFill>
        </p:spPr>
        <p:txBody>
          <a:bodyPr lIns="90000" tIns="46800" rIns="90000" bIns="46800"/>
          <a:lstStyle>
            <a:lvl1pPr marL="0" indent="0">
              <a:lnSpc>
                <a:spcPct val="100000"/>
              </a:lnSpc>
              <a:buNone/>
              <a:defRPr sz="1400" b="1">
                <a:latin typeface="+mj-lt"/>
              </a:defRPr>
            </a:lvl1pPr>
            <a:lvl2pPr marL="0" indent="0">
              <a:lnSpc>
                <a:spcPct val="100000"/>
              </a:lnSpc>
              <a:buNone/>
              <a:defRPr sz="1200"/>
            </a:lvl2pPr>
            <a:lvl3pPr marL="0" indent="0">
              <a:lnSpc>
                <a:spcPct val="100000"/>
              </a:lnSpc>
              <a:buNone/>
              <a:defRPr sz="1200"/>
            </a:lvl3pPr>
            <a:lvl4pPr marL="0" indent="0">
              <a:lnSpc>
                <a:spcPct val="100000"/>
              </a:lnSpc>
              <a:buNone/>
              <a:defRPr sz="1200"/>
            </a:lvl4pPr>
            <a:lvl5pPr marL="0" indent="0">
              <a:lnSpc>
                <a:spcPct val="100000"/>
              </a:lnSpc>
              <a:buNone/>
              <a:defRPr sz="1200"/>
            </a:lvl5pPr>
          </a:lstStyle>
          <a:p>
            <a:pPr lvl="0"/>
            <a:r>
              <a:rPr lang="de-DE" noProof="0" dirty="0"/>
              <a:t>Textmasterformat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18" name="Textplatzhalter 12"/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8328248" y="4078288"/>
            <a:ext cx="3708000" cy="2627312"/>
          </a:xfrm>
          <a:solidFill>
            <a:schemeClr val="bg2"/>
          </a:solidFill>
        </p:spPr>
        <p:txBody>
          <a:bodyPr lIns="90000" tIns="46800" rIns="90000" bIns="46800"/>
          <a:lstStyle>
            <a:lvl1pPr marL="0" indent="0">
              <a:lnSpc>
                <a:spcPct val="100000"/>
              </a:lnSpc>
              <a:buNone/>
              <a:defRPr sz="1400" b="1">
                <a:latin typeface="+mj-lt"/>
              </a:defRPr>
            </a:lvl1pPr>
            <a:lvl2pPr marL="0" indent="0">
              <a:lnSpc>
                <a:spcPct val="100000"/>
              </a:lnSpc>
              <a:buNone/>
              <a:defRPr sz="1200"/>
            </a:lvl2pPr>
            <a:lvl3pPr marL="0" indent="0">
              <a:lnSpc>
                <a:spcPct val="100000"/>
              </a:lnSpc>
              <a:buNone/>
              <a:defRPr sz="1200"/>
            </a:lvl3pPr>
            <a:lvl4pPr marL="0" indent="0">
              <a:lnSpc>
                <a:spcPct val="100000"/>
              </a:lnSpc>
              <a:buNone/>
              <a:defRPr sz="1200"/>
            </a:lvl4pPr>
            <a:lvl5pPr marL="0" indent="0">
              <a:lnSpc>
                <a:spcPct val="100000"/>
              </a:lnSpc>
              <a:buNone/>
              <a:defRPr sz="1200"/>
            </a:lvl5pPr>
          </a:lstStyle>
          <a:p>
            <a:pPr lvl="0"/>
            <a:r>
              <a:rPr lang="de-DE" noProof="0" dirty="0"/>
              <a:t>Textmasterformat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de-DE" noProof="0" dirty="0"/>
              <a:t>Unsere Themen</a:t>
            </a:r>
          </a:p>
        </p:txBody>
      </p:sp>
    </p:spTree>
    <p:extLst>
      <p:ext uri="{BB962C8B-B14F-4D97-AF65-F5344CB8AC3E}">
        <p14:creationId xmlns:p14="http://schemas.microsoft.com/office/powerpoint/2010/main" val="1711806945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(9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12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95325" y="1341438"/>
            <a:ext cx="3708000" cy="1717200"/>
          </a:xfrm>
          <a:solidFill>
            <a:schemeClr val="bg2"/>
          </a:solidFill>
        </p:spPr>
        <p:txBody>
          <a:bodyPr lIns="90000" tIns="46800" rIns="90000" bIns="46800"/>
          <a:lstStyle>
            <a:lvl1pPr marL="0" indent="0">
              <a:lnSpc>
                <a:spcPct val="100000"/>
              </a:lnSpc>
              <a:buNone/>
              <a:defRPr sz="1400" b="1">
                <a:latin typeface="+mj-lt"/>
              </a:defRPr>
            </a:lvl1pPr>
            <a:lvl2pPr marL="0" indent="0">
              <a:lnSpc>
                <a:spcPct val="100000"/>
              </a:lnSpc>
              <a:buNone/>
              <a:defRPr sz="1200">
                <a:latin typeface="+mn-lt"/>
              </a:defRPr>
            </a:lvl2pPr>
            <a:lvl3pPr marL="0" indent="0">
              <a:lnSpc>
                <a:spcPct val="100000"/>
              </a:lnSpc>
              <a:buNone/>
              <a:defRPr sz="1200"/>
            </a:lvl3pPr>
            <a:lvl4pPr marL="0" indent="0">
              <a:lnSpc>
                <a:spcPct val="100000"/>
              </a:lnSpc>
              <a:buNone/>
              <a:defRPr sz="1200"/>
            </a:lvl4pPr>
            <a:lvl5pPr marL="0" indent="0">
              <a:lnSpc>
                <a:spcPct val="100000"/>
              </a:lnSpc>
              <a:buNone/>
              <a:defRPr sz="1200"/>
            </a:lvl5pPr>
          </a:lstStyle>
          <a:p>
            <a:pPr lvl="0"/>
            <a:r>
              <a:rPr lang="de-DE" noProof="0" dirty="0"/>
              <a:t>Textmasterformat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14" name="Textplatzhalter 12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511992" y="1341438"/>
            <a:ext cx="3708000" cy="1717200"/>
          </a:xfrm>
          <a:solidFill>
            <a:schemeClr val="bg2"/>
          </a:solidFill>
        </p:spPr>
        <p:txBody>
          <a:bodyPr lIns="90000" tIns="46800" rIns="90000" bIns="46800"/>
          <a:lstStyle>
            <a:lvl1pPr marL="0" indent="0">
              <a:lnSpc>
                <a:spcPct val="100000"/>
              </a:lnSpc>
              <a:buNone/>
              <a:defRPr sz="1400" b="1">
                <a:latin typeface="+mj-lt"/>
              </a:defRPr>
            </a:lvl1pPr>
            <a:lvl2pPr marL="0" indent="0">
              <a:lnSpc>
                <a:spcPct val="100000"/>
              </a:lnSpc>
              <a:buNone/>
              <a:defRPr sz="1200"/>
            </a:lvl2pPr>
            <a:lvl3pPr marL="0" indent="0">
              <a:lnSpc>
                <a:spcPct val="100000"/>
              </a:lnSpc>
              <a:buNone/>
              <a:defRPr sz="1200"/>
            </a:lvl3pPr>
            <a:lvl4pPr marL="0" indent="0">
              <a:lnSpc>
                <a:spcPct val="100000"/>
              </a:lnSpc>
              <a:buNone/>
              <a:defRPr sz="1200"/>
            </a:lvl4pPr>
            <a:lvl5pPr marL="0" indent="0">
              <a:lnSpc>
                <a:spcPct val="100000"/>
              </a:lnSpc>
              <a:buNone/>
              <a:defRPr sz="1200"/>
            </a:lvl5pPr>
          </a:lstStyle>
          <a:p>
            <a:pPr lvl="0"/>
            <a:r>
              <a:rPr lang="de-DE" noProof="0" dirty="0"/>
              <a:t>Textmasterformat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15" name="Textplatzhalter 1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328660" y="1341438"/>
            <a:ext cx="3708000" cy="1717200"/>
          </a:xfrm>
          <a:solidFill>
            <a:schemeClr val="bg2"/>
          </a:solidFill>
        </p:spPr>
        <p:txBody>
          <a:bodyPr lIns="90000" tIns="46800" rIns="90000" bIns="46800"/>
          <a:lstStyle>
            <a:lvl1pPr marL="0" indent="0">
              <a:lnSpc>
                <a:spcPct val="100000"/>
              </a:lnSpc>
              <a:buNone/>
              <a:defRPr sz="1400" b="1">
                <a:latin typeface="+mj-lt"/>
              </a:defRPr>
            </a:lvl1pPr>
            <a:lvl2pPr marL="0" indent="0">
              <a:lnSpc>
                <a:spcPct val="100000"/>
              </a:lnSpc>
              <a:buNone/>
              <a:defRPr sz="1200"/>
            </a:lvl2pPr>
            <a:lvl3pPr marL="0" indent="0">
              <a:lnSpc>
                <a:spcPct val="100000"/>
              </a:lnSpc>
              <a:buNone/>
              <a:defRPr sz="1200"/>
            </a:lvl3pPr>
            <a:lvl4pPr marL="0" indent="0">
              <a:lnSpc>
                <a:spcPct val="100000"/>
              </a:lnSpc>
              <a:buNone/>
              <a:defRPr sz="1200"/>
            </a:lvl4pPr>
            <a:lvl5pPr marL="0" indent="0">
              <a:lnSpc>
                <a:spcPct val="100000"/>
              </a:lnSpc>
              <a:buNone/>
              <a:defRPr sz="1200"/>
            </a:lvl5pPr>
          </a:lstStyle>
          <a:p>
            <a:pPr lvl="0"/>
            <a:r>
              <a:rPr lang="de-DE" noProof="0" dirty="0"/>
              <a:t>Textmasterformat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16" name="Textplatzhalter 12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695325" y="3164919"/>
            <a:ext cx="3708000" cy="1717200"/>
          </a:xfrm>
          <a:solidFill>
            <a:schemeClr val="bg2"/>
          </a:solidFill>
        </p:spPr>
        <p:txBody>
          <a:bodyPr lIns="90000" tIns="46800" rIns="90000" bIns="46800"/>
          <a:lstStyle>
            <a:lvl1pPr marL="0" indent="0">
              <a:lnSpc>
                <a:spcPct val="100000"/>
              </a:lnSpc>
              <a:buNone/>
              <a:defRPr sz="1400" b="1">
                <a:latin typeface="+mj-lt"/>
              </a:defRPr>
            </a:lvl1pPr>
            <a:lvl2pPr marL="0" indent="0">
              <a:lnSpc>
                <a:spcPct val="100000"/>
              </a:lnSpc>
              <a:buNone/>
              <a:defRPr sz="1200"/>
            </a:lvl2pPr>
            <a:lvl3pPr marL="0" indent="0">
              <a:lnSpc>
                <a:spcPct val="100000"/>
              </a:lnSpc>
              <a:buNone/>
              <a:defRPr sz="1200"/>
            </a:lvl3pPr>
            <a:lvl4pPr marL="0" indent="0">
              <a:lnSpc>
                <a:spcPct val="100000"/>
              </a:lnSpc>
              <a:buNone/>
              <a:defRPr sz="1200"/>
            </a:lvl4pPr>
            <a:lvl5pPr marL="0" indent="0">
              <a:lnSpc>
                <a:spcPct val="100000"/>
              </a:lnSpc>
              <a:buNone/>
              <a:defRPr sz="1200"/>
            </a:lvl5pPr>
          </a:lstStyle>
          <a:p>
            <a:pPr lvl="0"/>
            <a:r>
              <a:rPr lang="de-DE" noProof="0" dirty="0"/>
              <a:t>Textmasterformat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17" name="Textplatzhalter 12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511992" y="3164919"/>
            <a:ext cx="3708000" cy="1717200"/>
          </a:xfrm>
          <a:solidFill>
            <a:schemeClr val="bg2"/>
          </a:solidFill>
        </p:spPr>
        <p:txBody>
          <a:bodyPr lIns="90000" tIns="46800" rIns="90000" bIns="46800"/>
          <a:lstStyle>
            <a:lvl1pPr marL="0" indent="0">
              <a:lnSpc>
                <a:spcPct val="100000"/>
              </a:lnSpc>
              <a:buNone/>
              <a:defRPr sz="1400" b="1">
                <a:latin typeface="+mj-lt"/>
              </a:defRPr>
            </a:lvl1pPr>
            <a:lvl2pPr marL="0" indent="0">
              <a:lnSpc>
                <a:spcPct val="100000"/>
              </a:lnSpc>
              <a:buNone/>
              <a:defRPr sz="1200"/>
            </a:lvl2pPr>
            <a:lvl3pPr marL="0" indent="0">
              <a:lnSpc>
                <a:spcPct val="100000"/>
              </a:lnSpc>
              <a:buNone/>
              <a:defRPr sz="1200"/>
            </a:lvl3pPr>
            <a:lvl4pPr marL="0" indent="0">
              <a:lnSpc>
                <a:spcPct val="100000"/>
              </a:lnSpc>
              <a:buNone/>
              <a:defRPr sz="1200"/>
            </a:lvl4pPr>
            <a:lvl5pPr marL="0" indent="0">
              <a:lnSpc>
                <a:spcPct val="100000"/>
              </a:lnSpc>
              <a:buNone/>
              <a:defRPr sz="1200"/>
            </a:lvl5pPr>
          </a:lstStyle>
          <a:p>
            <a:pPr lvl="0"/>
            <a:r>
              <a:rPr lang="de-DE" noProof="0" dirty="0"/>
              <a:t>Textmasterformat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18" name="Textplatzhalter 12"/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8328660" y="3164919"/>
            <a:ext cx="3708000" cy="1717200"/>
          </a:xfrm>
          <a:solidFill>
            <a:schemeClr val="bg2"/>
          </a:solidFill>
        </p:spPr>
        <p:txBody>
          <a:bodyPr lIns="90000" tIns="46800" rIns="90000" bIns="46800"/>
          <a:lstStyle>
            <a:lvl1pPr marL="0" indent="0">
              <a:lnSpc>
                <a:spcPct val="100000"/>
              </a:lnSpc>
              <a:buNone/>
              <a:defRPr sz="1400" b="1">
                <a:latin typeface="+mj-lt"/>
              </a:defRPr>
            </a:lvl1pPr>
            <a:lvl2pPr marL="0" indent="0">
              <a:lnSpc>
                <a:spcPct val="100000"/>
              </a:lnSpc>
              <a:buNone/>
              <a:defRPr sz="1200"/>
            </a:lvl2pPr>
            <a:lvl3pPr marL="0" indent="0">
              <a:lnSpc>
                <a:spcPct val="100000"/>
              </a:lnSpc>
              <a:buNone/>
              <a:defRPr sz="1200"/>
            </a:lvl3pPr>
            <a:lvl4pPr marL="0" indent="0">
              <a:lnSpc>
                <a:spcPct val="100000"/>
              </a:lnSpc>
              <a:buNone/>
              <a:defRPr sz="1200"/>
            </a:lvl4pPr>
            <a:lvl5pPr marL="0" indent="0">
              <a:lnSpc>
                <a:spcPct val="100000"/>
              </a:lnSpc>
              <a:buNone/>
              <a:defRPr sz="1200"/>
            </a:lvl5pPr>
          </a:lstStyle>
          <a:p>
            <a:pPr lvl="0"/>
            <a:r>
              <a:rPr lang="de-DE" noProof="0" dirty="0"/>
              <a:t>Textmasterformat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95325" y="368299"/>
            <a:ext cx="11341099" cy="612429"/>
          </a:xfrm>
        </p:spPr>
        <p:txBody>
          <a:bodyPr/>
          <a:lstStyle/>
          <a:p>
            <a:r>
              <a:rPr lang="de-DE" noProof="0" dirty="0"/>
              <a:t>Unsere Themen</a:t>
            </a:r>
          </a:p>
        </p:txBody>
      </p:sp>
      <p:sp>
        <p:nvSpPr>
          <p:cNvPr id="11" name="Textplatzhalter 12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695325" y="4988400"/>
            <a:ext cx="3708000" cy="1717200"/>
          </a:xfrm>
          <a:solidFill>
            <a:schemeClr val="bg2"/>
          </a:solidFill>
        </p:spPr>
        <p:txBody>
          <a:bodyPr lIns="90000" tIns="46800" rIns="90000" bIns="46800"/>
          <a:lstStyle>
            <a:lvl1pPr marL="0" indent="0">
              <a:lnSpc>
                <a:spcPct val="100000"/>
              </a:lnSpc>
              <a:buNone/>
              <a:defRPr sz="1400" b="1">
                <a:latin typeface="+mj-lt"/>
              </a:defRPr>
            </a:lvl1pPr>
            <a:lvl2pPr marL="0" indent="0">
              <a:lnSpc>
                <a:spcPct val="100000"/>
              </a:lnSpc>
              <a:buNone/>
              <a:defRPr sz="1200">
                <a:latin typeface="+mn-lt"/>
              </a:defRPr>
            </a:lvl2pPr>
            <a:lvl3pPr marL="0" indent="0">
              <a:lnSpc>
                <a:spcPct val="100000"/>
              </a:lnSpc>
              <a:buNone/>
              <a:defRPr sz="1200"/>
            </a:lvl3pPr>
            <a:lvl4pPr marL="0" indent="0">
              <a:lnSpc>
                <a:spcPct val="100000"/>
              </a:lnSpc>
              <a:buNone/>
              <a:defRPr sz="1200"/>
            </a:lvl4pPr>
            <a:lvl5pPr marL="0" indent="0">
              <a:lnSpc>
                <a:spcPct val="100000"/>
              </a:lnSpc>
              <a:buNone/>
              <a:defRPr sz="1200"/>
            </a:lvl5pPr>
          </a:lstStyle>
          <a:p>
            <a:pPr lvl="0"/>
            <a:r>
              <a:rPr lang="de-DE" noProof="0" dirty="0"/>
              <a:t>Textmasterformat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12" name="Textplatzhalter 12"/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4511992" y="4988400"/>
            <a:ext cx="3708000" cy="1717200"/>
          </a:xfrm>
          <a:solidFill>
            <a:schemeClr val="bg2"/>
          </a:solidFill>
        </p:spPr>
        <p:txBody>
          <a:bodyPr lIns="90000" tIns="46800" rIns="90000" bIns="46800"/>
          <a:lstStyle>
            <a:lvl1pPr marL="0" indent="0">
              <a:lnSpc>
                <a:spcPct val="100000"/>
              </a:lnSpc>
              <a:buNone/>
              <a:defRPr sz="1400" b="1">
                <a:latin typeface="+mj-lt"/>
              </a:defRPr>
            </a:lvl1pPr>
            <a:lvl2pPr marL="0" indent="0">
              <a:lnSpc>
                <a:spcPct val="100000"/>
              </a:lnSpc>
              <a:buNone/>
              <a:defRPr sz="1200"/>
            </a:lvl2pPr>
            <a:lvl3pPr marL="0" indent="0">
              <a:lnSpc>
                <a:spcPct val="100000"/>
              </a:lnSpc>
              <a:buNone/>
              <a:defRPr sz="1200"/>
            </a:lvl3pPr>
            <a:lvl4pPr marL="0" indent="0">
              <a:lnSpc>
                <a:spcPct val="100000"/>
              </a:lnSpc>
              <a:buNone/>
              <a:defRPr sz="1200"/>
            </a:lvl4pPr>
            <a:lvl5pPr marL="0" indent="0">
              <a:lnSpc>
                <a:spcPct val="100000"/>
              </a:lnSpc>
              <a:buNone/>
              <a:defRPr sz="1200"/>
            </a:lvl5pPr>
          </a:lstStyle>
          <a:p>
            <a:pPr lvl="0"/>
            <a:r>
              <a:rPr lang="de-DE" noProof="0" dirty="0"/>
              <a:t>Textmasterformat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19" name="Textplatzhalter 12"/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8328660" y="4988400"/>
            <a:ext cx="3708000" cy="1717200"/>
          </a:xfrm>
          <a:solidFill>
            <a:schemeClr val="bg2"/>
          </a:solidFill>
        </p:spPr>
        <p:txBody>
          <a:bodyPr lIns="90000" tIns="46800" rIns="90000" bIns="46800"/>
          <a:lstStyle>
            <a:lvl1pPr marL="0" indent="0">
              <a:lnSpc>
                <a:spcPct val="100000"/>
              </a:lnSpc>
              <a:buNone/>
              <a:defRPr sz="1400" b="1">
                <a:latin typeface="+mj-lt"/>
              </a:defRPr>
            </a:lvl1pPr>
            <a:lvl2pPr marL="0" indent="0">
              <a:lnSpc>
                <a:spcPct val="100000"/>
              </a:lnSpc>
              <a:buNone/>
              <a:defRPr sz="1200"/>
            </a:lvl2pPr>
            <a:lvl3pPr marL="0" indent="0">
              <a:lnSpc>
                <a:spcPct val="100000"/>
              </a:lnSpc>
              <a:buNone/>
              <a:defRPr sz="1200"/>
            </a:lvl3pPr>
            <a:lvl4pPr marL="0" indent="0">
              <a:lnSpc>
                <a:spcPct val="100000"/>
              </a:lnSpc>
              <a:buNone/>
              <a:defRPr sz="1200"/>
            </a:lvl4pPr>
            <a:lvl5pPr marL="0" indent="0">
              <a:lnSpc>
                <a:spcPct val="100000"/>
              </a:lnSpc>
              <a:buNone/>
              <a:defRPr sz="1200"/>
            </a:lvl5pPr>
          </a:lstStyle>
          <a:p>
            <a:pPr lvl="0"/>
            <a:r>
              <a:rPr lang="de-DE" noProof="0" dirty="0"/>
              <a:t>Textmasterformat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954509036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 bwMode="gray">
          <a:xfrm>
            <a:off x="695325" y="368299"/>
            <a:ext cx="11341099" cy="612429"/>
          </a:xfrm>
        </p:spPr>
        <p:txBody>
          <a:bodyPr/>
          <a:lstStyle>
            <a:lvl1pPr>
              <a:defRPr/>
            </a:lvl1pPr>
          </a:lstStyle>
          <a:p>
            <a:r>
              <a:rPr lang="de-DE" noProof="0" dirty="0"/>
              <a:t>Action Title (Slide Message, 1 </a:t>
            </a:r>
            <a:r>
              <a:rPr lang="de-DE" noProof="0" dirty="0" err="1"/>
              <a:t>or</a:t>
            </a:r>
            <a:r>
              <a:rPr lang="de-DE" noProof="0" dirty="0"/>
              <a:t> 2 </a:t>
            </a:r>
            <a:r>
              <a:rPr lang="de-DE" noProof="0" dirty="0" err="1"/>
              <a:t>lines</a:t>
            </a:r>
            <a:r>
              <a:rPr lang="de-DE" noProof="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96651952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0834621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haltsplatzhalter 6"/>
          <p:cNvSpPr>
            <a:spLocks noGrp="1"/>
          </p:cNvSpPr>
          <p:nvPr>
            <p:ph sz="quarter" idx="13" hasCustomPrompt="1"/>
          </p:nvPr>
        </p:nvSpPr>
        <p:spPr bwMode="gray">
          <a:xfrm>
            <a:off x="695324" y="1341438"/>
            <a:ext cx="11340000" cy="5364162"/>
          </a:xfrm>
        </p:spPr>
        <p:txBody>
          <a:bodyPr/>
          <a:lstStyle/>
          <a:p>
            <a:pPr lvl="0"/>
            <a:r>
              <a:rPr lang="de-DE" noProof="0" dirty="0"/>
              <a:t>Textmasterformat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 bwMode="gray">
          <a:xfrm>
            <a:off x="695325" y="368299"/>
            <a:ext cx="11341099" cy="612429"/>
          </a:xfrm>
        </p:spPr>
        <p:txBody>
          <a:bodyPr/>
          <a:lstStyle>
            <a:lvl1pPr>
              <a:defRPr/>
            </a:lvl1pPr>
          </a:lstStyle>
          <a:p>
            <a:r>
              <a:rPr lang="de-DE" noProof="0" dirty="0"/>
              <a:t>Action Title (Slide Message, 1 </a:t>
            </a:r>
            <a:r>
              <a:rPr lang="de-DE" noProof="0" dirty="0" err="1"/>
              <a:t>or</a:t>
            </a:r>
            <a:r>
              <a:rPr lang="de-DE" noProof="0" dirty="0"/>
              <a:t> 2 </a:t>
            </a:r>
            <a:r>
              <a:rPr lang="de-DE" noProof="0" dirty="0" err="1"/>
              <a:t>lines</a:t>
            </a:r>
            <a:r>
              <a:rPr lang="de-DE" noProof="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36387555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95325" y="368299"/>
            <a:ext cx="11341099" cy="612429"/>
          </a:xfrm>
        </p:spPr>
        <p:txBody>
          <a:bodyPr/>
          <a:lstStyle>
            <a:lvl1pPr>
              <a:defRPr/>
            </a:lvl1pPr>
          </a:lstStyle>
          <a:p>
            <a:r>
              <a:rPr lang="de-DE" noProof="0" dirty="0"/>
              <a:t>Action Title (Slide Message, 1 </a:t>
            </a:r>
            <a:r>
              <a:rPr lang="de-DE" noProof="0" dirty="0" err="1"/>
              <a:t>or</a:t>
            </a:r>
            <a:r>
              <a:rPr lang="de-DE" noProof="0" dirty="0"/>
              <a:t> 2 </a:t>
            </a:r>
            <a:r>
              <a:rPr lang="de-DE" noProof="0" dirty="0" err="1"/>
              <a:t>lines</a:t>
            </a:r>
            <a:r>
              <a:rPr lang="de-DE" noProof="0" dirty="0"/>
              <a:t>)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13" hasCustomPrompt="1"/>
          </p:nvPr>
        </p:nvSpPr>
        <p:spPr bwMode="gray">
          <a:xfrm>
            <a:off x="695400" y="1341438"/>
            <a:ext cx="5616000" cy="5364162"/>
          </a:xfrm>
        </p:spPr>
        <p:txBody>
          <a:bodyPr/>
          <a:lstStyle/>
          <a:p>
            <a:pPr lvl="0"/>
            <a:r>
              <a:rPr lang="de-DE" noProof="0" dirty="0"/>
              <a:t>Textmasterformat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9" name="Inhaltsplatzhalter 8"/>
          <p:cNvSpPr>
            <a:spLocks noGrp="1"/>
          </p:cNvSpPr>
          <p:nvPr>
            <p:ph sz="quarter" idx="14" hasCustomPrompt="1"/>
          </p:nvPr>
        </p:nvSpPr>
        <p:spPr bwMode="gray">
          <a:xfrm>
            <a:off x="6420660" y="1341438"/>
            <a:ext cx="5616000" cy="5364162"/>
          </a:xfrm>
        </p:spPr>
        <p:txBody>
          <a:bodyPr/>
          <a:lstStyle/>
          <a:p>
            <a:pPr lvl="0"/>
            <a:r>
              <a:rPr lang="de-DE" noProof="0" dirty="0"/>
              <a:t>Textmasterformat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744399367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zweispaltig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95325" y="368299"/>
            <a:ext cx="11341099" cy="612429"/>
          </a:xfrm>
        </p:spPr>
        <p:txBody>
          <a:bodyPr/>
          <a:lstStyle>
            <a:lvl1pPr>
              <a:defRPr/>
            </a:lvl1pPr>
          </a:lstStyle>
          <a:p>
            <a:r>
              <a:rPr lang="de-DE" noProof="0" dirty="0"/>
              <a:t>Action Title (Slide Message, 1 </a:t>
            </a:r>
            <a:r>
              <a:rPr lang="de-DE" noProof="0" dirty="0" err="1"/>
              <a:t>or</a:t>
            </a:r>
            <a:r>
              <a:rPr lang="de-DE" noProof="0" dirty="0"/>
              <a:t> 2 </a:t>
            </a:r>
            <a:r>
              <a:rPr lang="de-DE" noProof="0" dirty="0" err="1"/>
              <a:t>lines</a:t>
            </a:r>
            <a:r>
              <a:rPr lang="de-DE" noProof="0" dirty="0"/>
              <a:t>)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13" hasCustomPrompt="1"/>
          </p:nvPr>
        </p:nvSpPr>
        <p:spPr bwMode="gray">
          <a:xfrm>
            <a:off x="695400" y="1916832"/>
            <a:ext cx="5616000" cy="4788768"/>
          </a:xfrm>
        </p:spPr>
        <p:txBody>
          <a:bodyPr/>
          <a:lstStyle/>
          <a:p>
            <a:pPr lvl="0"/>
            <a:r>
              <a:rPr lang="de-DE" noProof="0" dirty="0"/>
              <a:t>Textmasterformat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9" name="Inhaltsplatzhalter 8"/>
          <p:cNvSpPr>
            <a:spLocks noGrp="1"/>
          </p:cNvSpPr>
          <p:nvPr>
            <p:ph sz="quarter" idx="14" hasCustomPrompt="1"/>
          </p:nvPr>
        </p:nvSpPr>
        <p:spPr bwMode="gray">
          <a:xfrm>
            <a:off x="6417487" y="1916832"/>
            <a:ext cx="5616000" cy="4788768"/>
          </a:xfrm>
        </p:spPr>
        <p:txBody>
          <a:bodyPr/>
          <a:lstStyle/>
          <a:p>
            <a:pPr lvl="0"/>
            <a:r>
              <a:rPr lang="de-DE" noProof="0" dirty="0"/>
              <a:t>Textmasterformat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695400" y="1341438"/>
            <a:ext cx="5616000" cy="396000"/>
          </a:xfrm>
          <a:noFill/>
        </p:spPr>
        <p:txBody>
          <a:bodyPr lIns="0" tIns="108000" bIns="108000" anchor="ctr"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8" name="Textplatzhalter 3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6417486" y="1341438"/>
            <a:ext cx="5616000" cy="396000"/>
          </a:xfrm>
          <a:noFill/>
        </p:spPr>
        <p:txBody>
          <a:bodyPr lIns="0" tIns="108000" bIns="108000" anchor="ctr"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cxnSp>
        <p:nvCxnSpPr>
          <p:cNvPr id="10" name="Gerade Verbindung 9"/>
          <p:cNvCxnSpPr/>
          <p:nvPr/>
        </p:nvCxnSpPr>
        <p:spPr bwMode="gray">
          <a:xfrm>
            <a:off x="695400" y="1736812"/>
            <a:ext cx="561600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</a:ln>
          <a:effectLst/>
        </p:spPr>
      </p:cxnSp>
      <p:cxnSp>
        <p:nvCxnSpPr>
          <p:cNvPr id="11" name="Gerade Verbindung 10"/>
          <p:cNvCxnSpPr/>
          <p:nvPr/>
        </p:nvCxnSpPr>
        <p:spPr bwMode="gray">
          <a:xfrm>
            <a:off x="6420660" y="1736812"/>
            <a:ext cx="561600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3618154300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links Inhalt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95325" y="368299"/>
            <a:ext cx="11341099" cy="612429"/>
          </a:xfrm>
        </p:spPr>
        <p:txBody>
          <a:bodyPr/>
          <a:lstStyle>
            <a:lvl1pPr>
              <a:defRPr/>
            </a:lvl1pPr>
          </a:lstStyle>
          <a:p>
            <a:r>
              <a:rPr lang="de-DE" noProof="0" dirty="0"/>
              <a:t>Action Title (Slide Message, 1 </a:t>
            </a:r>
            <a:r>
              <a:rPr lang="de-DE" noProof="0" dirty="0" err="1"/>
              <a:t>or</a:t>
            </a:r>
            <a:r>
              <a:rPr lang="de-DE" noProof="0" dirty="0"/>
              <a:t> 2 </a:t>
            </a:r>
            <a:r>
              <a:rPr lang="de-DE" noProof="0" dirty="0" err="1"/>
              <a:t>lines</a:t>
            </a:r>
            <a:r>
              <a:rPr lang="de-DE" noProof="0" dirty="0"/>
              <a:t>)</a:t>
            </a:r>
          </a:p>
        </p:txBody>
      </p:sp>
      <p:sp>
        <p:nvSpPr>
          <p:cNvPr id="9" name="Inhaltsplatzhalter 8"/>
          <p:cNvSpPr>
            <a:spLocks noGrp="1"/>
          </p:cNvSpPr>
          <p:nvPr>
            <p:ph sz="quarter" idx="14" hasCustomPrompt="1"/>
          </p:nvPr>
        </p:nvSpPr>
        <p:spPr bwMode="gray">
          <a:xfrm>
            <a:off x="6420660" y="1341438"/>
            <a:ext cx="5616000" cy="5364162"/>
          </a:xfrm>
        </p:spPr>
        <p:txBody>
          <a:bodyPr/>
          <a:lstStyle/>
          <a:p>
            <a:pPr lvl="0"/>
            <a:r>
              <a:rPr lang="de-DE" noProof="0" dirty="0"/>
              <a:t>Textmasterformat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4" name="Bildplatzhalter 3"/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95400" y="1341438"/>
            <a:ext cx="5616000" cy="5364163"/>
          </a:xfrm>
          <a:pattFill prst="wdUpDiag">
            <a:fgClr>
              <a:schemeClr val="accent2"/>
            </a:fgClr>
            <a:bgClr>
              <a:schemeClr val="bg1"/>
            </a:bgClr>
          </a:pattFill>
        </p:spPr>
        <p:txBody>
          <a:bodyPr vert="horz" lIns="0" tIns="0" rIns="0" bIns="900000" rtlCol="0" anchor="ctr" anchorCtr="0">
            <a:noAutofit/>
          </a:bodyPr>
          <a:lstStyle>
            <a:lvl1pPr algn="ctr">
              <a:defRPr lang="de-DE" sz="1600"/>
            </a:lvl1pPr>
          </a:lstStyle>
          <a:p>
            <a:pPr lvl="0" algn="ctr"/>
            <a:r>
              <a:rPr lang="de-DE" noProof="0" dirty="0"/>
              <a:t>Bild auf Platzhalter ziehen oder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2351714911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links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95325" y="368299"/>
            <a:ext cx="11341099" cy="612429"/>
          </a:xfrm>
        </p:spPr>
        <p:txBody>
          <a:bodyPr/>
          <a:lstStyle>
            <a:lvl1pPr>
              <a:defRPr/>
            </a:lvl1pPr>
          </a:lstStyle>
          <a:p>
            <a:r>
              <a:rPr lang="de-DE" noProof="0" dirty="0"/>
              <a:t>Action Title (Slide Message, 1 </a:t>
            </a:r>
            <a:r>
              <a:rPr lang="de-DE" noProof="0" dirty="0" err="1"/>
              <a:t>or</a:t>
            </a:r>
            <a:r>
              <a:rPr lang="de-DE" noProof="0" dirty="0"/>
              <a:t> 2 </a:t>
            </a:r>
            <a:r>
              <a:rPr lang="de-DE" noProof="0" dirty="0" err="1"/>
              <a:t>lines</a:t>
            </a:r>
            <a:r>
              <a:rPr lang="de-DE" noProof="0" dirty="0"/>
              <a:t>)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13" hasCustomPrompt="1"/>
          </p:nvPr>
        </p:nvSpPr>
        <p:spPr bwMode="gray">
          <a:xfrm>
            <a:off x="695400" y="1341439"/>
            <a:ext cx="5616000" cy="5364161"/>
          </a:xfrm>
        </p:spPr>
        <p:txBody>
          <a:bodyPr/>
          <a:lstStyle/>
          <a:p>
            <a:pPr lvl="0"/>
            <a:r>
              <a:rPr lang="de-DE" noProof="0" dirty="0"/>
              <a:t>Textmasterformat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4" name="Bildplatzhalt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420036" y="1341438"/>
            <a:ext cx="5616000" cy="5364162"/>
          </a:xfrm>
          <a:pattFill prst="wdUpDiag">
            <a:fgClr>
              <a:schemeClr val="accent2"/>
            </a:fgClr>
            <a:bgClr>
              <a:schemeClr val="bg1"/>
            </a:bgClr>
          </a:pattFill>
        </p:spPr>
        <p:txBody>
          <a:bodyPr vert="horz" lIns="0" tIns="0" rIns="0" bIns="900000" rtlCol="0" anchor="ctr" anchorCtr="0">
            <a:noAutofit/>
          </a:bodyPr>
          <a:lstStyle>
            <a:lvl1pPr algn="ctr">
              <a:defRPr lang="de-DE"/>
            </a:lvl1pPr>
          </a:lstStyle>
          <a:p>
            <a:pPr lvl="0" algn="ctr"/>
            <a:r>
              <a:rPr lang="de-DE" noProof="0" dirty="0"/>
              <a:t>Bild auf Platzhalter ziehen oder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3065737354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ganzsei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0" y="0"/>
            <a:ext cx="12192000" cy="6858000"/>
          </a:xfrm>
          <a:pattFill prst="wdUpDiag">
            <a:fgClr>
              <a:schemeClr val="accent2"/>
            </a:fgClr>
            <a:bgClr>
              <a:schemeClr val="bg1"/>
            </a:bgClr>
          </a:pattFill>
        </p:spPr>
        <p:txBody>
          <a:bodyPr vert="horz" lIns="0" tIns="0" rIns="0" bIns="900000" rtlCol="0" anchor="ctr" anchorCtr="0">
            <a:noAutofit/>
          </a:bodyPr>
          <a:lstStyle>
            <a:lvl1pPr algn="ctr">
              <a:defRPr lang="de-DE"/>
            </a:lvl1pPr>
          </a:lstStyle>
          <a:p>
            <a:pPr lvl="0" algn="ctr"/>
            <a:r>
              <a:rPr lang="de-DE" noProof="0" dirty="0"/>
              <a:t>Bild auf Platzhalter ziehen oder durch Klicken auf Symbol hinzufügen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95325" y="368299"/>
            <a:ext cx="11341099" cy="612429"/>
          </a:xfrm>
        </p:spPr>
        <p:txBody>
          <a:bodyPr/>
          <a:lstStyle>
            <a:lvl1pPr>
              <a:defRPr/>
            </a:lvl1pPr>
          </a:lstStyle>
          <a:p>
            <a:r>
              <a:rPr lang="de-DE" noProof="0" dirty="0"/>
              <a:t>Action Title (Slide Message, 1 </a:t>
            </a:r>
            <a:r>
              <a:rPr lang="de-DE" noProof="0" dirty="0" err="1"/>
              <a:t>or</a:t>
            </a:r>
            <a:r>
              <a:rPr lang="de-DE" noProof="0" dirty="0"/>
              <a:t> 2 </a:t>
            </a:r>
            <a:r>
              <a:rPr lang="de-DE" noProof="0" dirty="0" err="1"/>
              <a:t>lines</a:t>
            </a:r>
            <a:r>
              <a:rPr lang="de-DE" noProof="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64376898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im Arbeitsber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95325" y="368299"/>
            <a:ext cx="11341099" cy="612429"/>
          </a:xfrm>
        </p:spPr>
        <p:txBody>
          <a:bodyPr/>
          <a:lstStyle>
            <a:lvl1pPr>
              <a:defRPr/>
            </a:lvl1pPr>
          </a:lstStyle>
          <a:p>
            <a:r>
              <a:rPr lang="de-DE" noProof="0" dirty="0"/>
              <a:t>Action Title (Slide Message, 1 </a:t>
            </a:r>
            <a:r>
              <a:rPr lang="de-DE" noProof="0" dirty="0" err="1"/>
              <a:t>or</a:t>
            </a:r>
            <a:r>
              <a:rPr lang="de-DE" noProof="0" dirty="0"/>
              <a:t> 2 </a:t>
            </a:r>
            <a:r>
              <a:rPr lang="de-DE" noProof="0" dirty="0" err="1"/>
              <a:t>lines</a:t>
            </a:r>
            <a:r>
              <a:rPr lang="de-DE" noProof="0" dirty="0"/>
              <a:t>)</a:t>
            </a:r>
          </a:p>
        </p:txBody>
      </p:sp>
      <p:sp>
        <p:nvSpPr>
          <p:cNvPr id="7" name="Inhaltsplatzhalter 4"/>
          <p:cNvSpPr>
            <a:spLocks noGrp="1"/>
          </p:cNvSpPr>
          <p:nvPr>
            <p:ph sz="quarter" idx="13"/>
          </p:nvPr>
        </p:nvSpPr>
        <p:spPr>
          <a:xfrm>
            <a:off x="695326" y="1341438"/>
            <a:ext cx="11340000" cy="5364596"/>
          </a:xfrm>
          <a:pattFill prst="wdUpDiag">
            <a:fgClr>
              <a:schemeClr val="accent2"/>
            </a:fgClr>
            <a:bgClr>
              <a:schemeClr val="bg1"/>
            </a:bgClr>
          </a:pattFill>
        </p:spPr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97379156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: Multi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95325" y="368299"/>
            <a:ext cx="11341099" cy="612429"/>
          </a:xfrm>
        </p:spPr>
        <p:txBody>
          <a:bodyPr/>
          <a:lstStyle>
            <a:lvl1pPr>
              <a:defRPr/>
            </a:lvl1pPr>
          </a:lstStyle>
          <a:p>
            <a:r>
              <a:rPr lang="de-DE" noProof="0" dirty="0"/>
              <a:t>Action Title (Slide Message, 1 </a:t>
            </a:r>
            <a:r>
              <a:rPr lang="de-DE" noProof="0" dirty="0" err="1"/>
              <a:t>or</a:t>
            </a:r>
            <a:r>
              <a:rPr lang="de-DE" noProof="0" dirty="0"/>
              <a:t> 2 </a:t>
            </a:r>
            <a:r>
              <a:rPr lang="de-DE" noProof="0" dirty="0" err="1"/>
              <a:t>lines</a:t>
            </a:r>
            <a:r>
              <a:rPr lang="de-DE" noProof="0" dirty="0"/>
              <a:t>)</a:t>
            </a:r>
          </a:p>
        </p:txBody>
      </p:sp>
      <p:sp>
        <p:nvSpPr>
          <p:cNvPr id="4" name="Bildplatzhalter 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695400" y="1341438"/>
            <a:ext cx="5616000" cy="2628528"/>
          </a:xfrm>
          <a:pattFill prst="wdUpDiag">
            <a:fgClr>
              <a:schemeClr val="accent2"/>
            </a:fgClr>
            <a:bgClr>
              <a:schemeClr val="bg1"/>
            </a:bgClr>
          </a:pattFill>
        </p:spPr>
        <p:txBody>
          <a:bodyPr vert="horz" lIns="0" tIns="0" rIns="0" bIns="900000" rtlCol="0" anchor="ctr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defRPr lang="de-DE" dirty="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r>
              <a:rPr lang="de-DE" noProof="0" dirty="0"/>
              <a:t>Bild auf Platzhalter ziehen oder durch Klicken auf Symbol hinzufügen</a:t>
            </a:r>
          </a:p>
        </p:txBody>
      </p:sp>
      <p:sp>
        <p:nvSpPr>
          <p:cNvPr id="6" name="Bildplatzhalter 5"/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95400" y="4077072"/>
            <a:ext cx="5616000" cy="2628528"/>
          </a:xfrm>
          <a:pattFill prst="wdUpDiag">
            <a:fgClr>
              <a:schemeClr val="accent2"/>
            </a:fgClr>
            <a:bgClr>
              <a:schemeClr val="bg1"/>
            </a:bgClr>
          </a:pattFill>
        </p:spPr>
        <p:txBody>
          <a:bodyPr vert="horz" lIns="0" tIns="0" rIns="0" bIns="900000" rtlCol="0" anchor="ctr" anchorCtr="0">
            <a:noAutofit/>
          </a:bodyPr>
          <a:lstStyle>
            <a:lvl1pPr algn="ctr">
              <a:defRPr lang="de-DE"/>
            </a:lvl1pPr>
          </a:lstStyle>
          <a:p>
            <a:pPr lvl="0" algn="ctr"/>
            <a:r>
              <a:rPr lang="de-DE" noProof="0" dirty="0"/>
              <a:t>Bild auf Platzhalter ziehen oder durch Klicken auf Symbol hinzufügen</a:t>
            </a:r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6420036" y="1341438"/>
            <a:ext cx="5616000" cy="2628528"/>
          </a:xfrm>
          <a:pattFill prst="wdUpDiag">
            <a:fgClr>
              <a:schemeClr val="accent2"/>
            </a:fgClr>
            <a:bgClr>
              <a:schemeClr val="bg1"/>
            </a:bgClr>
          </a:pattFill>
        </p:spPr>
        <p:txBody>
          <a:bodyPr vert="horz" lIns="0" tIns="0" rIns="0" bIns="900000" rtlCol="0" anchor="ctr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defRPr lang="de-DE"/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r>
              <a:rPr lang="de-DE" noProof="0" dirty="0"/>
              <a:t>Bild auf Platzhalter ziehen oder durch Klicken auf Symbol hinzufügen</a:t>
            </a:r>
          </a:p>
        </p:txBody>
      </p:sp>
      <p:sp>
        <p:nvSpPr>
          <p:cNvPr id="10" name="Bildplatzhalter 9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420037" y="4077072"/>
            <a:ext cx="5616000" cy="2628528"/>
          </a:xfrm>
          <a:pattFill prst="wdUpDiag">
            <a:fgClr>
              <a:schemeClr val="accent2"/>
            </a:fgClr>
            <a:bgClr>
              <a:schemeClr val="bg1"/>
            </a:bgClr>
          </a:pattFill>
        </p:spPr>
        <p:txBody>
          <a:bodyPr vert="horz" lIns="0" tIns="0" rIns="0" bIns="900000" rtlCol="0" anchor="ctr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defRPr lang="de-DE"/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r>
              <a:rPr lang="de-DE" noProof="0" dirty="0"/>
              <a:t>Bild auf Platzhalter ziehen oder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825122841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enn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695324" y="3537012"/>
            <a:ext cx="11340000" cy="251767"/>
          </a:xfrm>
        </p:spPr>
        <p:txBody>
          <a:bodyPr anchor="t"/>
          <a:lstStyle>
            <a:lvl1pPr marL="0" indent="0" algn="l">
              <a:buNone/>
              <a:defRPr sz="1800" b="1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noProof="0" dirty="0"/>
              <a:t>Untertitel durch Klicken hinzufügen</a:t>
            </a:r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 bwMode="gray">
          <a:xfrm>
            <a:off x="695324" y="2581796"/>
            <a:ext cx="11340000" cy="756084"/>
          </a:xfrm>
        </p:spPr>
        <p:txBody>
          <a:bodyPr anchor="b" anchorCtr="0"/>
          <a:lstStyle>
            <a:lvl1pPr>
              <a:lnSpc>
                <a:spcPct val="100000"/>
              </a:lnSpc>
              <a:defRPr sz="5300">
                <a:solidFill>
                  <a:schemeClr val="tx1"/>
                </a:solidFill>
              </a:defRPr>
            </a:lvl1pPr>
          </a:lstStyle>
          <a:p>
            <a:r>
              <a:rPr lang="de-DE" noProof="0" dirty="0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648153197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lussfolie: r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noAutofit/>
          </a:bodyPr>
          <a:lstStyle/>
          <a:p>
            <a:pPr algn="l">
              <a:lnSpc>
                <a:spcPct val="110000"/>
              </a:lnSpc>
              <a:spcBef>
                <a:spcPts val="800"/>
              </a:spcBef>
              <a:spcAft>
                <a:spcPts val="600"/>
              </a:spcAft>
            </a:pPr>
            <a:endParaRPr lang="de-DE" sz="1400" b="1" noProof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695324" y="3448113"/>
            <a:ext cx="11340000" cy="756084"/>
          </a:xfrm>
          <a:noFill/>
        </p:spPr>
        <p:txBody>
          <a:bodyPr lIns="0" tIns="0" rIns="0" bIns="0" anchor="t"/>
          <a:lstStyle>
            <a:lvl1pPr>
              <a:lnSpc>
                <a:spcPct val="100000"/>
              </a:lnSpc>
              <a:spcBef>
                <a:spcPts val="0"/>
              </a:spcBef>
              <a:defRPr sz="53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noProof="0" dirty="0"/>
              <a:t>Titelmasterformat durch Klicken bearbeiten</a:t>
            </a:r>
          </a:p>
        </p:txBody>
      </p:sp>
      <p:pic>
        <p:nvPicPr>
          <p:cNvPr id="6" name="Bild 11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gray">
          <a:xfrm>
            <a:off x="584200" y="2565400"/>
            <a:ext cx="2062163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7468941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lussfolie: wei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695324" y="3448113"/>
            <a:ext cx="11340000" cy="756084"/>
          </a:xfrm>
          <a:noFill/>
        </p:spPr>
        <p:txBody>
          <a:bodyPr lIns="0" tIns="0" rIns="0" bIns="0" anchor="t"/>
          <a:lstStyle>
            <a:lvl1pPr>
              <a:lnSpc>
                <a:spcPct val="100000"/>
              </a:lnSpc>
              <a:spcBef>
                <a:spcPts val="0"/>
              </a:spcBef>
              <a:defRPr sz="53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de-DE" noProof="0" dirty="0"/>
              <a:t>Titelmasterformat durch Klicken bearbeiten</a:t>
            </a:r>
          </a:p>
        </p:txBody>
      </p:sp>
      <p:pic>
        <p:nvPicPr>
          <p:cNvPr id="5" name="Bild 13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gray">
          <a:xfrm>
            <a:off x="584200" y="2565400"/>
            <a:ext cx="2062163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30780732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5C6D12-6EE5-3047-B1F1-2D1C03EC98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2656D4C-BDDC-8848-8AF6-B6AFA4F816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4C6D46-787E-804A-8BA6-CCE58A820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F64FF-611C-5946-8E84-FB8EBC8042BA}" type="datetimeFigureOut">
              <a:rPr kumimoji="1" lang="zh-CN" altLang="en-US" smtClean="0"/>
              <a:t>2021/2/22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B8688E-3196-6A41-B25F-138B7DFAC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460BD7-997C-DE47-B18F-561527467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E39D5-8CE5-304C-9355-48B8C7D9304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96730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gray">
          <a:xfrm>
            <a:off x="695325" y="368299"/>
            <a:ext cx="11341099" cy="61242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endParaRPr lang="de-DE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gray">
          <a:xfrm>
            <a:off x="695325" y="1341438"/>
            <a:ext cx="11341100" cy="536416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 dirty="0"/>
              <a:t>Textmasterformat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948628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transition>
    <p:fade/>
  </p:transition>
  <p:hf sldNum="0" hdr="0" ftr="0" dt="0"/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1800" b="1" kern="12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buSzPct val="100000"/>
        <a:buFont typeface="Arial" panose="020B0604020202020204" pitchFamily="34" charset="0"/>
        <a:buNone/>
        <a:defRPr sz="1600" b="1" kern="1200">
          <a:solidFill>
            <a:schemeClr val="bg1"/>
          </a:solidFill>
          <a:latin typeface="+mn-lt"/>
          <a:ea typeface="+mn-ea"/>
          <a:cs typeface="+mn-cs"/>
        </a:defRPr>
      </a:lvl1pPr>
      <a:lvl2pPr marL="215900" indent="-215900" algn="l" defTabSz="914400" rtl="0" eaLnBrk="1" latinLnBrk="0" hangingPunct="1">
        <a:lnSpc>
          <a:spcPct val="110000"/>
        </a:lnSpc>
        <a:spcBef>
          <a:spcPts val="600"/>
        </a:spcBef>
        <a:buClr>
          <a:srgbClr val="CC0033"/>
        </a:buClr>
        <a:buSzPct val="150000"/>
        <a:buFont typeface="Audi Type" pitchFamily="34" charset="0"/>
        <a:buChar char="›"/>
        <a:defRPr sz="1600" kern="1200">
          <a:solidFill>
            <a:schemeClr val="bg1"/>
          </a:solidFill>
          <a:latin typeface="+mn-lt"/>
          <a:ea typeface="+mn-ea"/>
          <a:cs typeface="+mn-cs"/>
        </a:defRPr>
      </a:lvl2pPr>
      <a:lvl3pPr marL="431800" indent="-215900" algn="l" defTabSz="914400" rtl="0" eaLnBrk="1" latinLnBrk="0" hangingPunct="1">
        <a:lnSpc>
          <a:spcPct val="110000"/>
        </a:lnSpc>
        <a:spcBef>
          <a:spcPts val="600"/>
        </a:spcBef>
        <a:buClr>
          <a:schemeClr val="tx2"/>
        </a:buClr>
        <a:buSzPct val="150000"/>
        <a:buFont typeface="Audi Type" pitchFamily="34" charset="0"/>
        <a:buChar char="›"/>
        <a:defRPr sz="1600" kern="1200">
          <a:solidFill>
            <a:schemeClr val="bg1"/>
          </a:solidFill>
          <a:latin typeface="+mn-lt"/>
          <a:ea typeface="+mn-ea"/>
          <a:cs typeface="+mn-cs"/>
        </a:defRPr>
      </a:lvl3pPr>
      <a:lvl4pPr marL="647700" indent="-215900" algn="l" defTabSz="914400" rtl="0" eaLnBrk="1" latinLnBrk="0" hangingPunct="1">
        <a:lnSpc>
          <a:spcPct val="110000"/>
        </a:lnSpc>
        <a:spcBef>
          <a:spcPts val="600"/>
        </a:spcBef>
        <a:buClr>
          <a:schemeClr val="accent3"/>
        </a:buClr>
        <a:buSzPct val="150000"/>
        <a:buFont typeface="Audi Type" pitchFamily="34" charset="0"/>
        <a:buChar char="›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864235" indent="-215900" algn="l" defTabSz="914400" rtl="0" eaLnBrk="1" latinLnBrk="0" hangingPunct="1">
        <a:lnSpc>
          <a:spcPct val="110000"/>
        </a:lnSpc>
        <a:spcBef>
          <a:spcPts val="600"/>
        </a:spcBef>
        <a:buClr>
          <a:schemeClr val="tx2"/>
        </a:buClr>
        <a:buSzPct val="100000"/>
        <a:buFont typeface="Symbol" panose="05050102010706020507" pitchFamily="18" charset="2"/>
        <a:buChar char="-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jpg"/><Relationship Id="rId7" Type="http://schemas.openxmlformats.org/officeDocument/2006/relationships/image" Target="../media/image13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jpg"/><Relationship Id="rId9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>
            <a:extLst>
              <a:ext uri="{FF2B5EF4-FFF2-40B4-BE49-F238E27FC236}">
                <a16:creationId xmlns:a16="http://schemas.microsoft.com/office/drawing/2014/main" id="{F655B6F0-BCF5-6143-A64F-F0CB15F5D0DE}"/>
              </a:ext>
            </a:extLst>
          </p:cNvPr>
          <p:cNvGrpSpPr/>
          <p:nvPr/>
        </p:nvGrpSpPr>
        <p:grpSpPr>
          <a:xfrm>
            <a:off x="0" y="3615974"/>
            <a:ext cx="12192000" cy="1736864"/>
            <a:chOff x="0" y="1448716"/>
            <a:chExt cx="11739716" cy="1672432"/>
          </a:xfrm>
        </p:grpSpPr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F8A1F6B9-6ACE-E949-A8F5-D89794B30F0B}"/>
                </a:ext>
              </a:extLst>
            </p:cNvPr>
            <p:cNvGrpSpPr/>
            <p:nvPr/>
          </p:nvGrpSpPr>
          <p:grpSpPr>
            <a:xfrm>
              <a:off x="0" y="1448716"/>
              <a:ext cx="9142000" cy="1672432"/>
              <a:chOff x="0" y="1448716"/>
              <a:chExt cx="8737187" cy="1598376"/>
            </a:xfrm>
          </p:grpSpPr>
          <p:pic>
            <p:nvPicPr>
              <p:cNvPr id="2" name="图片 1">
                <a:extLst>
                  <a:ext uri="{FF2B5EF4-FFF2-40B4-BE49-F238E27FC236}">
                    <a16:creationId xmlns:a16="http://schemas.microsoft.com/office/drawing/2014/main" id="{64D68252-4F67-D742-BE59-1B886B7220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1463039"/>
                <a:ext cx="2841015" cy="1584053"/>
              </a:xfrm>
              <a:prstGeom prst="rect">
                <a:avLst/>
              </a:prstGeom>
            </p:spPr>
          </p:pic>
          <p:pic>
            <p:nvPicPr>
              <p:cNvPr id="3" name="图片 2">
                <a:extLst>
                  <a:ext uri="{FF2B5EF4-FFF2-40B4-BE49-F238E27FC236}">
                    <a16:creationId xmlns:a16="http://schemas.microsoft.com/office/drawing/2014/main" id="{83D31174-8D6B-694E-AFAA-7C812386F4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38272" y="1459379"/>
                <a:ext cx="2850825" cy="1584053"/>
              </a:xfrm>
              <a:prstGeom prst="rect">
                <a:avLst/>
              </a:prstGeom>
            </p:spPr>
          </p:pic>
          <p:pic>
            <p:nvPicPr>
              <p:cNvPr id="4" name="图片 3">
                <a:extLst>
                  <a:ext uri="{FF2B5EF4-FFF2-40B4-BE49-F238E27FC236}">
                    <a16:creationId xmlns:a16="http://schemas.microsoft.com/office/drawing/2014/main" id="{AFD2E7E2-85D9-AF43-89C6-A7612E513C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86362" y="1448716"/>
                <a:ext cx="2850825" cy="1585360"/>
              </a:xfrm>
              <a:prstGeom prst="rect">
                <a:avLst/>
              </a:prstGeom>
            </p:spPr>
          </p:pic>
        </p:grp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D00D2B24-7C75-7C41-993A-B74682D1B24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43764" y="1448717"/>
              <a:ext cx="2495952" cy="1664958"/>
            </a:xfrm>
            <a:prstGeom prst="rect">
              <a:avLst/>
            </a:prstGeom>
          </p:spPr>
        </p:pic>
      </p:grpSp>
      <p:sp>
        <p:nvSpPr>
          <p:cNvPr id="28" name="标题 7">
            <a:extLst>
              <a:ext uri="{FF2B5EF4-FFF2-40B4-BE49-F238E27FC236}">
                <a16:creationId xmlns:a16="http://schemas.microsoft.com/office/drawing/2014/main" id="{FCC08A54-0692-084A-BEBD-C7490D986E42}"/>
              </a:ext>
            </a:extLst>
          </p:cNvPr>
          <p:cNvSpPr txBox="1">
            <a:spLocks/>
          </p:cNvSpPr>
          <p:nvPr/>
        </p:nvSpPr>
        <p:spPr>
          <a:xfrm>
            <a:off x="695325" y="368299"/>
            <a:ext cx="11341099" cy="11938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1800" b="1" kern="12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udi Type Extended" panose="020B0505040200000003" pitchFamily="34" charset="0"/>
                <a:ea typeface="Microsoft YaHei" panose="020B0503020204020204" pitchFamily="34" charset="-122"/>
                <a:cs typeface="+mj-cs"/>
              </a:rPr>
              <a:t>PART</a:t>
            </a:r>
            <a:r>
              <a:rPr kumimoji="1" lang="zh-CN" altLang="en-US" sz="2400" b="1" i="0" u="none" strike="noStrike" kern="120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udi Type Extended" panose="020B0505040200000003" pitchFamily="34" charset="0"/>
                <a:ea typeface="Microsoft YaHei" panose="020B0503020204020204" pitchFamily="34" charset="-122"/>
                <a:cs typeface="+mj-cs"/>
              </a:rPr>
              <a:t> </a:t>
            </a:r>
            <a:r>
              <a:rPr kumimoji="1" lang="en-US" altLang="zh-CN" sz="2400" b="1" i="0" u="none" strike="noStrike" kern="120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udi Type Extended" panose="020B0505040200000003" pitchFamily="34" charset="0"/>
                <a:ea typeface="Microsoft YaHei" panose="020B0503020204020204" pitchFamily="34" charset="-122"/>
                <a:cs typeface="+mj-cs"/>
              </a:rPr>
              <a:t>2</a:t>
            </a:r>
            <a:r>
              <a:rPr kumimoji="1" lang="zh-CN" altLang="en-US" sz="2400" b="1" i="0" u="none" strike="noStrike" kern="120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udi Type Extended" panose="020B0505040200000003" pitchFamily="34" charset="0"/>
                <a:ea typeface="Microsoft YaHei" panose="020B0503020204020204" pitchFamily="34" charset="-122"/>
                <a:cs typeface="+mj-cs"/>
              </a:rPr>
              <a:t> 奥迪好物 </a:t>
            </a:r>
            <a:endParaRPr kumimoji="1" lang="en-US" altLang="zh-CN" sz="2400" b="1" i="0" u="none" strike="noStrike" kern="1200" cap="none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udi Type Extended" panose="020B0505040200000003" pitchFamily="34" charset="0"/>
              <a:ea typeface="Microsoft YaHei" panose="020B0503020204020204" pitchFamily="34" charset="-122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udi Type Extended" panose="020B0505040200000003" pitchFamily="34" charset="0"/>
                <a:ea typeface="微软雅黑" panose="020B0503020204020204" pitchFamily="34" charset="-122"/>
                <a:cs typeface="+mj-cs"/>
              </a:rPr>
              <a:t>VCR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udi Type Extended" panose="020B0505040200000003" pitchFamily="34" charset="0"/>
                <a:ea typeface="微软雅黑" panose="020B0503020204020204" pitchFamily="34" charset="-122"/>
                <a:cs typeface="+mj-cs"/>
              </a:rPr>
              <a:t>：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udi Type Extended" panose="020B0505040200000003" pitchFamily="34" charset="0"/>
                <a:ea typeface="微软雅黑" panose="020B0503020204020204" pitchFamily="34" charset="-122"/>
                <a:cs typeface="+mj-cs"/>
              </a:rPr>
              <a:t>《</a:t>
            </a:r>
            <a:r>
              <a:rPr kumimoji="1" lang="en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udi Type Extended" panose="020B0505040200000003" pitchFamily="34" charset="0"/>
                <a:ea typeface="微软雅黑" panose="020B0503020204020204" pitchFamily="34" charset="-122"/>
                <a:cs typeface="+mj-cs"/>
              </a:rPr>
              <a:t>Audi e-guitar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udi Type Extended" panose="020B0505040200000003" pitchFamily="34" charset="0"/>
                <a:ea typeface="微软雅黑" panose="020B0503020204020204" pitchFamily="34" charset="-122"/>
                <a:cs typeface="+mj-cs"/>
              </a:rPr>
              <a:t>》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udi Type Extended" panose="020B0505040200000003" pitchFamily="34" charset="0"/>
                <a:ea typeface="微软雅黑" panose="020B0503020204020204" pitchFamily="34" charset="-122"/>
                <a:cs typeface="+mj-cs"/>
              </a:rPr>
              <a:t>（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udi Type Extended" panose="020B0505040200000003" pitchFamily="34" charset="0"/>
                <a:ea typeface="微软雅黑" panose="020B0503020204020204" pitchFamily="34" charset="-122"/>
                <a:cs typeface="+mj-cs"/>
              </a:rPr>
              <a:t>1min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udi Type Extended" panose="020B0505040200000003" pitchFamily="34" charset="0"/>
                <a:ea typeface="微软雅黑" panose="020B0503020204020204" pitchFamily="34" charset="-122"/>
                <a:cs typeface="+mj-cs"/>
              </a:rPr>
              <a:t>）</a:t>
            </a: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udi Type Extended" panose="020B0505040200000003" pitchFamily="34" charset="0"/>
              <a:ea typeface="Microsoft YaHei" panose="020B0503020204020204" pitchFamily="34" charset="-122"/>
              <a:cs typeface="+mj-cs"/>
            </a:endParaRPr>
          </a:p>
        </p:txBody>
      </p:sp>
      <p:sp>
        <p:nvSpPr>
          <p:cNvPr id="29" name="内容占位符 1">
            <a:extLst>
              <a:ext uri="{FF2B5EF4-FFF2-40B4-BE49-F238E27FC236}">
                <a16:creationId xmlns:a16="http://schemas.microsoft.com/office/drawing/2014/main" id="{BB2D722E-1F04-F146-90C1-83E4F6A58755}"/>
              </a:ext>
            </a:extLst>
          </p:cNvPr>
          <p:cNvSpPr txBox="1">
            <a:spLocks/>
          </p:cNvSpPr>
          <p:nvPr/>
        </p:nvSpPr>
        <p:spPr>
          <a:xfrm>
            <a:off x="695325" y="1505162"/>
            <a:ext cx="11082147" cy="221593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SzPct val="100000"/>
              <a:buFont typeface="Arial" panose="020B0604020202020204" pitchFamily="34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15900" indent="-2159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rgbClr val="CC0033"/>
              </a:buClr>
              <a:buSzPct val="150000"/>
              <a:buFont typeface="Audi Type" pitchFamily="34" charset="0"/>
              <a:buChar char="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431800" indent="-2159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2"/>
              </a:buClr>
              <a:buSzPct val="150000"/>
              <a:buFont typeface="Audi Type" pitchFamily="34" charset="0"/>
              <a:buChar char="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647700" indent="-2159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accent3"/>
              </a:buClr>
              <a:buSzPct val="150000"/>
              <a:buFont typeface="Audi Type" pitchFamily="34" charset="0"/>
              <a:buChar char="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864235" indent="-2159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spcBef>
                <a:spcPts val="0"/>
              </a:spcBef>
              <a:buClr>
                <a:srgbClr val="BB0A30"/>
              </a:buClr>
            </a:pPr>
            <a:r>
              <a:rPr kumimoji="1" lang="zh-CN" altLang="en-US" sz="1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脚本思路：</a:t>
            </a:r>
            <a:endParaRPr kumimoji="1" lang="en-US" altLang="zh-CN" sz="1400" b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kumimoji="1" lang="zh-CN" altLang="en-US" sz="1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内容围绕谢霆锋对</a:t>
            </a:r>
            <a:r>
              <a:rPr kumimoji="1" lang="en" altLang="zh-CN" sz="1400" b="0" dirty="0">
                <a:solidFill>
                  <a:srgbClr val="FFFFFF"/>
                </a:solidFill>
                <a:latin typeface="Audi Type Extended" panose="020B0505040200000003" pitchFamily="34" charset="0"/>
                <a:ea typeface="微软雅黑" panose="020B0503020204020204" pitchFamily="34" charset="-122"/>
              </a:rPr>
              <a:t>Audi e-guitar</a:t>
            </a:r>
            <a:r>
              <a:rPr kumimoji="1" lang="zh-CN" altLang="en-US" sz="1400" b="0" dirty="0">
                <a:solidFill>
                  <a:srgbClr val="FFFFFF"/>
                </a:solidFill>
                <a:latin typeface="Audi Type Extended" panose="020B0505040200000003" pitchFamily="34" charset="0"/>
                <a:ea typeface="微软雅黑" panose="020B0503020204020204" pitchFamily="34" charset="-122"/>
              </a:rPr>
              <a:t>进行</a:t>
            </a:r>
            <a:r>
              <a:rPr kumimoji="1" lang="zh-CN" altLang="en" sz="1400" b="0" dirty="0">
                <a:solidFill>
                  <a:srgbClr val="FFFFFF"/>
                </a:solidFill>
                <a:latin typeface="Audi Type Extended" panose="020B0505040200000003" pitchFamily="34" charset="0"/>
                <a:ea typeface="微软雅黑" panose="020B0503020204020204" pitchFamily="34" charset="-122"/>
              </a:rPr>
              <a:t>开箱</a:t>
            </a:r>
            <a:r>
              <a:rPr kumimoji="1" lang="zh-CN" altLang="en-US" sz="1400" b="0" dirty="0">
                <a:solidFill>
                  <a:srgbClr val="FFFFFF"/>
                </a:solidFill>
                <a:latin typeface="Audi Type Extended" panose="020B0505040200000003" pitchFamily="34" charset="0"/>
                <a:ea typeface="微软雅黑" panose="020B0503020204020204" pitchFamily="34" charset="-122"/>
              </a:rPr>
              <a:t>的全过程；</a:t>
            </a:r>
            <a:endParaRPr kumimoji="1" lang="en-US" altLang="zh-CN" sz="1400" b="0" dirty="0">
              <a:solidFill>
                <a:srgbClr val="FFFFFF"/>
              </a:solidFill>
              <a:latin typeface="Audi Type Extended" panose="020B0505040200000003" pitchFamily="34" charset="0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kumimoji="1" lang="zh-CN" altLang="en-US" sz="1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从</a:t>
            </a:r>
            <a:r>
              <a:rPr kumimoji="1" lang="en-US" altLang="zh-CN" sz="1400" b="0" dirty="0">
                <a:latin typeface="Audi Type Extended" panose="020B0505040200000003" pitchFamily="34" charset="0"/>
                <a:ea typeface="Microsoft YaHei" panose="020B0503020204020204" pitchFamily="34" charset="-122"/>
              </a:rPr>
              <a:t>e-</a:t>
            </a:r>
            <a:r>
              <a:rPr kumimoji="1" lang="en-US" altLang="zh-CN" sz="1400" b="0" dirty="0" err="1">
                <a:latin typeface="Audi Type Extended" panose="020B0505040200000003" pitchFamily="34" charset="0"/>
                <a:ea typeface="Microsoft YaHei" panose="020B0503020204020204" pitchFamily="34" charset="-122"/>
              </a:rPr>
              <a:t>tron</a:t>
            </a:r>
            <a:r>
              <a:rPr kumimoji="1" lang="en-US" altLang="zh-CN" sz="1400" b="0" dirty="0">
                <a:latin typeface="Audi Type Extended" panose="020B0505040200000003" pitchFamily="34" charset="0"/>
                <a:ea typeface="Microsoft YaHei" panose="020B0503020204020204" pitchFamily="34" charset="-122"/>
              </a:rPr>
              <a:t> GT</a:t>
            </a:r>
            <a:r>
              <a:rPr kumimoji="1" lang="zh-CN" altLang="en-US" sz="1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后备箱取出带有</a:t>
            </a:r>
            <a:r>
              <a:rPr kumimoji="1" lang="en-US" altLang="zh-CN" sz="1400" b="0" dirty="0">
                <a:latin typeface="Audi Type Extended" panose="020B0505040200000003" pitchFamily="34" charset="0"/>
                <a:ea typeface="Microsoft YaHei" panose="020B0503020204020204" pitchFamily="34" charset="-122"/>
              </a:rPr>
              <a:t>e-</a:t>
            </a:r>
            <a:r>
              <a:rPr kumimoji="1" lang="en-US" altLang="zh-CN" sz="1400" b="0" dirty="0" err="1">
                <a:latin typeface="Audi Type Extended" panose="020B0505040200000003" pitchFamily="34" charset="0"/>
                <a:ea typeface="Microsoft YaHei" panose="020B0503020204020204" pitchFamily="34" charset="-122"/>
              </a:rPr>
              <a:t>tron</a:t>
            </a:r>
            <a:r>
              <a:rPr kumimoji="1" lang="en-US" altLang="zh-CN" sz="1400" b="0" dirty="0">
                <a:latin typeface="Audi Type Extended" panose="020B0505040200000003" pitchFamily="34" charset="0"/>
                <a:ea typeface="Microsoft YaHei" panose="020B0503020204020204" pitchFamily="34" charset="-122"/>
              </a:rPr>
              <a:t> GT</a:t>
            </a:r>
            <a:r>
              <a:rPr kumimoji="1" lang="zh-CN" altLang="en-US" sz="1400" b="0" dirty="0">
                <a:latin typeface="Audi Type Extended" panose="020B0505040200000003" pitchFamily="34" charset="0"/>
                <a:ea typeface="Microsoft YaHei" panose="020B0503020204020204" pitchFamily="34" charset="-122"/>
              </a:rPr>
              <a:t>尾灯设计元素的限量</a:t>
            </a:r>
            <a:r>
              <a:rPr kumimoji="1" lang="zh-CN" altLang="en-US" sz="1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电吉他，简单拨动琴弦后在护板上签名；</a:t>
            </a:r>
            <a:endParaRPr kumimoji="1" lang="en-US" altLang="zh-CN" sz="1400" b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kumimoji="1" lang="zh-CN" altLang="en-US" sz="1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并配合简单口播：“未来，正发声！”</a:t>
            </a:r>
            <a:r>
              <a:rPr kumimoji="1" lang="en-US" altLang="zh-CN" sz="1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//</a:t>
            </a:r>
            <a:r>
              <a:rPr kumimoji="1" lang="zh-CN" altLang="en-US" sz="1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“来，我们一起听见未来！”</a:t>
            </a:r>
            <a:endParaRPr kumimoji="1" lang="en-US" altLang="zh-CN" sz="1400" b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200000"/>
              </a:lnSpc>
              <a:spcBef>
                <a:spcPts val="0"/>
              </a:spcBef>
            </a:pPr>
            <a:endParaRPr kumimoji="1" lang="zh-CN" altLang="en-US" sz="1400" b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7A6BF8E-78EA-E741-9ED3-04018D1AA84D}"/>
              </a:ext>
            </a:extLst>
          </p:cNvPr>
          <p:cNvSpPr txBox="1"/>
          <p:nvPr/>
        </p:nvSpPr>
        <p:spPr>
          <a:xfrm>
            <a:off x="695325" y="5552027"/>
            <a:ext cx="10045044" cy="2229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1400" kern="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谢霆锋缓缓向</a:t>
            </a:r>
            <a:r>
              <a:rPr lang="en" altLang="zh-CN" sz="1400" kern="0" dirty="0">
                <a:solidFill>
                  <a:schemeClr val="bg1"/>
                </a:solidFill>
                <a:latin typeface="Audi Type Extended" panose="020B0505040200000003" pitchFamily="34" charset="0"/>
                <a:ea typeface="Microsoft YaHei" panose="020B0503020204020204" pitchFamily="34" charset="-122"/>
              </a:rPr>
              <a:t>e-</a:t>
            </a:r>
            <a:r>
              <a:rPr lang="en" altLang="zh-CN" sz="1400" kern="0" dirty="0" err="1">
                <a:solidFill>
                  <a:schemeClr val="bg1"/>
                </a:solidFill>
                <a:latin typeface="Audi Type Extended" panose="020B0505040200000003" pitchFamily="34" charset="0"/>
                <a:ea typeface="Microsoft YaHei" panose="020B0503020204020204" pitchFamily="34" charset="-122"/>
              </a:rPr>
              <a:t>tron</a:t>
            </a:r>
            <a:r>
              <a:rPr lang="en" altLang="zh-CN" sz="1400" kern="0" dirty="0">
                <a:solidFill>
                  <a:schemeClr val="bg1"/>
                </a:solidFill>
                <a:latin typeface="Audi Type Extended" panose="020B0505040200000003" pitchFamily="34" charset="0"/>
                <a:ea typeface="Microsoft YaHei" panose="020B0503020204020204" pitchFamily="34" charset="-122"/>
              </a:rPr>
              <a:t> GT</a:t>
            </a:r>
            <a:r>
              <a:rPr lang="zh-CN" altLang="en-US" sz="1400" kern="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后备箱走去，画面特写</a:t>
            </a:r>
            <a:r>
              <a:rPr kumimoji="1" lang="en-US" altLang="zh-CN" sz="1400" dirty="0">
                <a:solidFill>
                  <a:schemeClr val="bg1"/>
                </a:solidFill>
                <a:latin typeface="Audi Type Extended" panose="020B0505040200000003" pitchFamily="34" charset="0"/>
                <a:ea typeface="Microsoft YaHei" panose="020B0503020204020204" pitchFamily="34" charset="-122"/>
              </a:rPr>
              <a:t> e-</a:t>
            </a:r>
            <a:r>
              <a:rPr kumimoji="1" lang="en-US" altLang="zh-CN" sz="1400" dirty="0" err="1">
                <a:solidFill>
                  <a:schemeClr val="bg1"/>
                </a:solidFill>
                <a:latin typeface="Audi Type Extended" panose="020B0505040200000003" pitchFamily="34" charset="0"/>
                <a:ea typeface="Microsoft YaHei" panose="020B0503020204020204" pitchFamily="34" charset="-122"/>
              </a:rPr>
              <a:t>tron</a:t>
            </a:r>
            <a:r>
              <a:rPr kumimoji="1" lang="en-US" altLang="zh-CN" sz="1400" dirty="0">
                <a:solidFill>
                  <a:schemeClr val="bg1"/>
                </a:solidFill>
                <a:latin typeface="Audi Type Extended" panose="020B0505040200000003" pitchFamily="34" charset="0"/>
                <a:ea typeface="Microsoft YaHei" panose="020B0503020204020204" pitchFamily="34" charset="-122"/>
              </a:rPr>
              <a:t> GT</a:t>
            </a:r>
            <a:r>
              <a:rPr kumimoji="1" lang="zh-CN" altLang="en-US" sz="1400" dirty="0">
                <a:solidFill>
                  <a:schemeClr val="bg1"/>
                </a:solidFill>
                <a:latin typeface="Audi Type Extended" panose="020B0505040200000003" pitchFamily="34" charset="0"/>
                <a:ea typeface="Microsoft YaHei" panose="020B0503020204020204" pitchFamily="34" charset="-122"/>
              </a:rPr>
              <a:t>尾灯设计元素，随后</a:t>
            </a:r>
            <a:r>
              <a:rPr lang="zh-CN" altLang="en-US" sz="1400" kern="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开启后备箱与电吉他包装；</a:t>
            </a:r>
            <a:endParaRPr kumimoji="0" lang="zh-CN" altLang="en-US" sz="140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71940640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>
            <a:extLst>
              <a:ext uri="{FF2B5EF4-FFF2-40B4-BE49-F238E27FC236}">
                <a16:creationId xmlns:a16="http://schemas.microsoft.com/office/drawing/2014/main" id="{EB781DD0-D99A-E449-9E36-AD0B8F8CCA0F}"/>
              </a:ext>
            </a:extLst>
          </p:cNvPr>
          <p:cNvGrpSpPr/>
          <p:nvPr/>
        </p:nvGrpSpPr>
        <p:grpSpPr>
          <a:xfrm>
            <a:off x="-5466" y="1831082"/>
            <a:ext cx="12197466" cy="1724672"/>
            <a:chOff x="0" y="3429000"/>
            <a:chExt cx="12192000" cy="1723899"/>
          </a:xfrm>
        </p:grpSpPr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9229DC28-7A47-734F-8E05-257626F26D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69757" y="3429000"/>
              <a:ext cx="3122243" cy="1717516"/>
            </a:xfrm>
            <a:prstGeom prst="rect">
              <a:avLst/>
            </a:prstGeom>
          </p:spPr>
        </p:pic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175C2C21-D4F8-8441-8A55-2C8400F6554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5266"/>
            <a:stretch/>
          </p:blipFill>
          <p:spPr>
            <a:xfrm>
              <a:off x="3385189" y="3435383"/>
              <a:ext cx="2433606" cy="1717516"/>
            </a:xfrm>
            <a:prstGeom prst="rect">
              <a:avLst/>
            </a:prstGeom>
          </p:spPr>
        </p:pic>
        <p:pic>
          <p:nvPicPr>
            <p:cNvPr id="24" name="图片 23" descr="桌子上的吉他&#10;&#10;描述已自动生成">
              <a:extLst>
                <a:ext uri="{FF2B5EF4-FFF2-40B4-BE49-F238E27FC236}">
                  <a16:creationId xmlns:a16="http://schemas.microsoft.com/office/drawing/2014/main" id="{9B32C22B-43E7-BC4A-976B-1756FFA70DA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1890" b="10735"/>
            <a:stretch/>
          </p:blipFill>
          <p:spPr>
            <a:xfrm>
              <a:off x="0" y="3435383"/>
              <a:ext cx="3315251" cy="1711133"/>
            </a:xfrm>
            <a:prstGeom prst="rect">
              <a:avLst/>
            </a:prstGeom>
          </p:spPr>
        </p:pic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DF77FEB7-A7AE-064B-AC10-B2482B0A357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88733" y="3435383"/>
              <a:ext cx="3121421" cy="1711484"/>
            </a:xfrm>
            <a:prstGeom prst="rect">
              <a:avLst/>
            </a:prstGeom>
          </p:spPr>
        </p:pic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83628F28-A1E7-1547-A090-F6B768C3F801}"/>
              </a:ext>
            </a:extLst>
          </p:cNvPr>
          <p:cNvGrpSpPr/>
          <p:nvPr/>
        </p:nvGrpSpPr>
        <p:grpSpPr>
          <a:xfrm>
            <a:off x="0" y="4164969"/>
            <a:ext cx="12192000" cy="1779684"/>
            <a:chOff x="0" y="1668914"/>
            <a:chExt cx="12057740" cy="1760086"/>
          </a:xfrm>
        </p:grpSpPr>
        <p:pic>
          <p:nvPicPr>
            <p:cNvPr id="27" name="图片 26">
              <a:extLst>
                <a:ext uri="{FF2B5EF4-FFF2-40B4-BE49-F238E27FC236}">
                  <a16:creationId xmlns:a16="http://schemas.microsoft.com/office/drawing/2014/main" id="{2DD2F9CA-E2D3-1F45-A068-23EAAE73A73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r="4161"/>
            <a:stretch/>
          </p:blipFill>
          <p:spPr>
            <a:xfrm>
              <a:off x="0" y="1668914"/>
              <a:ext cx="3086704" cy="1760086"/>
            </a:xfrm>
            <a:prstGeom prst="rect">
              <a:avLst/>
            </a:prstGeom>
          </p:spPr>
        </p:pic>
        <p:pic>
          <p:nvPicPr>
            <p:cNvPr id="28" name="图片 27" descr="穿红色衣服的男人&#10;&#10;中度可信度描述已自动生成">
              <a:extLst>
                <a:ext uri="{FF2B5EF4-FFF2-40B4-BE49-F238E27FC236}">
                  <a16:creationId xmlns:a16="http://schemas.microsoft.com/office/drawing/2014/main" id="{3CD2E188-CF1C-FC4D-8F5A-4E4A308FCC0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t="56669" r="1046"/>
            <a:stretch/>
          </p:blipFill>
          <p:spPr>
            <a:xfrm>
              <a:off x="3195309" y="1676196"/>
              <a:ext cx="2647705" cy="1752804"/>
            </a:xfrm>
            <a:prstGeom prst="rect">
              <a:avLst/>
            </a:prstGeom>
          </p:spPr>
        </p:pic>
        <p:pic>
          <p:nvPicPr>
            <p:cNvPr id="29" name="图片 28">
              <a:extLst>
                <a:ext uri="{FF2B5EF4-FFF2-40B4-BE49-F238E27FC236}">
                  <a16:creationId xmlns:a16="http://schemas.microsoft.com/office/drawing/2014/main" id="{C668FCC5-EFCA-0541-A128-5FB68BCB634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985784" y="1668914"/>
              <a:ext cx="3013377" cy="1760086"/>
            </a:xfrm>
            <a:prstGeom prst="rect">
              <a:avLst/>
            </a:prstGeom>
          </p:spPr>
        </p:pic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140A9495-0D05-0A41-A2D3-2067B4F578F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l="1" t="417" r="670" b="13069"/>
            <a:stretch/>
          </p:blipFill>
          <p:spPr>
            <a:xfrm>
              <a:off x="9105298" y="1668914"/>
              <a:ext cx="2952442" cy="1760086"/>
            </a:xfrm>
            <a:prstGeom prst="rect">
              <a:avLst/>
            </a:prstGeom>
          </p:spPr>
        </p:pic>
      </p:grpSp>
      <p:sp>
        <p:nvSpPr>
          <p:cNvPr id="31" name="标题 7">
            <a:extLst>
              <a:ext uri="{FF2B5EF4-FFF2-40B4-BE49-F238E27FC236}">
                <a16:creationId xmlns:a16="http://schemas.microsoft.com/office/drawing/2014/main" id="{D27FD26F-AB6A-704A-ADC1-837FE3B9FE0A}"/>
              </a:ext>
            </a:extLst>
          </p:cNvPr>
          <p:cNvSpPr txBox="1">
            <a:spLocks/>
          </p:cNvSpPr>
          <p:nvPr/>
        </p:nvSpPr>
        <p:spPr>
          <a:xfrm>
            <a:off x="695325" y="368299"/>
            <a:ext cx="11341099" cy="11049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1800" b="1" kern="12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udi Type Extended" panose="020B0505040200000003" pitchFamily="34" charset="0"/>
                <a:ea typeface="Microsoft YaHei" panose="020B0503020204020204" pitchFamily="34" charset="-122"/>
                <a:cs typeface="+mj-cs"/>
              </a:rPr>
              <a:t>PART</a:t>
            </a:r>
            <a:r>
              <a:rPr kumimoji="1" lang="zh-CN" altLang="en-US" sz="2400" b="1" i="0" u="none" strike="noStrike" kern="120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udi Type Extended" panose="020B0505040200000003" pitchFamily="34" charset="0"/>
                <a:ea typeface="Microsoft YaHei" panose="020B0503020204020204" pitchFamily="34" charset="-122"/>
                <a:cs typeface="+mj-cs"/>
              </a:rPr>
              <a:t> </a:t>
            </a:r>
            <a:r>
              <a:rPr kumimoji="1" lang="en-US" altLang="zh-CN" sz="2400" b="1" i="0" u="none" strike="noStrike" kern="120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udi Type Extended" panose="020B0505040200000003" pitchFamily="34" charset="0"/>
                <a:ea typeface="Microsoft YaHei" panose="020B0503020204020204" pitchFamily="34" charset="-122"/>
                <a:cs typeface="+mj-cs"/>
              </a:rPr>
              <a:t>2</a:t>
            </a:r>
            <a:r>
              <a:rPr kumimoji="1" lang="zh-CN" altLang="en-US" sz="2400" b="1" i="0" u="none" strike="noStrike" kern="120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udi Type Extended" panose="020B0505040200000003" pitchFamily="34" charset="0"/>
                <a:ea typeface="Microsoft YaHei" panose="020B0503020204020204" pitchFamily="34" charset="-122"/>
                <a:cs typeface="+mj-cs"/>
              </a:rPr>
              <a:t> 奥迪好物 </a:t>
            </a:r>
            <a:endParaRPr kumimoji="1" lang="en-US" altLang="zh-CN" sz="2400" b="1" i="0" u="none" strike="noStrike" kern="1200" cap="none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udi Type Extended" panose="020B0505040200000003" pitchFamily="34" charset="0"/>
              <a:ea typeface="Microsoft YaHei" panose="020B0503020204020204" pitchFamily="34" charset="-122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udi Type Extended" panose="020B0505040200000003" pitchFamily="34" charset="0"/>
                <a:ea typeface="微软雅黑" panose="020B0503020204020204" pitchFamily="34" charset="-122"/>
              </a:rPr>
              <a:t>VCR</a:t>
            </a:r>
            <a:r>
              <a:rPr kumimoji="1" lang="zh-CN" altLang="en-US" sz="1800" b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udi Type Extended" panose="020B0505040200000003" pitchFamily="34" charset="0"/>
                <a:ea typeface="微软雅黑" panose="020B0503020204020204" pitchFamily="34" charset="-122"/>
              </a:rPr>
              <a:t>：</a:t>
            </a:r>
            <a:r>
              <a:rPr kumimoji="1" lang="en-US" altLang="zh-CN" sz="1800" b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udi Type Extended" panose="020B0505040200000003" pitchFamily="34" charset="0"/>
                <a:ea typeface="微软雅黑" panose="020B0503020204020204" pitchFamily="34" charset="-122"/>
              </a:rPr>
              <a:t>《</a:t>
            </a:r>
            <a:r>
              <a:rPr kumimoji="1" lang="en" altLang="zh-CN" sz="1800" b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udi Type Extended" panose="020B0505040200000003" pitchFamily="34" charset="0"/>
                <a:ea typeface="微软雅黑" panose="020B0503020204020204" pitchFamily="34" charset="-122"/>
              </a:rPr>
              <a:t>Audi e-guitar </a:t>
            </a:r>
            <a:r>
              <a:rPr kumimoji="1" lang="en-US" altLang="zh-CN" sz="1800" b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udi Type Extended" panose="020B0505040200000003" pitchFamily="34" charset="0"/>
                <a:ea typeface="微软雅黑" panose="020B0503020204020204" pitchFamily="34" charset="-122"/>
              </a:rPr>
              <a:t>》</a:t>
            </a:r>
            <a:r>
              <a:rPr kumimoji="1" lang="zh-CN" altLang="en-US" sz="1800" b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udi Type Extended" panose="020B0505040200000003" pitchFamily="34" charset="0"/>
                <a:ea typeface="微软雅黑" panose="020B0503020204020204" pitchFamily="34" charset="-122"/>
              </a:rPr>
              <a:t>（</a:t>
            </a:r>
            <a:r>
              <a:rPr kumimoji="1" lang="en-US" altLang="zh-CN" sz="1800" b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udi Type Extended" panose="020B0505040200000003" pitchFamily="34" charset="0"/>
                <a:ea typeface="微软雅黑" panose="020B0503020204020204" pitchFamily="34" charset="-122"/>
              </a:rPr>
              <a:t>1min</a:t>
            </a:r>
            <a:r>
              <a:rPr kumimoji="1" lang="zh-CN" altLang="en-US" sz="1800" b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udi Type Extended" panose="020B0505040200000003" pitchFamily="34" charset="0"/>
                <a:ea typeface="微软雅黑" panose="020B0503020204020204" pitchFamily="34" charset="-122"/>
              </a:rPr>
              <a:t>）</a:t>
            </a:r>
            <a:endParaRPr kumimoji="1" lang="zh-CN" altLang="en-US" sz="1800" b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udi Type Extended" panose="020B0505040200000003" pitchFamily="34" charset="0"/>
              <a:ea typeface="Microsoft YaHei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FE7EEB0-63CD-7C43-BF99-5F8B66F54BC6}"/>
              </a:ext>
            </a:extLst>
          </p:cNvPr>
          <p:cNvSpPr txBox="1"/>
          <p:nvPr/>
        </p:nvSpPr>
        <p:spPr>
          <a:xfrm>
            <a:off x="695325" y="3749201"/>
            <a:ext cx="10045044" cy="2229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zh-CN" altLang="en-US" sz="1400" dirty="0">
                <a:solidFill>
                  <a:schemeClr val="bg1"/>
                </a:solidFill>
                <a:latin typeface="Audi Type Extended" panose="020B0505040200000003" pitchFamily="34" charset="0"/>
                <a:ea typeface="Microsoft YaHei" panose="020B0503020204020204" pitchFamily="34" charset="-122"/>
              </a:rPr>
              <a:t>谢霆锋随即取出电吉他并简单拨动琴弦，对护板上的设计元素局部特写，谢霆锋随后在吉他上签名并念出口播</a:t>
            </a:r>
            <a:r>
              <a:rPr lang="zh-CN" altLang="en-US" sz="1400" kern="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endParaRPr kumimoji="0" lang="zh-CN" altLang="en-US" sz="140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77843350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Audi VdT DE 16:9">
  <a:themeElements>
    <a:clrScheme name="Audi">
      <a:dk1>
        <a:srgbClr val="000000"/>
      </a:dk1>
      <a:lt1>
        <a:srgbClr val="FFFFFF"/>
      </a:lt1>
      <a:dk2>
        <a:srgbClr val="000000"/>
      </a:dk2>
      <a:lt2>
        <a:srgbClr val="DADADA"/>
      </a:lt2>
      <a:accent1>
        <a:srgbClr val="DADADA"/>
      </a:accent1>
      <a:accent2>
        <a:srgbClr val="C6C6C6"/>
      </a:accent2>
      <a:accent3>
        <a:srgbClr val="9D9D9D"/>
      </a:accent3>
      <a:accent4>
        <a:srgbClr val="575756"/>
      </a:accent4>
      <a:accent5>
        <a:srgbClr val="000000"/>
      </a:accent5>
      <a:accent6>
        <a:srgbClr val="BB0A30"/>
      </a:accent6>
      <a:hlink>
        <a:srgbClr val="000000"/>
      </a:hlink>
      <a:folHlink>
        <a:srgbClr val="C6C6C6"/>
      </a:folHlink>
    </a:clrScheme>
    <a:fontScheme name="Audi">
      <a:majorFont>
        <a:latin typeface="Audi Type Extended"/>
        <a:ea typeface=""/>
        <a:cs typeface=""/>
      </a:majorFont>
      <a:minorFont>
        <a:latin typeface="Audi Type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sq" cmpd="sng" algn="ctr">
          <a:noFill/>
          <a:prstDash val="solid"/>
          <a:miter lim="800000"/>
        </a:ln>
      </a:spPr>
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<a:noAutofit/>
      </a:bodyPr>
      <a:lstStyle>
        <a:defPPr algn="l">
          <a:lnSpc>
            <a:spcPct val="110000"/>
          </a:lnSpc>
          <a:spcBef>
            <a:spcPts val="800"/>
          </a:spcBef>
          <a:spcAft>
            <a:spcPts val="600"/>
          </a:spcAft>
          <a:defRPr sz="1400" b="1" smtClean="0">
            <a:solidFill>
              <a:schemeClr val="tx1"/>
            </a:solidFill>
            <a:latin typeface="+mn-lt"/>
          </a:defRPr>
        </a:defPPr>
      </a:lstStyle>
    </a:spDef>
    <a:lnDef>
      <a:spPr>
        <a:noFill/>
        <a:ln w="9525" cap="flat" cmpd="sng" algn="ctr">
          <a:solidFill>
            <a:schemeClr val="tx2"/>
          </a:solidFill>
          <a:prstDash val="solid"/>
        </a:ln>
      </a:spPr>
      <a:bodyPr/>
      <a:lstStyle/>
    </a:lnDef>
    <a:txDef>
      <a:spPr>
        <a:noFill/>
      </a:spPr>
      <a:bodyPr wrap="square" lIns="0" tIns="0" rIns="0" bIns="0" rtlCol="0">
        <a:spAutoFit/>
      </a:bodyPr>
      <a:lstStyle>
        <a:defPPr marL="0" marR="0" indent="0" defTabSz="914400" eaLnBrk="1" fontAlgn="auto" latinLnBrk="0" hangingPunct="1">
          <a:lnSpc>
            <a:spcPct val="11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400" b="0" i="0" u="none" strike="noStrike" kern="0" cap="none" spc="0" normalizeH="0" baseline="0" noProof="0" dirty="0" err="1" smtClean="0">
            <a:ln>
              <a:noFill/>
            </a:ln>
            <a:effectLst/>
            <a:uLnTx/>
            <a:uFillTx/>
          </a:defRPr>
        </a:defPPr>
      </a:lstStyle>
    </a:txDef>
  </a:objectDefaults>
  <a:extraClrSchemeLst/>
  <a:custClrLst>
    <a:custClr name="Audi Rot">
      <a:srgbClr val="BB0A30"/>
    </a:custClr>
    <a:custClr name="Gruen">
      <a:srgbClr val="CACE98"/>
    </a:custClr>
    <a:custClr name="Braun">
      <a:srgbClr val="715D49"/>
    </a:custClr>
    <a:custClr name="Violett">
      <a:srgbClr val="6C4859"/>
    </a:custClr>
    <a:custClr name="Dunkelblau">
      <a:srgbClr val="544C70"/>
    </a:custClr>
    <a:custClr name="Hellblau">
      <a:srgbClr val="6682A4"/>
    </a:custClr>
    <a:custClr name="Gelb">
      <a:srgbClr val="FFD671"/>
    </a:custClr>
    <a:custClr name="Audi Rot">
      <a:srgbClr val="BB0A30"/>
    </a:custClr>
    <a:custClr name="Ampelgelb">
      <a:srgbClr val="FFAA00"/>
    </a:custClr>
    <a:custClr name="Ampelgruen">
      <a:srgbClr val="009900"/>
    </a:custClr>
    <a:custClr name="Aluminium Silber">
      <a:srgbClr val="B3B3B3"/>
    </a:custClr>
    <a:custClr name="Warmes Silber">
      <a:srgbClr val="B6B1A9"/>
    </a:custClr>
    <a:custClr name="Weiss">
      <a:srgbClr val="FFFFFF"/>
    </a:custClr>
    <a:custClr name="Weiss">
      <a:srgbClr val="FFFFFF"/>
    </a:custClr>
    <a:custClr name="Weiss">
      <a:srgbClr val="FFFFFF"/>
    </a:custClr>
    <a:custClr name="Weiss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668</TotalTime>
  <Words>148</Words>
  <Application>Microsoft Macintosh PowerPoint</Application>
  <PresentationFormat>宽屏</PresentationFormat>
  <Paragraphs>10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Microsoft YaHei</vt:lpstr>
      <vt:lpstr>Arial</vt:lpstr>
      <vt:lpstr>Audi Type</vt:lpstr>
      <vt:lpstr>Audi Type Extended</vt:lpstr>
      <vt:lpstr>Symbol</vt:lpstr>
      <vt:lpstr>Audi VdT DE 16:9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Bi Kylie</dc:creator>
  <cp:lastModifiedBy>Bi Kylie</cp:lastModifiedBy>
  <cp:revision>27</cp:revision>
  <dcterms:created xsi:type="dcterms:W3CDTF">2021-02-18T13:29:25Z</dcterms:created>
  <dcterms:modified xsi:type="dcterms:W3CDTF">2021-02-22T05:22:00Z</dcterms:modified>
</cp:coreProperties>
</file>